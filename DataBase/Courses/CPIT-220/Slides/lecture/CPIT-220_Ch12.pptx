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5" r:id="rId1"/>
    <p:sldMasterId id="2147483733" r:id="rId2"/>
    <p:sldMasterId id="2147483721" r:id="rId3"/>
    <p:sldMasterId id="2147483709" r:id="rId4"/>
    <p:sldMasterId id="2147483697" r:id="rId5"/>
    <p:sldMasterId id="2147483685" r:id="rId6"/>
    <p:sldMasterId id="2147483673" r:id="rId7"/>
    <p:sldMasterId id="2147483858" r:id="rId8"/>
  </p:sldMasterIdLst>
  <p:notesMasterIdLst>
    <p:notesMasterId r:id="rId63"/>
  </p:notesMasterIdLst>
  <p:handoutMasterIdLst>
    <p:handoutMasterId r:id="rId64"/>
  </p:handoutMasterIdLst>
  <p:sldIdLst>
    <p:sldId id="271" r:id="rId9"/>
    <p:sldId id="303" r:id="rId10"/>
    <p:sldId id="304" r:id="rId11"/>
    <p:sldId id="305" r:id="rId12"/>
    <p:sldId id="306" r:id="rId13"/>
    <p:sldId id="307" r:id="rId14"/>
    <p:sldId id="308" r:id="rId15"/>
    <p:sldId id="309" r:id="rId16"/>
    <p:sldId id="310" r:id="rId17"/>
    <p:sldId id="353" r:id="rId18"/>
    <p:sldId id="311" r:id="rId19"/>
    <p:sldId id="312" r:id="rId20"/>
    <p:sldId id="313" r:id="rId21"/>
    <p:sldId id="314" r:id="rId22"/>
    <p:sldId id="358" r:id="rId23"/>
    <p:sldId id="315" r:id="rId24"/>
    <p:sldId id="354" r:id="rId25"/>
    <p:sldId id="316" r:id="rId26"/>
    <p:sldId id="317" r:id="rId27"/>
    <p:sldId id="318" r:id="rId28"/>
    <p:sldId id="319"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 id="333" r:id="rId43"/>
    <p:sldId id="334" r:id="rId44"/>
    <p:sldId id="335" r:id="rId45"/>
    <p:sldId id="336" r:id="rId46"/>
    <p:sldId id="337" r:id="rId47"/>
    <p:sldId id="338" r:id="rId48"/>
    <p:sldId id="355" r:id="rId49"/>
    <p:sldId id="339" r:id="rId50"/>
    <p:sldId id="340" r:id="rId51"/>
    <p:sldId id="341" r:id="rId52"/>
    <p:sldId id="356" r:id="rId53"/>
    <p:sldId id="357" r:id="rId54"/>
    <p:sldId id="342" r:id="rId55"/>
    <p:sldId id="343" r:id="rId56"/>
    <p:sldId id="344" r:id="rId57"/>
    <p:sldId id="345" r:id="rId58"/>
    <p:sldId id="350" r:id="rId59"/>
    <p:sldId id="351" r:id="rId60"/>
    <p:sldId id="352" r:id="rId61"/>
    <p:sldId id="272" r:id="rId62"/>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lie McLaughlin" initials="JM" lastIdx="5" clrIdx="0"/>
  <p:cmAuthor id="7" name="LD" initials="LD" lastIdx="1" clrIdx="7"/>
  <p:cmAuthor id="1" name="Andi" initials="A" lastIdx="1" clrIdx="1"/>
  <p:cmAuthor id="2" name="Linda" initials="L" lastIdx="1" clrIdx="2"/>
  <p:cmAuthor id="3" name=" Donna Madsen" initials="DM" lastIdx="18" clrIdx="3"/>
  <p:cmAuthor id="4" name="Tiffany Bottolfson" initials="tmb" lastIdx="14" clrIdx="4"/>
  <p:cmAuthor id="5" name="Barbara" initials="BHE" lastIdx="2" clrIdx="5"/>
  <p:cmAuthor id="6" name="Judy Ann Levine" initials="jal" lastIdx="2"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23" autoAdjust="0"/>
    <p:restoredTop sz="94796" autoAdjust="0"/>
  </p:normalViewPr>
  <p:slideViewPr>
    <p:cSldViewPr>
      <p:cViewPr varScale="1">
        <p:scale>
          <a:sx n="65" d="100"/>
          <a:sy n="65" d="100"/>
        </p:scale>
        <p:origin x="1686" y="102"/>
      </p:cViewPr>
      <p:guideLst>
        <p:guide orient="horz" pos="2160"/>
        <p:guide pos="2880"/>
      </p:guideLst>
    </p:cSldViewPr>
  </p:slideViewPr>
  <p:outlineViewPr>
    <p:cViewPr>
      <p:scale>
        <a:sx n="33" d="100"/>
        <a:sy n="33" d="100"/>
      </p:scale>
      <p:origin x="36" y="22062"/>
    </p:cViewPr>
  </p:outlineViewPr>
  <p:notesTextViewPr>
    <p:cViewPr>
      <p:scale>
        <a:sx n="100" d="100"/>
        <a:sy n="100" d="100"/>
      </p:scale>
      <p:origin x="0" y="0"/>
    </p:cViewPr>
  </p:notesTextViewPr>
  <p:notesViewPr>
    <p:cSldViewPr>
      <p:cViewPr varScale="1">
        <p:scale>
          <a:sx n="59" d="100"/>
          <a:sy n="59" d="100"/>
        </p:scale>
        <p:origin x="-2484" y="-84"/>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59" name="Rectangle 3"/>
          <p:cNvSpPr>
            <a:spLocks noGrp="1" noChangeArrowheads="1"/>
          </p:cNvSpPr>
          <p:nvPr>
            <p:ph type="dt" sz="quarter" idx="1"/>
          </p:nvPr>
        </p:nvSpPr>
        <p:spPr bwMode="auto">
          <a:xfrm>
            <a:off x="3963988"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eaLnBrk="0" hangingPunct="0">
              <a:defRPr kumimoji="1" sz="1200">
                <a:latin typeface="Tahoma" pitchFamily="34" charset="0"/>
                <a:cs typeface="+mn-cs"/>
              </a:defRPr>
            </a:lvl1pPr>
          </a:lstStyle>
          <a:p>
            <a:pPr>
              <a:defRPr/>
            </a:pPr>
            <a:endParaRPr lang="en-US" dirty="0"/>
          </a:p>
        </p:txBody>
      </p:sp>
      <p:sp>
        <p:nvSpPr>
          <p:cNvPr id="19460" name="Rectangle 4"/>
          <p:cNvSpPr>
            <a:spLocks noGrp="1" noChangeArrowheads="1"/>
          </p:cNvSpPr>
          <p:nvPr>
            <p:ph type="ftr" sz="quarter" idx="2"/>
          </p:nvPr>
        </p:nvSpPr>
        <p:spPr bwMode="auto">
          <a:xfrm>
            <a:off x="0"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61" name="Rectangle 5"/>
          <p:cNvSpPr>
            <a:spLocks noGrp="1" noChangeArrowheads="1"/>
          </p:cNvSpPr>
          <p:nvPr>
            <p:ph type="sldNum" sz="quarter" idx="3"/>
          </p:nvPr>
        </p:nvSpPr>
        <p:spPr bwMode="auto">
          <a:xfrm>
            <a:off x="3963988"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eaLnBrk="0" hangingPunct="0">
              <a:defRPr kumimoji="1" sz="1200">
                <a:latin typeface="Tahoma" pitchFamily="34" charset="0"/>
                <a:cs typeface="+mn-cs"/>
              </a:defRPr>
            </a:lvl1pPr>
          </a:lstStyle>
          <a:p>
            <a:pPr>
              <a:defRPr/>
            </a:pPr>
            <a:fld id="{3B456121-521D-4DBF-A17A-DFBA40B87544}" type="slidenum">
              <a:rPr lang="en-US"/>
              <a:pPr>
                <a:defRPr/>
              </a:pPr>
              <a:t>‹#›</a:t>
            </a:fld>
            <a:endParaRPr lang="en-US" dirty="0"/>
          </a:p>
        </p:txBody>
      </p:sp>
    </p:spTree>
    <p:extLst>
      <p:ext uri="{BB962C8B-B14F-4D97-AF65-F5344CB8AC3E}">
        <p14:creationId xmlns:p14="http://schemas.microsoft.com/office/powerpoint/2010/main" val="11056104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1"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07/16/96</a:t>
            </a:r>
            <a:endParaRPr lang="en-US" sz="1200" dirty="0"/>
          </a:p>
        </p:txBody>
      </p:sp>
      <p:sp>
        <p:nvSpPr>
          <p:cNvPr id="96260" name="Rectangle 4"/>
          <p:cNvSpPr>
            <a:spLocks noGrp="1" noRot="1" noChangeAspect="1" noChangeArrowheads="1"/>
          </p:cNvSpPr>
          <p:nvPr>
            <p:ph type="sldImg" idx="2"/>
          </p:nvPr>
        </p:nvSpPr>
        <p:spPr bwMode="auto">
          <a:xfrm>
            <a:off x="1177925" y="696913"/>
            <a:ext cx="4641850" cy="3481387"/>
          </a:xfrm>
          <a:prstGeom prst="rect">
            <a:avLst/>
          </a:prstGeom>
          <a:noFill/>
          <a:ln w="12700" cap="sq">
            <a:solidFill>
              <a:schemeClr val="tx1"/>
            </a:solidFill>
            <a:miter lim="800000"/>
            <a:headEnd/>
            <a:tailEnd/>
          </a:ln>
        </p:spPr>
      </p:sp>
      <p:sp>
        <p:nvSpPr>
          <p:cNvPr id="2053"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square" lIns="93675" tIns="46838" rIns="93675" bIns="4683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54"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5"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a:t>
            </a:r>
            <a:endParaRPr lang="en-US" sz="1200" dirty="0"/>
          </a:p>
        </p:txBody>
      </p:sp>
    </p:spTree>
    <p:extLst>
      <p:ext uri="{BB962C8B-B14F-4D97-AF65-F5344CB8AC3E}">
        <p14:creationId xmlns:p14="http://schemas.microsoft.com/office/powerpoint/2010/main" val="4203921900"/>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a:ln/>
        </p:spPr>
      </p:sp>
      <p:sp>
        <p:nvSpPr>
          <p:cNvPr id="106498" name="Notes Placeholder 2"/>
          <p:cNvSpPr>
            <a:spLocks noGrp="1"/>
          </p:cNvSpPr>
          <p:nvPr>
            <p:ph type="body" idx="1"/>
          </p:nvPr>
        </p:nvSpPr>
        <p:spPr>
          <a:noFill/>
          <a:ln/>
        </p:spPr>
        <p:txBody>
          <a:bodyPr/>
          <a:lstStyle/>
          <a:p>
            <a:endParaRPr lang="en-US" dirty="0" smtClean="0"/>
          </a:p>
        </p:txBody>
      </p:sp>
      <p:sp>
        <p:nvSpPr>
          <p:cNvPr id="59396" name="Header Placeholder 3"/>
          <p:cNvSpPr>
            <a:spLocks noGrp="1"/>
          </p:cNvSpPr>
          <p:nvPr>
            <p:ph type="hdr" sz="quarter"/>
          </p:nvPr>
        </p:nvSpPr>
        <p:spPr/>
        <p:txBody>
          <a:bodyPr/>
          <a:lstStyle/>
          <a:p>
            <a:pPr>
              <a:defRPr/>
            </a:pPr>
            <a:r>
              <a:rPr lang="en-US" dirty="0" smtClean="0"/>
              <a:t>*</a:t>
            </a:r>
            <a:endParaRPr lang="en-US" sz="1200" dirty="0" smtClean="0"/>
          </a:p>
        </p:txBody>
      </p:sp>
      <p:sp>
        <p:nvSpPr>
          <p:cNvPr id="5939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5939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5939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p:cNvSpPr>
          <p:nvPr>
            <p:ph type="sldImg"/>
          </p:nvPr>
        </p:nvSpPr>
        <p:spPr>
          <a:ln/>
        </p:spPr>
      </p:sp>
      <p:sp>
        <p:nvSpPr>
          <p:cNvPr id="109570" name="Notes Placeholder 2"/>
          <p:cNvSpPr>
            <a:spLocks noGrp="1"/>
          </p:cNvSpPr>
          <p:nvPr>
            <p:ph type="body" idx="1"/>
          </p:nvPr>
        </p:nvSpPr>
        <p:spPr>
          <a:noFill/>
          <a:ln/>
        </p:spPr>
        <p:txBody>
          <a:bodyPr/>
          <a:lstStyle/>
          <a:p>
            <a:endParaRPr lang="en-US" dirty="0" smtClean="0"/>
          </a:p>
        </p:txBody>
      </p:sp>
      <p:sp>
        <p:nvSpPr>
          <p:cNvPr id="4" name="Header Placeholder 3"/>
          <p:cNvSpPr>
            <a:spLocks noGrp="1"/>
          </p:cNvSpPr>
          <p:nvPr>
            <p:ph type="hdr" sz="quarter"/>
          </p:nvPr>
        </p:nvSpPr>
        <p:spPr/>
        <p:txBody>
          <a:bodyPr/>
          <a:lstStyle/>
          <a:p>
            <a:pPr>
              <a:defRPr/>
            </a:pPr>
            <a:r>
              <a:rPr lang="en-US" dirty="0" smtClean="0"/>
              <a:t>*</a:t>
            </a:r>
            <a:endParaRPr lang="en-US" sz="1200" dirty="0"/>
          </a:p>
        </p:txBody>
      </p:sp>
      <p:sp>
        <p:nvSpPr>
          <p:cNvPr id="5" name="Date Placeholder 4"/>
          <p:cNvSpPr>
            <a:spLocks noGrp="1"/>
          </p:cNvSpPr>
          <p:nvPr>
            <p:ph type="dt" sz="quarter" idx="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4"/>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5"/>
          </p:nvPr>
        </p:nvSpPr>
        <p:spPr/>
        <p:txBody>
          <a:bodyPr/>
          <a:lstStyle/>
          <a:p>
            <a:pPr>
              <a:defRPr/>
            </a:pPr>
            <a:r>
              <a:rPr lang="en-US" dirty="0" smtClean="0"/>
              <a:t>##</a:t>
            </a:r>
            <a:endParaRPr 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61444" name="Header Placeholder 3"/>
          <p:cNvSpPr>
            <a:spLocks noGrp="1"/>
          </p:cNvSpPr>
          <p:nvPr>
            <p:ph type="hdr" sz="quarter"/>
          </p:nvPr>
        </p:nvSpPr>
        <p:spPr/>
        <p:txBody>
          <a:bodyPr/>
          <a:lstStyle/>
          <a:p>
            <a:pPr>
              <a:defRPr/>
            </a:pPr>
            <a:r>
              <a:rPr lang="en-US" dirty="0" smtClean="0"/>
              <a:t>*</a:t>
            </a:r>
            <a:endParaRPr lang="en-US" sz="1200" dirty="0" smtClean="0"/>
          </a:p>
        </p:txBody>
      </p:sp>
      <p:sp>
        <p:nvSpPr>
          <p:cNvPr id="6144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144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144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dirty="0" smtClean="0"/>
          </a:p>
        </p:txBody>
      </p:sp>
      <p:sp>
        <p:nvSpPr>
          <p:cNvPr id="61444" name="Header Placeholder 3"/>
          <p:cNvSpPr>
            <a:spLocks noGrp="1"/>
          </p:cNvSpPr>
          <p:nvPr>
            <p:ph type="hdr" sz="quarter"/>
          </p:nvPr>
        </p:nvSpPr>
        <p:spPr/>
        <p:txBody>
          <a:bodyPr/>
          <a:lstStyle/>
          <a:p>
            <a:pPr>
              <a:defRPr/>
            </a:pPr>
            <a:r>
              <a:rPr lang="en-US" dirty="0" smtClean="0"/>
              <a:t>*</a:t>
            </a:r>
            <a:endParaRPr lang="en-US" sz="1200" dirty="0" smtClean="0"/>
          </a:p>
        </p:txBody>
      </p:sp>
      <p:sp>
        <p:nvSpPr>
          <p:cNvPr id="6144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144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144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a:ln/>
        </p:spPr>
      </p:sp>
      <p:sp>
        <p:nvSpPr>
          <p:cNvPr id="113666" name="Notes Placeholder 2"/>
          <p:cNvSpPr>
            <a:spLocks noGrp="1"/>
          </p:cNvSpPr>
          <p:nvPr>
            <p:ph type="body" idx="1"/>
          </p:nvPr>
        </p:nvSpPr>
        <p:spPr>
          <a:noFill/>
          <a:ln/>
        </p:spPr>
        <p:txBody>
          <a:bodyPr/>
          <a:lstStyle/>
          <a:p>
            <a:endParaRPr lang="en-US" dirty="0" smtClean="0"/>
          </a:p>
        </p:txBody>
      </p:sp>
      <p:sp>
        <p:nvSpPr>
          <p:cNvPr id="62468" name="Header Placeholder 3"/>
          <p:cNvSpPr>
            <a:spLocks noGrp="1"/>
          </p:cNvSpPr>
          <p:nvPr>
            <p:ph type="hdr" sz="quarter"/>
          </p:nvPr>
        </p:nvSpPr>
        <p:spPr/>
        <p:txBody>
          <a:bodyPr/>
          <a:lstStyle/>
          <a:p>
            <a:pPr>
              <a:defRPr/>
            </a:pPr>
            <a:r>
              <a:rPr lang="en-US" dirty="0" smtClean="0"/>
              <a:t>*</a:t>
            </a:r>
            <a:endParaRPr lang="en-US" sz="1200" dirty="0" smtClean="0"/>
          </a:p>
        </p:txBody>
      </p:sp>
      <p:sp>
        <p:nvSpPr>
          <p:cNvPr id="6246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247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247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a:ln/>
        </p:spPr>
      </p:sp>
      <p:sp>
        <p:nvSpPr>
          <p:cNvPr id="113666" name="Notes Placeholder 2"/>
          <p:cNvSpPr>
            <a:spLocks noGrp="1"/>
          </p:cNvSpPr>
          <p:nvPr>
            <p:ph type="body" idx="1"/>
          </p:nvPr>
        </p:nvSpPr>
        <p:spPr>
          <a:noFill/>
          <a:ln/>
        </p:spPr>
        <p:txBody>
          <a:bodyPr/>
          <a:lstStyle/>
          <a:p>
            <a:endParaRPr lang="en-US" dirty="0" smtClean="0"/>
          </a:p>
        </p:txBody>
      </p:sp>
      <p:sp>
        <p:nvSpPr>
          <p:cNvPr id="62468" name="Header Placeholder 3"/>
          <p:cNvSpPr>
            <a:spLocks noGrp="1"/>
          </p:cNvSpPr>
          <p:nvPr>
            <p:ph type="hdr" sz="quarter"/>
          </p:nvPr>
        </p:nvSpPr>
        <p:spPr/>
        <p:txBody>
          <a:bodyPr/>
          <a:lstStyle/>
          <a:p>
            <a:pPr>
              <a:defRPr/>
            </a:pPr>
            <a:r>
              <a:rPr lang="en-US" dirty="0" smtClean="0"/>
              <a:t>*</a:t>
            </a:r>
            <a:endParaRPr lang="en-US" sz="1200" dirty="0" smtClean="0"/>
          </a:p>
        </p:txBody>
      </p:sp>
      <p:sp>
        <p:nvSpPr>
          <p:cNvPr id="6246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247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247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a:ln/>
        </p:spPr>
      </p:sp>
      <p:sp>
        <p:nvSpPr>
          <p:cNvPr id="115714" name="Notes Placeholder 2"/>
          <p:cNvSpPr>
            <a:spLocks noGrp="1"/>
          </p:cNvSpPr>
          <p:nvPr>
            <p:ph type="body" idx="1"/>
          </p:nvPr>
        </p:nvSpPr>
        <p:spPr>
          <a:noFill/>
          <a:ln/>
        </p:spPr>
        <p:txBody>
          <a:bodyPr/>
          <a:lstStyle/>
          <a:p>
            <a:endParaRPr lang="en-US" dirty="0" smtClean="0"/>
          </a:p>
        </p:txBody>
      </p:sp>
      <p:sp>
        <p:nvSpPr>
          <p:cNvPr id="63492" name="Header Placeholder 3"/>
          <p:cNvSpPr>
            <a:spLocks noGrp="1"/>
          </p:cNvSpPr>
          <p:nvPr>
            <p:ph type="hdr" sz="quarter"/>
          </p:nvPr>
        </p:nvSpPr>
        <p:spPr/>
        <p:txBody>
          <a:bodyPr/>
          <a:lstStyle/>
          <a:p>
            <a:pPr>
              <a:defRPr/>
            </a:pPr>
            <a:r>
              <a:rPr lang="en-US" dirty="0" smtClean="0"/>
              <a:t>*</a:t>
            </a:r>
            <a:endParaRPr lang="en-US" sz="1200" dirty="0" smtClean="0"/>
          </a:p>
        </p:txBody>
      </p:sp>
      <p:sp>
        <p:nvSpPr>
          <p:cNvPr id="63493"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3494"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3495"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a:ln/>
        </p:spPr>
      </p:sp>
      <p:sp>
        <p:nvSpPr>
          <p:cNvPr id="117762" name="Notes Placeholder 2"/>
          <p:cNvSpPr>
            <a:spLocks noGrp="1"/>
          </p:cNvSpPr>
          <p:nvPr>
            <p:ph type="body" idx="1"/>
          </p:nvPr>
        </p:nvSpPr>
        <p:spPr>
          <a:noFill/>
          <a:ln/>
        </p:spPr>
        <p:txBody>
          <a:bodyPr/>
          <a:lstStyle/>
          <a:p>
            <a:endParaRPr lang="en-US" dirty="0" smtClean="0"/>
          </a:p>
        </p:txBody>
      </p:sp>
      <p:sp>
        <p:nvSpPr>
          <p:cNvPr id="64516" name="Header Placeholder 3"/>
          <p:cNvSpPr>
            <a:spLocks noGrp="1"/>
          </p:cNvSpPr>
          <p:nvPr>
            <p:ph type="hdr" sz="quarter"/>
          </p:nvPr>
        </p:nvSpPr>
        <p:spPr/>
        <p:txBody>
          <a:bodyPr/>
          <a:lstStyle/>
          <a:p>
            <a:pPr>
              <a:defRPr/>
            </a:pPr>
            <a:r>
              <a:rPr lang="en-US" dirty="0" smtClean="0"/>
              <a:t>*</a:t>
            </a:r>
            <a:endParaRPr lang="en-US" sz="1200" dirty="0" smtClean="0"/>
          </a:p>
        </p:txBody>
      </p:sp>
      <p:sp>
        <p:nvSpPr>
          <p:cNvPr id="6451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451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451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a:ln/>
        </p:spPr>
      </p:sp>
      <p:sp>
        <p:nvSpPr>
          <p:cNvPr id="117762" name="Notes Placeholder 2"/>
          <p:cNvSpPr>
            <a:spLocks noGrp="1"/>
          </p:cNvSpPr>
          <p:nvPr>
            <p:ph type="body" idx="1"/>
          </p:nvPr>
        </p:nvSpPr>
        <p:spPr>
          <a:noFill/>
          <a:ln/>
        </p:spPr>
        <p:txBody>
          <a:bodyPr/>
          <a:lstStyle/>
          <a:p>
            <a:endParaRPr lang="en-US" dirty="0" smtClean="0"/>
          </a:p>
        </p:txBody>
      </p:sp>
      <p:sp>
        <p:nvSpPr>
          <p:cNvPr id="64516" name="Header Placeholder 3"/>
          <p:cNvSpPr>
            <a:spLocks noGrp="1"/>
          </p:cNvSpPr>
          <p:nvPr>
            <p:ph type="hdr" sz="quarter"/>
          </p:nvPr>
        </p:nvSpPr>
        <p:spPr/>
        <p:txBody>
          <a:bodyPr/>
          <a:lstStyle/>
          <a:p>
            <a:pPr>
              <a:defRPr/>
            </a:pPr>
            <a:r>
              <a:rPr lang="en-US" dirty="0" smtClean="0"/>
              <a:t>*</a:t>
            </a:r>
            <a:endParaRPr lang="en-US" sz="1200" dirty="0" smtClean="0"/>
          </a:p>
        </p:txBody>
      </p:sp>
      <p:sp>
        <p:nvSpPr>
          <p:cNvPr id="6451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451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451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a:ln/>
        </p:spPr>
      </p:sp>
      <p:sp>
        <p:nvSpPr>
          <p:cNvPr id="119810" name="Notes Placeholder 2"/>
          <p:cNvSpPr>
            <a:spLocks noGrp="1"/>
          </p:cNvSpPr>
          <p:nvPr>
            <p:ph type="body" idx="1"/>
          </p:nvPr>
        </p:nvSpPr>
        <p:spPr>
          <a:noFill/>
          <a:ln/>
        </p:spPr>
        <p:txBody>
          <a:bodyPr/>
          <a:lstStyle/>
          <a:p>
            <a:endParaRPr lang="en-US" dirty="0" smtClean="0"/>
          </a:p>
        </p:txBody>
      </p:sp>
      <p:sp>
        <p:nvSpPr>
          <p:cNvPr id="66564" name="Header Placeholder 3"/>
          <p:cNvSpPr>
            <a:spLocks noGrp="1"/>
          </p:cNvSpPr>
          <p:nvPr>
            <p:ph type="hdr" sz="quarter"/>
          </p:nvPr>
        </p:nvSpPr>
        <p:spPr/>
        <p:txBody>
          <a:bodyPr/>
          <a:lstStyle/>
          <a:p>
            <a:pPr>
              <a:defRPr/>
            </a:pPr>
            <a:r>
              <a:rPr lang="en-US" dirty="0" smtClean="0"/>
              <a:t>*</a:t>
            </a:r>
            <a:endParaRPr lang="en-US" sz="1200" dirty="0" smtClean="0"/>
          </a:p>
        </p:txBody>
      </p:sp>
      <p:sp>
        <p:nvSpPr>
          <p:cNvPr id="6656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656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656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a:ln/>
        </p:spPr>
      </p:sp>
      <p:sp>
        <p:nvSpPr>
          <p:cNvPr id="119810" name="Notes Placeholder 2"/>
          <p:cNvSpPr>
            <a:spLocks noGrp="1"/>
          </p:cNvSpPr>
          <p:nvPr>
            <p:ph type="body" idx="1"/>
          </p:nvPr>
        </p:nvSpPr>
        <p:spPr>
          <a:noFill/>
          <a:ln/>
        </p:spPr>
        <p:txBody>
          <a:bodyPr/>
          <a:lstStyle/>
          <a:p>
            <a:endParaRPr lang="en-US" dirty="0" smtClean="0"/>
          </a:p>
        </p:txBody>
      </p:sp>
      <p:sp>
        <p:nvSpPr>
          <p:cNvPr id="66564" name="Header Placeholder 3"/>
          <p:cNvSpPr>
            <a:spLocks noGrp="1"/>
          </p:cNvSpPr>
          <p:nvPr>
            <p:ph type="hdr" sz="quarter"/>
          </p:nvPr>
        </p:nvSpPr>
        <p:spPr/>
        <p:txBody>
          <a:bodyPr/>
          <a:lstStyle/>
          <a:p>
            <a:pPr>
              <a:defRPr/>
            </a:pPr>
            <a:r>
              <a:rPr lang="en-US" dirty="0" smtClean="0"/>
              <a:t>*</a:t>
            </a:r>
            <a:endParaRPr lang="en-US" sz="1200" dirty="0" smtClean="0"/>
          </a:p>
        </p:txBody>
      </p:sp>
      <p:sp>
        <p:nvSpPr>
          <p:cNvPr id="6656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656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656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a:ln/>
        </p:spPr>
      </p:sp>
      <p:sp>
        <p:nvSpPr>
          <p:cNvPr id="119810" name="Notes Placeholder 2"/>
          <p:cNvSpPr>
            <a:spLocks noGrp="1"/>
          </p:cNvSpPr>
          <p:nvPr>
            <p:ph type="body" idx="1"/>
          </p:nvPr>
        </p:nvSpPr>
        <p:spPr>
          <a:noFill/>
          <a:ln/>
        </p:spPr>
        <p:txBody>
          <a:bodyPr/>
          <a:lstStyle/>
          <a:p>
            <a:endParaRPr lang="en-US" dirty="0" smtClean="0"/>
          </a:p>
        </p:txBody>
      </p:sp>
      <p:sp>
        <p:nvSpPr>
          <p:cNvPr id="66564" name="Header Placeholder 3"/>
          <p:cNvSpPr>
            <a:spLocks noGrp="1"/>
          </p:cNvSpPr>
          <p:nvPr>
            <p:ph type="hdr" sz="quarter"/>
          </p:nvPr>
        </p:nvSpPr>
        <p:spPr/>
        <p:txBody>
          <a:bodyPr/>
          <a:lstStyle/>
          <a:p>
            <a:pPr>
              <a:defRPr/>
            </a:pPr>
            <a:r>
              <a:rPr lang="en-US" dirty="0" smtClean="0"/>
              <a:t>*</a:t>
            </a:r>
            <a:endParaRPr lang="en-US" sz="1200" dirty="0" smtClean="0"/>
          </a:p>
        </p:txBody>
      </p:sp>
      <p:sp>
        <p:nvSpPr>
          <p:cNvPr id="6656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656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656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noTextEdit="1"/>
          </p:cNvSpPr>
          <p:nvPr>
            <p:ph type="sldImg"/>
          </p:nvPr>
        </p:nvSpPr>
        <p:spPr>
          <a:ln/>
        </p:spPr>
      </p:sp>
      <p:sp>
        <p:nvSpPr>
          <p:cNvPr id="121858" name="Notes Placeholder 2"/>
          <p:cNvSpPr>
            <a:spLocks noGrp="1"/>
          </p:cNvSpPr>
          <p:nvPr>
            <p:ph type="body" idx="1"/>
          </p:nvPr>
        </p:nvSpPr>
        <p:spPr>
          <a:noFill/>
          <a:ln/>
        </p:spPr>
        <p:txBody>
          <a:bodyPr/>
          <a:lstStyle/>
          <a:p>
            <a:endParaRPr lang="en-US" dirty="0" smtClean="0"/>
          </a:p>
        </p:txBody>
      </p:sp>
      <p:sp>
        <p:nvSpPr>
          <p:cNvPr id="66564" name="Header Placeholder 3"/>
          <p:cNvSpPr>
            <a:spLocks noGrp="1"/>
          </p:cNvSpPr>
          <p:nvPr>
            <p:ph type="hdr" sz="quarter"/>
          </p:nvPr>
        </p:nvSpPr>
        <p:spPr/>
        <p:txBody>
          <a:bodyPr/>
          <a:lstStyle/>
          <a:p>
            <a:pPr>
              <a:defRPr/>
            </a:pPr>
            <a:r>
              <a:rPr lang="en-US" dirty="0" smtClean="0"/>
              <a:t>*</a:t>
            </a:r>
            <a:endParaRPr lang="en-US" sz="1200" dirty="0" smtClean="0"/>
          </a:p>
        </p:txBody>
      </p:sp>
      <p:sp>
        <p:nvSpPr>
          <p:cNvPr id="6656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656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656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a:ln/>
        </p:spPr>
      </p:sp>
      <p:sp>
        <p:nvSpPr>
          <p:cNvPr id="123906" name="Notes Placeholder 2"/>
          <p:cNvSpPr>
            <a:spLocks noGrp="1"/>
          </p:cNvSpPr>
          <p:nvPr>
            <p:ph type="body" idx="1"/>
          </p:nvPr>
        </p:nvSpPr>
        <p:spPr>
          <a:noFill/>
          <a:ln/>
        </p:spPr>
        <p:txBody>
          <a:bodyPr/>
          <a:lstStyle/>
          <a:p>
            <a:endParaRPr lang="en-US" dirty="0" smtClean="0"/>
          </a:p>
        </p:txBody>
      </p:sp>
      <p:sp>
        <p:nvSpPr>
          <p:cNvPr id="67588" name="Header Placeholder 3"/>
          <p:cNvSpPr>
            <a:spLocks noGrp="1"/>
          </p:cNvSpPr>
          <p:nvPr>
            <p:ph type="hdr" sz="quarter"/>
          </p:nvPr>
        </p:nvSpPr>
        <p:spPr/>
        <p:txBody>
          <a:bodyPr/>
          <a:lstStyle/>
          <a:p>
            <a:pPr>
              <a:defRPr/>
            </a:pPr>
            <a:r>
              <a:rPr lang="en-US" dirty="0" smtClean="0"/>
              <a:t>*</a:t>
            </a:r>
            <a:endParaRPr lang="en-US" sz="1200" dirty="0" smtClean="0"/>
          </a:p>
        </p:txBody>
      </p:sp>
      <p:sp>
        <p:nvSpPr>
          <p:cNvPr id="6758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759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759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a:ln/>
        </p:spPr>
      </p:sp>
      <p:sp>
        <p:nvSpPr>
          <p:cNvPr id="123906" name="Notes Placeholder 2"/>
          <p:cNvSpPr>
            <a:spLocks noGrp="1"/>
          </p:cNvSpPr>
          <p:nvPr>
            <p:ph type="body" idx="1"/>
          </p:nvPr>
        </p:nvSpPr>
        <p:spPr>
          <a:noFill/>
          <a:ln/>
        </p:spPr>
        <p:txBody>
          <a:bodyPr/>
          <a:lstStyle/>
          <a:p>
            <a:endParaRPr lang="en-US" dirty="0" smtClean="0"/>
          </a:p>
        </p:txBody>
      </p:sp>
      <p:sp>
        <p:nvSpPr>
          <p:cNvPr id="67588" name="Header Placeholder 3"/>
          <p:cNvSpPr>
            <a:spLocks noGrp="1"/>
          </p:cNvSpPr>
          <p:nvPr>
            <p:ph type="hdr" sz="quarter"/>
          </p:nvPr>
        </p:nvSpPr>
        <p:spPr/>
        <p:txBody>
          <a:bodyPr/>
          <a:lstStyle/>
          <a:p>
            <a:pPr>
              <a:defRPr/>
            </a:pPr>
            <a:r>
              <a:rPr lang="en-US" dirty="0" smtClean="0"/>
              <a:t>*</a:t>
            </a:r>
            <a:endParaRPr lang="en-US" sz="1200" dirty="0" smtClean="0"/>
          </a:p>
        </p:txBody>
      </p:sp>
      <p:sp>
        <p:nvSpPr>
          <p:cNvPr id="6758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759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759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a:ln/>
        </p:spPr>
        <p:txBody>
          <a:bodyPr/>
          <a:lstStyle/>
          <a:p>
            <a:endParaRPr lang="en-US" dirty="0" smtClean="0"/>
          </a:p>
        </p:txBody>
      </p:sp>
      <p:sp>
        <p:nvSpPr>
          <p:cNvPr id="68612" name="Header Placeholder 3"/>
          <p:cNvSpPr>
            <a:spLocks noGrp="1"/>
          </p:cNvSpPr>
          <p:nvPr>
            <p:ph type="hdr" sz="quarter"/>
          </p:nvPr>
        </p:nvSpPr>
        <p:spPr/>
        <p:txBody>
          <a:bodyPr/>
          <a:lstStyle/>
          <a:p>
            <a:pPr>
              <a:defRPr/>
            </a:pPr>
            <a:r>
              <a:rPr lang="en-US" dirty="0" smtClean="0"/>
              <a:t>*</a:t>
            </a:r>
            <a:endParaRPr lang="en-US" sz="1200" dirty="0" smtClean="0"/>
          </a:p>
        </p:txBody>
      </p:sp>
      <p:sp>
        <p:nvSpPr>
          <p:cNvPr id="68613"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8614"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8615"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noTextEdit="1"/>
          </p:cNvSpPr>
          <p:nvPr>
            <p:ph type="sldImg"/>
          </p:nvPr>
        </p:nvSpPr>
        <p:spPr>
          <a:ln/>
        </p:spPr>
      </p:sp>
      <p:sp>
        <p:nvSpPr>
          <p:cNvPr id="128002" name="Notes Placeholder 2"/>
          <p:cNvSpPr>
            <a:spLocks noGrp="1"/>
          </p:cNvSpPr>
          <p:nvPr>
            <p:ph type="body" idx="1"/>
          </p:nvPr>
        </p:nvSpPr>
        <p:spPr>
          <a:noFill/>
          <a:ln/>
        </p:spPr>
        <p:txBody>
          <a:bodyPr/>
          <a:lstStyle/>
          <a:p>
            <a:endParaRPr lang="en-US" dirty="0" smtClean="0"/>
          </a:p>
        </p:txBody>
      </p:sp>
      <p:sp>
        <p:nvSpPr>
          <p:cNvPr id="69636" name="Header Placeholder 3"/>
          <p:cNvSpPr>
            <a:spLocks noGrp="1"/>
          </p:cNvSpPr>
          <p:nvPr>
            <p:ph type="hdr" sz="quarter"/>
          </p:nvPr>
        </p:nvSpPr>
        <p:spPr/>
        <p:txBody>
          <a:bodyPr/>
          <a:lstStyle/>
          <a:p>
            <a:pPr>
              <a:defRPr/>
            </a:pPr>
            <a:r>
              <a:rPr lang="en-US" dirty="0" smtClean="0"/>
              <a:t>*</a:t>
            </a:r>
            <a:endParaRPr lang="en-US" sz="1200" dirty="0" smtClean="0"/>
          </a:p>
        </p:txBody>
      </p:sp>
      <p:sp>
        <p:nvSpPr>
          <p:cNvPr id="6963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6963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6963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a:ln/>
        </p:spPr>
      </p:sp>
      <p:sp>
        <p:nvSpPr>
          <p:cNvPr id="130050" name="Notes Placeholder 2"/>
          <p:cNvSpPr>
            <a:spLocks noGrp="1"/>
          </p:cNvSpPr>
          <p:nvPr>
            <p:ph type="body" idx="1"/>
          </p:nvPr>
        </p:nvSpPr>
        <p:spPr>
          <a:noFill/>
          <a:ln/>
        </p:spPr>
        <p:txBody>
          <a:bodyPr/>
          <a:lstStyle/>
          <a:p>
            <a:endParaRPr lang="en-US" dirty="0" smtClean="0"/>
          </a:p>
        </p:txBody>
      </p:sp>
      <p:sp>
        <p:nvSpPr>
          <p:cNvPr id="70660" name="Header Placeholder 3"/>
          <p:cNvSpPr>
            <a:spLocks noGrp="1"/>
          </p:cNvSpPr>
          <p:nvPr>
            <p:ph type="hdr" sz="quarter"/>
          </p:nvPr>
        </p:nvSpPr>
        <p:spPr/>
        <p:txBody>
          <a:bodyPr/>
          <a:lstStyle/>
          <a:p>
            <a:pPr>
              <a:defRPr/>
            </a:pPr>
            <a:r>
              <a:rPr lang="en-US" dirty="0" smtClean="0"/>
              <a:t>*</a:t>
            </a:r>
            <a:endParaRPr lang="en-US" sz="1200" dirty="0" smtClean="0"/>
          </a:p>
        </p:txBody>
      </p:sp>
      <p:sp>
        <p:nvSpPr>
          <p:cNvPr id="70661"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0662"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0663"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dirty="0" smtClean="0"/>
          </a:p>
        </p:txBody>
      </p:sp>
      <p:sp>
        <p:nvSpPr>
          <p:cNvPr id="71684" name="Header Placeholder 3"/>
          <p:cNvSpPr>
            <a:spLocks noGrp="1"/>
          </p:cNvSpPr>
          <p:nvPr>
            <p:ph type="hdr" sz="quarter"/>
          </p:nvPr>
        </p:nvSpPr>
        <p:spPr/>
        <p:txBody>
          <a:bodyPr/>
          <a:lstStyle/>
          <a:p>
            <a:pPr>
              <a:defRPr/>
            </a:pPr>
            <a:r>
              <a:rPr lang="en-US" dirty="0" smtClean="0"/>
              <a:t>*</a:t>
            </a:r>
            <a:endParaRPr lang="en-US" sz="1200" dirty="0" smtClean="0"/>
          </a:p>
        </p:txBody>
      </p:sp>
      <p:sp>
        <p:nvSpPr>
          <p:cNvPr id="7168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168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168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dirty="0" smtClean="0"/>
          </a:p>
        </p:txBody>
      </p:sp>
      <p:sp>
        <p:nvSpPr>
          <p:cNvPr id="72708" name="Header Placeholder 3"/>
          <p:cNvSpPr>
            <a:spLocks noGrp="1"/>
          </p:cNvSpPr>
          <p:nvPr>
            <p:ph type="hdr" sz="quarter"/>
          </p:nvPr>
        </p:nvSpPr>
        <p:spPr/>
        <p:txBody>
          <a:bodyPr/>
          <a:lstStyle/>
          <a:p>
            <a:pPr>
              <a:defRPr/>
            </a:pPr>
            <a:r>
              <a:rPr lang="en-US" dirty="0" smtClean="0"/>
              <a:t>*</a:t>
            </a:r>
            <a:endParaRPr lang="en-US" sz="1200" dirty="0" smtClean="0"/>
          </a:p>
        </p:txBody>
      </p:sp>
      <p:sp>
        <p:nvSpPr>
          <p:cNvPr id="7270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271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271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dirty="0" smtClean="0"/>
          </a:p>
        </p:txBody>
      </p:sp>
      <p:sp>
        <p:nvSpPr>
          <p:cNvPr id="72708" name="Header Placeholder 3"/>
          <p:cNvSpPr>
            <a:spLocks noGrp="1"/>
          </p:cNvSpPr>
          <p:nvPr>
            <p:ph type="hdr" sz="quarter"/>
          </p:nvPr>
        </p:nvSpPr>
        <p:spPr/>
        <p:txBody>
          <a:bodyPr/>
          <a:lstStyle/>
          <a:p>
            <a:pPr>
              <a:defRPr/>
            </a:pPr>
            <a:r>
              <a:rPr lang="en-US" dirty="0" smtClean="0"/>
              <a:t>*</a:t>
            </a:r>
            <a:endParaRPr lang="en-US" sz="1200" dirty="0" smtClean="0"/>
          </a:p>
        </p:txBody>
      </p:sp>
      <p:sp>
        <p:nvSpPr>
          <p:cNvPr id="7270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271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271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p:cNvSpPr>
            <a:spLocks noGrp="1" noRot="1" noChangeAspect="1" noTextEdit="1"/>
          </p:cNvSpPr>
          <p:nvPr>
            <p:ph type="sldImg"/>
          </p:nvPr>
        </p:nvSpPr>
        <p:spPr>
          <a:ln/>
        </p:spPr>
      </p:sp>
      <p:sp>
        <p:nvSpPr>
          <p:cNvPr id="138242" name="Notes Placeholder 2"/>
          <p:cNvSpPr>
            <a:spLocks noGrp="1"/>
          </p:cNvSpPr>
          <p:nvPr>
            <p:ph type="body" idx="1"/>
          </p:nvPr>
        </p:nvSpPr>
        <p:spPr>
          <a:noFill/>
          <a:ln/>
        </p:spPr>
        <p:txBody>
          <a:bodyPr/>
          <a:lstStyle/>
          <a:p>
            <a:endParaRPr lang="en-US" dirty="0" smtClean="0"/>
          </a:p>
        </p:txBody>
      </p:sp>
      <p:sp>
        <p:nvSpPr>
          <p:cNvPr id="73732" name="Header Placeholder 3"/>
          <p:cNvSpPr>
            <a:spLocks noGrp="1"/>
          </p:cNvSpPr>
          <p:nvPr>
            <p:ph type="hdr" sz="quarter"/>
          </p:nvPr>
        </p:nvSpPr>
        <p:spPr/>
        <p:txBody>
          <a:bodyPr/>
          <a:lstStyle/>
          <a:p>
            <a:pPr>
              <a:defRPr/>
            </a:pPr>
            <a:r>
              <a:rPr lang="en-US" dirty="0" smtClean="0"/>
              <a:t>*</a:t>
            </a:r>
            <a:endParaRPr lang="en-US" sz="1200" dirty="0" smtClean="0"/>
          </a:p>
        </p:txBody>
      </p:sp>
      <p:sp>
        <p:nvSpPr>
          <p:cNvPr id="73733"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3734"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3735"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Slide Image Placeholder 1"/>
          <p:cNvSpPr>
            <a:spLocks noGrp="1" noRot="1" noChangeAspect="1" noTextEdit="1"/>
          </p:cNvSpPr>
          <p:nvPr>
            <p:ph type="sldImg"/>
          </p:nvPr>
        </p:nvSpPr>
        <p:spPr>
          <a:ln/>
        </p:spPr>
      </p:sp>
      <p:sp>
        <p:nvSpPr>
          <p:cNvPr id="141314" name="Notes Placeholder 2"/>
          <p:cNvSpPr>
            <a:spLocks noGrp="1"/>
          </p:cNvSpPr>
          <p:nvPr>
            <p:ph type="body" idx="1"/>
          </p:nvPr>
        </p:nvSpPr>
        <p:spPr>
          <a:noFill/>
          <a:ln/>
        </p:spPr>
        <p:txBody>
          <a:bodyPr/>
          <a:lstStyle/>
          <a:p>
            <a:endParaRPr lang="en-US" dirty="0" smtClean="0"/>
          </a:p>
        </p:txBody>
      </p:sp>
      <p:sp>
        <p:nvSpPr>
          <p:cNvPr id="74756" name="Header Placeholder 3"/>
          <p:cNvSpPr>
            <a:spLocks noGrp="1"/>
          </p:cNvSpPr>
          <p:nvPr>
            <p:ph type="hdr" sz="quarter"/>
          </p:nvPr>
        </p:nvSpPr>
        <p:spPr/>
        <p:txBody>
          <a:bodyPr/>
          <a:lstStyle/>
          <a:p>
            <a:pPr>
              <a:defRPr/>
            </a:pPr>
            <a:r>
              <a:rPr lang="en-US" dirty="0" smtClean="0"/>
              <a:t>*</a:t>
            </a:r>
            <a:endParaRPr lang="en-US" sz="1200" dirty="0" smtClean="0"/>
          </a:p>
        </p:txBody>
      </p:sp>
      <p:sp>
        <p:nvSpPr>
          <p:cNvPr id="7475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475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475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a:ln/>
        </p:spPr>
      </p:sp>
      <p:sp>
        <p:nvSpPr>
          <p:cNvPr id="143362" name="Notes Placeholder 2"/>
          <p:cNvSpPr>
            <a:spLocks noGrp="1"/>
          </p:cNvSpPr>
          <p:nvPr>
            <p:ph type="body" idx="1"/>
          </p:nvPr>
        </p:nvSpPr>
        <p:spPr>
          <a:noFill/>
          <a:ln/>
        </p:spPr>
        <p:txBody>
          <a:bodyPr/>
          <a:lstStyle/>
          <a:p>
            <a:endParaRPr lang="en-US" dirty="0" smtClean="0"/>
          </a:p>
        </p:txBody>
      </p:sp>
      <p:sp>
        <p:nvSpPr>
          <p:cNvPr id="75780" name="Header Placeholder 3"/>
          <p:cNvSpPr>
            <a:spLocks noGrp="1"/>
          </p:cNvSpPr>
          <p:nvPr>
            <p:ph type="hdr" sz="quarter"/>
          </p:nvPr>
        </p:nvSpPr>
        <p:spPr/>
        <p:txBody>
          <a:bodyPr/>
          <a:lstStyle/>
          <a:p>
            <a:pPr>
              <a:defRPr/>
            </a:pPr>
            <a:r>
              <a:rPr lang="en-US" dirty="0" smtClean="0"/>
              <a:t>*</a:t>
            </a:r>
            <a:endParaRPr lang="en-US" sz="1200" dirty="0" smtClean="0"/>
          </a:p>
        </p:txBody>
      </p:sp>
      <p:sp>
        <p:nvSpPr>
          <p:cNvPr id="75781"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5782"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5783"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Slide Image Placeholder 1"/>
          <p:cNvSpPr>
            <a:spLocks noGrp="1" noRot="1" noChangeAspect="1" noTextEdit="1"/>
          </p:cNvSpPr>
          <p:nvPr>
            <p:ph type="sldImg"/>
          </p:nvPr>
        </p:nvSpPr>
        <p:spPr>
          <a:ln/>
        </p:spPr>
      </p:sp>
      <p:sp>
        <p:nvSpPr>
          <p:cNvPr id="145410" name="Notes Placeholder 2"/>
          <p:cNvSpPr>
            <a:spLocks noGrp="1"/>
          </p:cNvSpPr>
          <p:nvPr>
            <p:ph type="body" idx="1"/>
          </p:nvPr>
        </p:nvSpPr>
        <p:spPr>
          <a:noFill/>
          <a:ln/>
        </p:spPr>
        <p:txBody>
          <a:bodyPr/>
          <a:lstStyle/>
          <a:p>
            <a:endParaRPr lang="en-US" dirty="0" smtClean="0"/>
          </a:p>
        </p:txBody>
      </p:sp>
      <p:sp>
        <p:nvSpPr>
          <p:cNvPr id="76804" name="Header Placeholder 3"/>
          <p:cNvSpPr>
            <a:spLocks noGrp="1"/>
          </p:cNvSpPr>
          <p:nvPr>
            <p:ph type="hdr" sz="quarter"/>
          </p:nvPr>
        </p:nvSpPr>
        <p:spPr/>
        <p:txBody>
          <a:bodyPr/>
          <a:lstStyle/>
          <a:p>
            <a:pPr>
              <a:defRPr/>
            </a:pPr>
            <a:r>
              <a:rPr lang="en-US" dirty="0" smtClean="0"/>
              <a:t>*</a:t>
            </a:r>
            <a:endParaRPr lang="en-US" sz="1200" dirty="0" smtClean="0"/>
          </a:p>
        </p:txBody>
      </p:sp>
      <p:sp>
        <p:nvSpPr>
          <p:cNvPr id="7680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680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680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Slide Image Placeholder 1"/>
          <p:cNvSpPr>
            <a:spLocks noGrp="1" noRot="1" noChangeAspect="1" noTextEdit="1"/>
          </p:cNvSpPr>
          <p:nvPr>
            <p:ph type="sldImg"/>
          </p:nvPr>
        </p:nvSpPr>
        <p:spPr>
          <a:ln/>
        </p:spPr>
      </p:sp>
      <p:sp>
        <p:nvSpPr>
          <p:cNvPr id="147458" name="Notes Placeholder 2"/>
          <p:cNvSpPr>
            <a:spLocks noGrp="1"/>
          </p:cNvSpPr>
          <p:nvPr>
            <p:ph type="body" idx="1"/>
          </p:nvPr>
        </p:nvSpPr>
        <p:spPr>
          <a:noFill/>
          <a:ln/>
        </p:spPr>
        <p:txBody>
          <a:bodyPr/>
          <a:lstStyle/>
          <a:p>
            <a:endParaRPr lang="en-US" dirty="0" smtClean="0"/>
          </a:p>
        </p:txBody>
      </p:sp>
      <p:sp>
        <p:nvSpPr>
          <p:cNvPr id="77828" name="Header Placeholder 3"/>
          <p:cNvSpPr>
            <a:spLocks noGrp="1"/>
          </p:cNvSpPr>
          <p:nvPr>
            <p:ph type="hdr" sz="quarter"/>
          </p:nvPr>
        </p:nvSpPr>
        <p:spPr/>
        <p:txBody>
          <a:bodyPr/>
          <a:lstStyle/>
          <a:p>
            <a:pPr>
              <a:defRPr/>
            </a:pPr>
            <a:r>
              <a:rPr lang="en-US" dirty="0" smtClean="0"/>
              <a:t>*</a:t>
            </a:r>
            <a:endParaRPr lang="en-US" sz="1200" dirty="0" smtClean="0"/>
          </a:p>
        </p:txBody>
      </p:sp>
      <p:sp>
        <p:nvSpPr>
          <p:cNvPr id="7782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783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783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Slide Image Placeholder 1"/>
          <p:cNvSpPr>
            <a:spLocks noGrp="1" noRot="1" noChangeAspect="1" noTextEdit="1"/>
          </p:cNvSpPr>
          <p:nvPr>
            <p:ph type="sldImg"/>
          </p:nvPr>
        </p:nvSpPr>
        <p:spPr>
          <a:ln/>
        </p:spPr>
      </p:sp>
      <p:sp>
        <p:nvSpPr>
          <p:cNvPr id="149506" name="Notes Placeholder 2"/>
          <p:cNvSpPr>
            <a:spLocks noGrp="1"/>
          </p:cNvSpPr>
          <p:nvPr>
            <p:ph type="body" idx="1"/>
          </p:nvPr>
        </p:nvSpPr>
        <p:spPr>
          <a:noFill/>
          <a:ln/>
        </p:spPr>
        <p:txBody>
          <a:bodyPr/>
          <a:lstStyle/>
          <a:p>
            <a:endParaRPr lang="en-US" dirty="0" smtClean="0"/>
          </a:p>
        </p:txBody>
      </p:sp>
      <p:sp>
        <p:nvSpPr>
          <p:cNvPr id="78852" name="Header Placeholder 3"/>
          <p:cNvSpPr>
            <a:spLocks noGrp="1"/>
          </p:cNvSpPr>
          <p:nvPr>
            <p:ph type="hdr" sz="quarter"/>
          </p:nvPr>
        </p:nvSpPr>
        <p:spPr/>
        <p:txBody>
          <a:bodyPr/>
          <a:lstStyle/>
          <a:p>
            <a:pPr>
              <a:defRPr/>
            </a:pPr>
            <a:r>
              <a:rPr lang="en-US" dirty="0" smtClean="0"/>
              <a:t>*</a:t>
            </a:r>
            <a:endParaRPr lang="en-US" sz="1200" dirty="0" smtClean="0"/>
          </a:p>
        </p:txBody>
      </p:sp>
      <p:sp>
        <p:nvSpPr>
          <p:cNvPr id="78853"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78854"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78855"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Slide Image Placeholder 1"/>
          <p:cNvSpPr>
            <a:spLocks noGrp="1" noRot="1" noChangeAspect="1" noTextEdit="1"/>
          </p:cNvSpPr>
          <p:nvPr>
            <p:ph type="sldImg"/>
          </p:nvPr>
        </p:nvSpPr>
        <p:spPr>
          <a:ln/>
        </p:spPr>
      </p:sp>
      <p:sp>
        <p:nvSpPr>
          <p:cNvPr id="153602" name="Notes Placeholder 2"/>
          <p:cNvSpPr>
            <a:spLocks noGrp="1"/>
          </p:cNvSpPr>
          <p:nvPr>
            <p:ph type="body" idx="1"/>
          </p:nvPr>
        </p:nvSpPr>
        <p:spPr>
          <a:noFill/>
          <a:ln/>
        </p:spPr>
        <p:txBody>
          <a:bodyPr/>
          <a:lstStyle/>
          <a:p>
            <a:endParaRPr lang="en-US" dirty="0" smtClean="0"/>
          </a:p>
        </p:txBody>
      </p:sp>
      <p:sp>
        <p:nvSpPr>
          <p:cNvPr id="80900" name="Header Placeholder 3"/>
          <p:cNvSpPr>
            <a:spLocks noGrp="1"/>
          </p:cNvSpPr>
          <p:nvPr>
            <p:ph type="hdr" sz="quarter"/>
          </p:nvPr>
        </p:nvSpPr>
        <p:spPr/>
        <p:txBody>
          <a:bodyPr/>
          <a:lstStyle/>
          <a:p>
            <a:pPr>
              <a:defRPr/>
            </a:pPr>
            <a:r>
              <a:rPr lang="en-US" dirty="0" smtClean="0"/>
              <a:t>*</a:t>
            </a:r>
            <a:endParaRPr lang="en-US" sz="1200" dirty="0" smtClean="0"/>
          </a:p>
        </p:txBody>
      </p:sp>
      <p:sp>
        <p:nvSpPr>
          <p:cNvPr id="80901"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0902"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0903"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Slide Image Placeholder 1"/>
          <p:cNvSpPr>
            <a:spLocks noGrp="1" noRot="1" noChangeAspect="1" noTextEdit="1"/>
          </p:cNvSpPr>
          <p:nvPr>
            <p:ph type="sldImg"/>
          </p:nvPr>
        </p:nvSpPr>
        <p:spPr>
          <a:ln/>
        </p:spPr>
      </p:sp>
      <p:sp>
        <p:nvSpPr>
          <p:cNvPr id="153602" name="Notes Placeholder 2"/>
          <p:cNvSpPr>
            <a:spLocks noGrp="1"/>
          </p:cNvSpPr>
          <p:nvPr>
            <p:ph type="body" idx="1"/>
          </p:nvPr>
        </p:nvSpPr>
        <p:spPr>
          <a:noFill/>
          <a:ln/>
        </p:spPr>
        <p:txBody>
          <a:bodyPr/>
          <a:lstStyle/>
          <a:p>
            <a:endParaRPr lang="en-US" dirty="0" smtClean="0"/>
          </a:p>
        </p:txBody>
      </p:sp>
      <p:sp>
        <p:nvSpPr>
          <p:cNvPr id="80900" name="Header Placeholder 3"/>
          <p:cNvSpPr>
            <a:spLocks noGrp="1"/>
          </p:cNvSpPr>
          <p:nvPr>
            <p:ph type="hdr" sz="quarter"/>
          </p:nvPr>
        </p:nvSpPr>
        <p:spPr/>
        <p:txBody>
          <a:bodyPr/>
          <a:lstStyle/>
          <a:p>
            <a:pPr>
              <a:defRPr/>
            </a:pPr>
            <a:r>
              <a:rPr lang="en-US" dirty="0" smtClean="0"/>
              <a:t>*</a:t>
            </a:r>
            <a:endParaRPr lang="en-US" sz="1200" dirty="0" smtClean="0"/>
          </a:p>
        </p:txBody>
      </p:sp>
      <p:sp>
        <p:nvSpPr>
          <p:cNvPr id="80901"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0902"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0903"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Slide Image Placeholder 1"/>
          <p:cNvSpPr>
            <a:spLocks noGrp="1" noRot="1" noChangeAspect="1" noTextEdit="1"/>
          </p:cNvSpPr>
          <p:nvPr>
            <p:ph type="sldImg"/>
          </p:nvPr>
        </p:nvSpPr>
        <p:spPr>
          <a:ln/>
        </p:spPr>
      </p:sp>
      <p:sp>
        <p:nvSpPr>
          <p:cNvPr id="155650" name="Notes Placeholder 2"/>
          <p:cNvSpPr>
            <a:spLocks noGrp="1"/>
          </p:cNvSpPr>
          <p:nvPr>
            <p:ph type="body" idx="1"/>
          </p:nvPr>
        </p:nvSpPr>
        <p:spPr>
          <a:noFill/>
          <a:ln/>
        </p:spPr>
        <p:txBody>
          <a:bodyPr/>
          <a:lstStyle/>
          <a:p>
            <a:endParaRPr lang="en-US" dirty="0" smtClean="0"/>
          </a:p>
        </p:txBody>
      </p:sp>
      <p:sp>
        <p:nvSpPr>
          <p:cNvPr id="81924" name="Header Placeholder 3"/>
          <p:cNvSpPr>
            <a:spLocks noGrp="1"/>
          </p:cNvSpPr>
          <p:nvPr>
            <p:ph type="hdr" sz="quarter"/>
          </p:nvPr>
        </p:nvSpPr>
        <p:spPr/>
        <p:txBody>
          <a:bodyPr/>
          <a:lstStyle/>
          <a:p>
            <a:pPr>
              <a:defRPr/>
            </a:pPr>
            <a:r>
              <a:rPr lang="en-US" dirty="0" smtClean="0"/>
              <a:t>*</a:t>
            </a:r>
            <a:endParaRPr lang="en-US" sz="1200" dirty="0" smtClean="0"/>
          </a:p>
        </p:txBody>
      </p:sp>
      <p:sp>
        <p:nvSpPr>
          <p:cNvPr id="81925"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1926"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1927"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Slide Image Placeholder 1"/>
          <p:cNvSpPr>
            <a:spLocks noGrp="1" noRot="1" noChangeAspect="1" noTextEdit="1"/>
          </p:cNvSpPr>
          <p:nvPr>
            <p:ph type="sldImg"/>
          </p:nvPr>
        </p:nvSpPr>
        <p:spPr>
          <a:ln/>
        </p:spPr>
      </p:sp>
      <p:sp>
        <p:nvSpPr>
          <p:cNvPr id="157698" name="Notes Placeholder 2"/>
          <p:cNvSpPr>
            <a:spLocks noGrp="1"/>
          </p:cNvSpPr>
          <p:nvPr>
            <p:ph type="body" idx="1"/>
          </p:nvPr>
        </p:nvSpPr>
        <p:spPr>
          <a:noFill/>
          <a:ln/>
        </p:spPr>
        <p:txBody>
          <a:bodyPr/>
          <a:lstStyle/>
          <a:p>
            <a:endParaRPr lang="en-US" dirty="0" smtClean="0"/>
          </a:p>
        </p:txBody>
      </p:sp>
      <p:sp>
        <p:nvSpPr>
          <p:cNvPr id="82948" name="Header Placeholder 3"/>
          <p:cNvSpPr>
            <a:spLocks noGrp="1"/>
          </p:cNvSpPr>
          <p:nvPr>
            <p:ph type="hdr" sz="quarter"/>
          </p:nvPr>
        </p:nvSpPr>
        <p:spPr/>
        <p:txBody>
          <a:bodyPr/>
          <a:lstStyle/>
          <a:p>
            <a:pPr>
              <a:defRPr/>
            </a:pPr>
            <a:r>
              <a:rPr lang="en-US" dirty="0" smtClean="0"/>
              <a:t>*</a:t>
            </a:r>
            <a:endParaRPr lang="en-US" sz="1200" dirty="0" smtClean="0"/>
          </a:p>
        </p:txBody>
      </p:sp>
      <p:sp>
        <p:nvSpPr>
          <p:cNvPr id="8294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295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295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Slide Image Placeholder 1"/>
          <p:cNvSpPr>
            <a:spLocks noGrp="1" noRot="1" noChangeAspect="1" noTextEdit="1"/>
          </p:cNvSpPr>
          <p:nvPr>
            <p:ph type="sldImg"/>
          </p:nvPr>
        </p:nvSpPr>
        <p:spPr>
          <a:ln/>
        </p:spPr>
      </p:sp>
      <p:sp>
        <p:nvSpPr>
          <p:cNvPr id="157698" name="Notes Placeholder 2"/>
          <p:cNvSpPr>
            <a:spLocks noGrp="1"/>
          </p:cNvSpPr>
          <p:nvPr>
            <p:ph type="body" idx="1"/>
          </p:nvPr>
        </p:nvSpPr>
        <p:spPr>
          <a:noFill/>
          <a:ln/>
        </p:spPr>
        <p:txBody>
          <a:bodyPr/>
          <a:lstStyle/>
          <a:p>
            <a:endParaRPr lang="en-US" dirty="0" smtClean="0"/>
          </a:p>
        </p:txBody>
      </p:sp>
      <p:sp>
        <p:nvSpPr>
          <p:cNvPr id="82948" name="Header Placeholder 3"/>
          <p:cNvSpPr>
            <a:spLocks noGrp="1"/>
          </p:cNvSpPr>
          <p:nvPr>
            <p:ph type="hdr" sz="quarter"/>
          </p:nvPr>
        </p:nvSpPr>
        <p:spPr/>
        <p:txBody>
          <a:bodyPr/>
          <a:lstStyle/>
          <a:p>
            <a:pPr>
              <a:defRPr/>
            </a:pPr>
            <a:r>
              <a:rPr lang="en-US" dirty="0" smtClean="0"/>
              <a:t>*</a:t>
            </a:r>
            <a:endParaRPr lang="en-US" sz="1200" dirty="0" smtClean="0"/>
          </a:p>
        </p:txBody>
      </p:sp>
      <p:sp>
        <p:nvSpPr>
          <p:cNvPr id="8294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295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295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Slide Image Placeholder 1"/>
          <p:cNvSpPr>
            <a:spLocks noGrp="1" noRot="1" noChangeAspect="1" noTextEdit="1"/>
          </p:cNvSpPr>
          <p:nvPr>
            <p:ph type="sldImg"/>
          </p:nvPr>
        </p:nvSpPr>
        <p:spPr>
          <a:ln/>
        </p:spPr>
      </p:sp>
      <p:sp>
        <p:nvSpPr>
          <p:cNvPr id="159746" name="Notes Placeholder 2"/>
          <p:cNvSpPr>
            <a:spLocks noGrp="1"/>
          </p:cNvSpPr>
          <p:nvPr>
            <p:ph type="body" idx="1"/>
          </p:nvPr>
        </p:nvSpPr>
        <p:spPr>
          <a:noFill/>
          <a:ln/>
        </p:spPr>
        <p:txBody>
          <a:bodyPr/>
          <a:lstStyle/>
          <a:p>
            <a:endParaRPr lang="en-US" dirty="0" smtClean="0"/>
          </a:p>
        </p:txBody>
      </p:sp>
      <p:sp>
        <p:nvSpPr>
          <p:cNvPr id="83972" name="Header Placeholder 3"/>
          <p:cNvSpPr>
            <a:spLocks noGrp="1"/>
          </p:cNvSpPr>
          <p:nvPr>
            <p:ph type="hdr" sz="quarter"/>
          </p:nvPr>
        </p:nvSpPr>
        <p:spPr/>
        <p:txBody>
          <a:bodyPr/>
          <a:lstStyle/>
          <a:p>
            <a:pPr>
              <a:defRPr/>
            </a:pPr>
            <a:r>
              <a:rPr lang="en-US" dirty="0" smtClean="0"/>
              <a:t>*</a:t>
            </a:r>
            <a:endParaRPr lang="en-US" sz="1200" dirty="0" smtClean="0"/>
          </a:p>
        </p:txBody>
      </p:sp>
      <p:sp>
        <p:nvSpPr>
          <p:cNvPr id="83973"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3974"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3975"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Slide Image Placeholder 1"/>
          <p:cNvSpPr>
            <a:spLocks noGrp="1" noRot="1" noChangeAspect="1" noTextEdit="1"/>
          </p:cNvSpPr>
          <p:nvPr>
            <p:ph type="sldImg"/>
          </p:nvPr>
        </p:nvSpPr>
        <p:spPr>
          <a:ln/>
        </p:spPr>
      </p:sp>
      <p:sp>
        <p:nvSpPr>
          <p:cNvPr id="163842" name="Notes Placeholder 2"/>
          <p:cNvSpPr>
            <a:spLocks noGrp="1"/>
          </p:cNvSpPr>
          <p:nvPr>
            <p:ph type="body" idx="1"/>
          </p:nvPr>
        </p:nvSpPr>
        <p:spPr>
          <a:noFill/>
          <a:ln/>
        </p:spPr>
        <p:txBody>
          <a:bodyPr/>
          <a:lstStyle/>
          <a:p>
            <a:endParaRPr lang="en-US" dirty="0" smtClean="0"/>
          </a:p>
        </p:txBody>
      </p:sp>
      <p:sp>
        <p:nvSpPr>
          <p:cNvPr id="86020" name="Header Placeholder 3"/>
          <p:cNvSpPr>
            <a:spLocks noGrp="1"/>
          </p:cNvSpPr>
          <p:nvPr>
            <p:ph type="hdr" sz="quarter"/>
          </p:nvPr>
        </p:nvSpPr>
        <p:spPr/>
        <p:txBody>
          <a:bodyPr/>
          <a:lstStyle/>
          <a:p>
            <a:pPr>
              <a:defRPr/>
            </a:pPr>
            <a:r>
              <a:rPr lang="en-US" dirty="0" smtClean="0"/>
              <a:t>*</a:t>
            </a:r>
            <a:endParaRPr lang="en-US" sz="1200" dirty="0" smtClean="0"/>
          </a:p>
        </p:txBody>
      </p:sp>
      <p:sp>
        <p:nvSpPr>
          <p:cNvPr id="86021"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6022"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6023"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Slide Image Placeholder 1"/>
          <p:cNvSpPr>
            <a:spLocks noGrp="1" noRot="1" noChangeAspect="1" noTextEdit="1"/>
          </p:cNvSpPr>
          <p:nvPr>
            <p:ph type="sldImg"/>
          </p:nvPr>
        </p:nvSpPr>
        <p:spPr>
          <a:ln/>
        </p:spPr>
      </p:sp>
      <p:sp>
        <p:nvSpPr>
          <p:cNvPr id="167938" name="Notes Placeholder 2"/>
          <p:cNvSpPr>
            <a:spLocks noGrp="1"/>
          </p:cNvSpPr>
          <p:nvPr>
            <p:ph type="body" idx="1"/>
          </p:nvPr>
        </p:nvSpPr>
        <p:spPr>
          <a:noFill/>
          <a:ln/>
        </p:spPr>
        <p:txBody>
          <a:bodyPr/>
          <a:lstStyle/>
          <a:p>
            <a:endParaRPr lang="en-US" dirty="0" smtClean="0"/>
          </a:p>
        </p:txBody>
      </p:sp>
      <p:sp>
        <p:nvSpPr>
          <p:cNvPr id="88068" name="Header Placeholder 3"/>
          <p:cNvSpPr>
            <a:spLocks noGrp="1"/>
          </p:cNvSpPr>
          <p:nvPr>
            <p:ph type="hdr" sz="quarter"/>
          </p:nvPr>
        </p:nvSpPr>
        <p:spPr/>
        <p:txBody>
          <a:bodyPr/>
          <a:lstStyle/>
          <a:p>
            <a:pPr>
              <a:defRPr/>
            </a:pPr>
            <a:r>
              <a:rPr lang="en-US" dirty="0" smtClean="0"/>
              <a:t>*</a:t>
            </a:r>
            <a:endParaRPr lang="en-US" sz="1200" dirty="0" smtClean="0"/>
          </a:p>
        </p:txBody>
      </p:sp>
      <p:sp>
        <p:nvSpPr>
          <p:cNvPr id="8806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807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807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Slide Image Placeholder 1"/>
          <p:cNvSpPr>
            <a:spLocks noGrp="1" noRot="1" noChangeAspect="1" noTextEdit="1"/>
          </p:cNvSpPr>
          <p:nvPr>
            <p:ph type="sldImg"/>
          </p:nvPr>
        </p:nvSpPr>
        <p:spPr>
          <a:ln/>
        </p:spPr>
      </p:sp>
      <p:sp>
        <p:nvSpPr>
          <p:cNvPr id="167938" name="Notes Placeholder 2"/>
          <p:cNvSpPr>
            <a:spLocks noGrp="1"/>
          </p:cNvSpPr>
          <p:nvPr>
            <p:ph type="body" idx="1"/>
          </p:nvPr>
        </p:nvSpPr>
        <p:spPr>
          <a:noFill/>
          <a:ln/>
        </p:spPr>
        <p:txBody>
          <a:bodyPr/>
          <a:lstStyle/>
          <a:p>
            <a:endParaRPr lang="en-US" dirty="0" smtClean="0"/>
          </a:p>
        </p:txBody>
      </p:sp>
      <p:sp>
        <p:nvSpPr>
          <p:cNvPr id="88068" name="Header Placeholder 3"/>
          <p:cNvSpPr>
            <a:spLocks noGrp="1"/>
          </p:cNvSpPr>
          <p:nvPr>
            <p:ph type="hdr" sz="quarter"/>
          </p:nvPr>
        </p:nvSpPr>
        <p:spPr/>
        <p:txBody>
          <a:bodyPr/>
          <a:lstStyle/>
          <a:p>
            <a:pPr>
              <a:defRPr/>
            </a:pPr>
            <a:r>
              <a:rPr lang="en-US" dirty="0" smtClean="0"/>
              <a:t>*</a:t>
            </a:r>
            <a:endParaRPr lang="en-US" sz="1200" dirty="0" smtClean="0"/>
          </a:p>
        </p:txBody>
      </p:sp>
      <p:sp>
        <p:nvSpPr>
          <p:cNvPr id="8806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807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807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Slide Image Placeholder 1"/>
          <p:cNvSpPr>
            <a:spLocks noGrp="1" noRot="1" noChangeAspect="1" noTextEdit="1"/>
          </p:cNvSpPr>
          <p:nvPr>
            <p:ph type="sldImg"/>
          </p:nvPr>
        </p:nvSpPr>
        <p:spPr>
          <a:ln/>
        </p:spPr>
      </p:sp>
      <p:sp>
        <p:nvSpPr>
          <p:cNvPr id="167938" name="Notes Placeholder 2"/>
          <p:cNvSpPr>
            <a:spLocks noGrp="1"/>
          </p:cNvSpPr>
          <p:nvPr>
            <p:ph type="body" idx="1"/>
          </p:nvPr>
        </p:nvSpPr>
        <p:spPr>
          <a:noFill/>
          <a:ln/>
        </p:spPr>
        <p:txBody>
          <a:bodyPr/>
          <a:lstStyle/>
          <a:p>
            <a:endParaRPr lang="en-US" dirty="0" smtClean="0"/>
          </a:p>
        </p:txBody>
      </p:sp>
      <p:sp>
        <p:nvSpPr>
          <p:cNvPr id="88068" name="Header Placeholder 3"/>
          <p:cNvSpPr>
            <a:spLocks noGrp="1"/>
          </p:cNvSpPr>
          <p:nvPr>
            <p:ph type="hdr" sz="quarter"/>
          </p:nvPr>
        </p:nvSpPr>
        <p:spPr/>
        <p:txBody>
          <a:bodyPr/>
          <a:lstStyle/>
          <a:p>
            <a:pPr>
              <a:defRPr/>
            </a:pPr>
            <a:r>
              <a:rPr lang="en-US" dirty="0" smtClean="0"/>
              <a:t>*</a:t>
            </a:r>
            <a:endParaRPr lang="en-US" sz="1200" dirty="0" smtClean="0"/>
          </a:p>
        </p:txBody>
      </p:sp>
      <p:sp>
        <p:nvSpPr>
          <p:cNvPr id="88069"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8070"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8071"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Slide Image Placeholder 1"/>
          <p:cNvSpPr>
            <a:spLocks noGrp="1" noRot="1" noChangeAspect="1" noTextEdit="1"/>
          </p:cNvSpPr>
          <p:nvPr>
            <p:ph type="sldImg"/>
          </p:nvPr>
        </p:nvSpPr>
        <p:spPr>
          <a:ln/>
        </p:spPr>
      </p:sp>
      <p:sp>
        <p:nvSpPr>
          <p:cNvPr id="169986" name="Notes Placeholder 2"/>
          <p:cNvSpPr>
            <a:spLocks noGrp="1"/>
          </p:cNvSpPr>
          <p:nvPr>
            <p:ph type="body" idx="1"/>
          </p:nvPr>
        </p:nvSpPr>
        <p:spPr>
          <a:noFill/>
          <a:ln/>
        </p:spPr>
        <p:txBody>
          <a:bodyPr/>
          <a:lstStyle/>
          <a:p>
            <a:endParaRPr lang="en-US" dirty="0" smtClean="0"/>
          </a:p>
        </p:txBody>
      </p:sp>
      <p:sp>
        <p:nvSpPr>
          <p:cNvPr id="89092" name="Header Placeholder 3"/>
          <p:cNvSpPr>
            <a:spLocks noGrp="1"/>
          </p:cNvSpPr>
          <p:nvPr>
            <p:ph type="hdr" sz="quarter"/>
          </p:nvPr>
        </p:nvSpPr>
        <p:spPr/>
        <p:txBody>
          <a:bodyPr/>
          <a:lstStyle/>
          <a:p>
            <a:pPr>
              <a:defRPr/>
            </a:pPr>
            <a:r>
              <a:rPr lang="en-US" dirty="0" smtClean="0"/>
              <a:t>*</a:t>
            </a:r>
            <a:endParaRPr lang="en-US" sz="1200" dirty="0" smtClean="0"/>
          </a:p>
        </p:txBody>
      </p:sp>
      <p:sp>
        <p:nvSpPr>
          <p:cNvPr id="89093"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89094"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89095"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Slide Image Placeholder 1"/>
          <p:cNvSpPr>
            <a:spLocks noGrp="1" noRot="1" noChangeAspect="1" noTextEdit="1"/>
          </p:cNvSpPr>
          <p:nvPr>
            <p:ph type="sldImg"/>
          </p:nvPr>
        </p:nvSpPr>
        <p:spPr>
          <a:ln/>
        </p:spPr>
      </p:sp>
      <p:sp>
        <p:nvSpPr>
          <p:cNvPr id="172034" name="Notes Placeholder 2"/>
          <p:cNvSpPr>
            <a:spLocks noGrp="1"/>
          </p:cNvSpPr>
          <p:nvPr>
            <p:ph type="body" idx="1"/>
          </p:nvPr>
        </p:nvSpPr>
        <p:spPr>
          <a:noFill/>
          <a:ln/>
        </p:spPr>
        <p:txBody>
          <a:bodyPr/>
          <a:lstStyle/>
          <a:p>
            <a:endParaRPr lang="en-US" dirty="0" smtClean="0"/>
          </a:p>
        </p:txBody>
      </p:sp>
      <p:sp>
        <p:nvSpPr>
          <p:cNvPr id="90116" name="Header Placeholder 3"/>
          <p:cNvSpPr>
            <a:spLocks noGrp="1"/>
          </p:cNvSpPr>
          <p:nvPr>
            <p:ph type="hdr" sz="quarter"/>
          </p:nvPr>
        </p:nvSpPr>
        <p:spPr/>
        <p:txBody>
          <a:bodyPr/>
          <a:lstStyle/>
          <a:p>
            <a:pPr>
              <a:defRPr/>
            </a:pPr>
            <a:r>
              <a:rPr lang="en-US" dirty="0" smtClean="0"/>
              <a:t>*</a:t>
            </a:r>
            <a:endParaRPr lang="en-US" sz="1200" dirty="0" smtClean="0"/>
          </a:p>
        </p:txBody>
      </p:sp>
      <p:sp>
        <p:nvSpPr>
          <p:cNvPr id="9011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9011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9011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Slide Image Placeholder 1"/>
          <p:cNvSpPr>
            <a:spLocks noGrp="1" noRot="1" noChangeAspect="1" noTextEdit="1"/>
          </p:cNvSpPr>
          <p:nvPr>
            <p:ph type="sldImg"/>
          </p:nvPr>
        </p:nvSpPr>
        <p:spPr>
          <a:ln/>
        </p:spPr>
      </p:sp>
      <p:sp>
        <p:nvSpPr>
          <p:cNvPr id="172034" name="Notes Placeholder 2"/>
          <p:cNvSpPr>
            <a:spLocks noGrp="1"/>
          </p:cNvSpPr>
          <p:nvPr>
            <p:ph type="body" idx="1"/>
          </p:nvPr>
        </p:nvSpPr>
        <p:spPr>
          <a:noFill/>
          <a:ln/>
        </p:spPr>
        <p:txBody>
          <a:bodyPr/>
          <a:lstStyle/>
          <a:p>
            <a:endParaRPr lang="en-US" dirty="0" smtClean="0"/>
          </a:p>
        </p:txBody>
      </p:sp>
      <p:sp>
        <p:nvSpPr>
          <p:cNvPr id="90116" name="Header Placeholder 3"/>
          <p:cNvSpPr>
            <a:spLocks noGrp="1"/>
          </p:cNvSpPr>
          <p:nvPr>
            <p:ph type="hdr" sz="quarter"/>
          </p:nvPr>
        </p:nvSpPr>
        <p:spPr/>
        <p:txBody>
          <a:bodyPr/>
          <a:lstStyle/>
          <a:p>
            <a:pPr>
              <a:defRPr/>
            </a:pPr>
            <a:r>
              <a:rPr lang="en-US" dirty="0" smtClean="0"/>
              <a:t>*</a:t>
            </a:r>
            <a:endParaRPr lang="en-US" sz="1200" dirty="0" smtClean="0"/>
          </a:p>
        </p:txBody>
      </p:sp>
      <p:sp>
        <p:nvSpPr>
          <p:cNvPr id="9011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9011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9011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Slide Image Placeholder 1"/>
          <p:cNvSpPr>
            <a:spLocks noGrp="1" noRot="1" noChangeAspect="1" noTextEdit="1"/>
          </p:cNvSpPr>
          <p:nvPr>
            <p:ph type="sldImg"/>
          </p:nvPr>
        </p:nvSpPr>
        <p:spPr>
          <a:ln/>
        </p:spPr>
      </p:sp>
      <p:sp>
        <p:nvSpPr>
          <p:cNvPr id="172034" name="Notes Placeholder 2"/>
          <p:cNvSpPr>
            <a:spLocks noGrp="1"/>
          </p:cNvSpPr>
          <p:nvPr>
            <p:ph type="body" idx="1"/>
          </p:nvPr>
        </p:nvSpPr>
        <p:spPr>
          <a:noFill/>
          <a:ln/>
        </p:spPr>
        <p:txBody>
          <a:bodyPr/>
          <a:lstStyle/>
          <a:p>
            <a:endParaRPr lang="en-US" dirty="0" smtClean="0"/>
          </a:p>
        </p:txBody>
      </p:sp>
      <p:sp>
        <p:nvSpPr>
          <p:cNvPr id="90116" name="Header Placeholder 3"/>
          <p:cNvSpPr>
            <a:spLocks noGrp="1"/>
          </p:cNvSpPr>
          <p:nvPr>
            <p:ph type="hdr" sz="quarter"/>
          </p:nvPr>
        </p:nvSpPr>
        <p:spPr/>
        <p:txBody>
          <a:bodyPr/>
          <a:lstStyle/>
          <a:p>
            <a:pPr>
              <a:defRPr/>
            </a:pPr>
            <a:r>
              <a:rPr lang="en-US" dirty="0" smtClean="0"/>
              <a:t>*</a:t>
            </a:r>
            <a:endParaRPr lang="en-US" sz="1200" dirty="0" smtClean="0"/>
          </a:p>
        </p:txBody>
      </p:sp>
      <p:sp>
        <p:nvSpPr>
          <p:cNvPr id="90117" name="Date Placeholder 4"/>
          <p:cNvSpPr>
            <a:spLocks noGrp="1"/>
          </p:cNvSpPr>
          <p:nvPr>
            <p:ph type="dt" sz="quarter" idx="1"/>
          </p:nvPr>
        </p:nvSpPr>
        <p:spPr/>
        <p:txBody>
          <a:bodyPr/>
          <a:lstStyle/>
          <a:p>
            <a:pPr>
              <a:defRPr/>
            </a:pPr>
            <a:r>
              <a:rPr lang="en-US" dirty="0" smtClean="0"/>
              <a:t>07/16/96</a:t>
            </a:r>
            <a:endParaRPr lang="en-US" sz="1200" dirty="0" smtClean="0"/>
          </a:p>
        </p:txBody>
      </p:sp>
      <p:sp>
        <p:nvSpPr>
          <p:cNvPr id="90118" name="Footer Placeholder 5"/>
          <p:cNvSpPr>
            <a:spLocks noGrp="1"/>
          </p:cNvSpPr>
          <p:nvPr>
            <p:ph type="ftr" sz="quarter" idx="4"/>
          </p:nvPr>
        </p:nvSpPr>
        <p:spPr/>
        <p:txBody>
          <a:bodyPr/>
          <a:lstStyle/>
          <a:p>
            <a:pPr>
              <a:defRPr/>
            </a:pPr>
            <a:r>
              <a:rPr lang="en-US" dirty="0" smtClean="0"/>
              <a:t>*</a:t>
            </a:r>
            <a:endParaRPr lang="en-US" sz="1200" dirty="0" smtClean="0"/>
          </a:p>
        </p:txBody>
      </p:sp>
      <p:sp>
        <p:nvSpPr>
          <p:cNvPr id="90119" name="Slide Number Placeholder 6"/>
          <p:cNvSpPr>
            <a:spLocks noGrp="1"/>
          </p:cNvSpPr>
          <p:nvPr>
            <p:ph type="sldNum" sz="quarter" idx="5"/>
          </p:nvPr>
        </p:nvSpPr>
        <p:spPr/>
        <p:txBody>
          <a:bodyPr/>
          <a:lstStyle/>
          <a:p>
            <a:pPr>
              <a:defRPr/>
            </a:pPr>
            <a:r>
              <a:rPr lang="en-US" dirty="0" smtClean="0"/>
              <a:t>##</a:t>
            </a:r>
            <a:endParaRPr lang="en-US" sz="1200"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xfrm>
            <a:off x="1185863" y="703263"/>
            <a:ext cx="4625975" cy="3468687"/>
          </a:xfrm>
          <a:ln/>
        </p:spPr>
      </p:sp>
      <p:sp>
        <p:nvSpPr>
          <p:cNvPr id="100354" name="Rectangle 3"/>
          <p:cNvSpPr>
            <a:spLocks noGrp="1" noChangeArrowheads="1"/>
          </p:cNvSpPr>
          <p:nvPr>
            <p:ph type="body" idx="1"/>
          </p:nvPr>
        </p:nvSpPr>
        <p:spPr>
          <a:noFill/>
          <a:ln/>
        </p:spPr>
        <p:txBody>
          <a:bodyPr lIns="92062" tIns="45223" rIns="92062" bIns="45223"/>
          <a:lstStyle/>
          <a:p>
            <a:endParaRPr lang="en-US" dirty="0"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672B18-CA00-47B9-A2B3-937E3591BDA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45981F6-CD9D-4A5F-87A1-23E8182A1546}"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81842CD-21BC-4C2A-95AF-5CE4146A59DE}"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AB0CEE5-3A49-4214-B874-EF36E97B8FC1}"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400637-52D4-40F5-A1D6-D4AA439157D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99B832-F223-4534-B9CF-6D6391C73940}"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AC6F71B-1864-4987-9D2F-AB735607B5B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7FFD8EC-1BC4-4ED8-A379-10F2B1CDEE50}"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C20840-A167-4FBD-900D-5FB0E058522D}"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29589F8-CD95-4ADF-939C-BF4D038E8308}"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5E199CC-17B6-41D1-AB9E-83F17E451228}"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87E1F01-2358-4955-B506-2D27167A4925}"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3EBC6E2-7798-43CD-8D58-74AFA50A74EE}"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5F5150-DFBA-43BE-9E94-292A22173D03}"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6DA41F8-B3A0-4A2D-BEA6-762845536611}"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49E5CA5-1621-4547-AA7E-99049CD2BEC4}"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1C2B7B4-4D27-456A-A5E2-D8513A1FC304}"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48D4B2B-D9F8-453F-815E-044B9FB115A3}"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1820F77-DC59-4538-993A-DF7E94671496}"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88C7B97-9EC4-4AED-A991-1CBD8CB0D7DD}"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F5CC8E6-1326-4E9C-85F5-272F358F02DC}"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72291F7-127A-48BB-802F-6D50CF8ECD47}" type="slidenum">
              <a:rPr lang="en-US"/>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CAB8545-8D23-4D54-B011-67E32F1E1420}" type="slidenum">
              <a:rPr lang="en-US"/>
              <a:pPr>
                <a:defRPr/>
              </a:pPr>
              <a:t>‹#›</a:t>
            </a:fld>
            <a:endParaRPr 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6B82AA1-0253-4438-9861-251ED4083826}" type="slidenum">
              <a:rPr lang="en-US"/>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BBF8180-5B3A-44E4-AC78-36FAA4A00A68}" type="slidenum">
              <a:rPr lang="en-US"/>
              <a:pPr>
                <a:defRPr/>
              </a:pPr>
              <a:t>‹#›</a:t>
            </a:fld>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125DCF8-8D0D-49E4-B2ED-8E9947EA663D}"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83220FED-C52D-49BF-B6C6-157E15E277E6}"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5BB8DCA-FD74-45CE-8496-08FBBCD46989}"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C857F35-0660-4231-853E-48D2DC3A688D}"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4EB683C-4BE2-4B52-8196-77DF81B90406}"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46A5F13-35BB-4CE0-ADBF-D3C3F063FD88}"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9EE3529-66AE-4BE4-8B82-39A71105C62B}"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9FA4603-38AD-4F26-92B2-99CC6DE91E94}"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140BFA7-DF07-4067-AF0E-B0D52E380E49}"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F8DBE8E-6151-403D-820C-BEC024E2E9DB}"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ADE2408-C500-46D9-BDC9-099592430CF7}" type="slidenum">
              <a:rPr lang="en-US"/>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266D4F2-361E-47F4-8633-9958BB33D9F6}" type="slidenum">
              <a:rPr lang="en-US"/>
              <a:pPr>
                <a:defRPr/>
              </a:pPr>
              <a:t>‹#›</a:t>
            </a:fld>
            <a:endParaRPr lang="en-US"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9674A9E-A401-4826-8BFD-0F6E144B9826}" type="slidenum">
              <a:rPr lang="en-US"/>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4C969D3-9EC5-4D8F-8147-B578AFBB39FD}" type="slidenum">
              <a:rPr lang="en-US"/>
              <a:pPr>
                <a:defRPr/>
              </a:pPr>
              <a:t>‹#›</a:t>
            </a:fld>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154A76A1-01C4-4253-9BF5-A2616A09AFDA}" type="slidenum">
              <a:rPr lang="en-US"/>
              <a:pPr>
                <a:defRPr/>
              </a:pPr>
              <a:t>‹#›</a:t>
            </a:fld>
            <a:endParaRPr lang="en-US" dirty="0"/>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430EB67-EF41-4D0D-9BED-E4E8493CF0DC}" type="slidenum">
              <a:rPr lang="en-US"/>
              <a:pPr>
                <a:defRPr/>
              </a:pPr>
              <a:t>‹#›</a:t>
            </a:fld>
            <a:endParaRPr lang="en-US" dirty="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E1540E7-9A83-4CB2-87F6-F021C2D4E308}" type="slidenum">
              <a:rPr lang="en-US"/>
              <a:pPr>
                <a:defRPr/>
              </a:pPr>
              <a:t>‹#›</a:t>
            </a:fld>
            <a:endParaRPr lang="en-US" dirty="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3DCC85-E28A-4136-80B6-A03BE8624610}" type="slidenum">
              <a:rPr lang="en-US"/>
              <a:pPr>
                <a:defRPr/>
              </a:pPr>
              <a:t>‹#›</a:t>
            </a:fld>
            <a:endParaRPr lang="en-US" dirty="0"/>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155D103-C265-4B83-AB4C-EEB1DF0F95DD}" type="slidenum">
              <a:rPr lang="en-US"/>
              <a:pPr>
                <a:defRPr/>
              </a:pPr>
              <a:t>‹#›</a:t>
            </a:fld>
            <a:endParaRPr lang="en-US" dirty="0"/>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DDA7DAE-1CC3-4688-9C4B-0B02206FD35B}" type="slidenum">
              <a:rPr lang="en-US"/>
              <a:pPr>
                <a:defRPr/>
              </a:pPr>
              <a:t>‹#›</a:t>
            </a:fld>
            <a:endParaRPr lang="en-US" dirty="0"/>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C1913C3-1FF2-42BB-8251-1647D70EA79B}" type="slidenum">
              <a:rPr lang="en-US"/>
              <a:pPr>
                <a:defRPr/>
              </a:pPr>
              <a:t>‹#›</a:t>
            </a:fld>
            <a:endParaRPr lang="en-US" dirty="0"/>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AEA883-DF87-4022-9C6A-266E032F48AC}" type="slidenum">
              <a:rPr lang="en-US"/>
              <a:pPr>
                <a:defRPr/>
              </a:pPr>
              <a:t>‹#›</a:t>
            </a:fld>
            <a:endParaRPr lang="en-US" dirty="0"/>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7360A7E-5229-40C9-8693-D7426273D345}" type="slidenum">
              <a:rPr lang="en-US"/>
              <a:pPr>
                <a:defRPr/>
              </a:pPr>
              <a:t>‹#›</a:t>
            </a:fld>
            <a:endParaRPr lang="en-US" dirty="0"/>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46603BA-CE8D-4BA8-BA35-735A664D71F9}" type="slidenum">
              <a:rPr lang="en-US"/>
              <a:pPr>
                <a:defRPr/>
              </a:pPr>
              <a:t>‹#›</a:t>
            </a:fld>
            <a:endParaRPr lang="en-US" dirty="0"/>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2813C20E-77C3-42BB-8B96-3E9DB14CC8E2}" type="slidenum">
              <a:rPr lang="en-US"/>
              <a:pPr>
                <a:defRPr/>
              </a:pPr>
              <a:t>‹#›</a:t>
            </a:fld>
            <a:endParaRPr lang="en-US" dirty="0"/>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9071683B-5E92-4771-98A4-0957D8237343}" type="slidenum">
              <a:rPr lang="en-US"/>
              <a:pPr>
                <a:defRPr/>
              </a:pPr>
              <a:t>‹#›</a:t>
            </a:fld>
            <a:endParaRPr lang="en-US" dirty="0"/>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9CB30CE-09E0-4522-9FE3-54AEF0A67231}" type="slidenum">
              <a:rPr lang="en-US"/>
              <a:pPr>
                <a:defRPr/>
              </a:pPr>
              <a:t>‹#›</a:t>
            </a:fld>
            <a:endParaRPr lang="en-US" dirty="0"/>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46B7DBD-949D-45B8-8796-536BE154992D}" type="slidenum">
              <a:rPr lang="en-US"/>
              <a:pPr>
                <a:defRPr/>
              </a:pPr>
              <a:t>‹#›</a:t>
            </a:fld>
            <a:endParaRPr lang="en-US" dirty="0"/>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197BBBF-1601-4009-96D3-4561EAEC2E79}" type="slidenum">
              <a:rPr lang="en-US"/>
              <a:pPr>
                <a:defRPr/>
              </a:pPr>
              <a:t>‹#›</a:t>
            </a:fld>
            <a:endParaRPr lang="en-US" dirty="0"/>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CC6067C-3E8E-4D66-B87E-345BD5EDB41D}" type="slidenum">
              <a:rPr lang="en-US"/>
              <a:pPr>
                <a:defRPr/>
              </a:pPr>
              <a:t>‹#›</a:t>
            </a:fld>
            <a:endParaRPr lang="en-US" dirty="0"/>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980E7EE-7DFB-4E2D-887F-73054042FC34}" type="slidenum">
              <a:rPr lang="en-US"/>
              <a:pPr>
                <a:defRPr/>
              </a:pPr>
              <a:t>‹#›</a:t>
            </a:fld>
            <a:endParaRPr lang="en-US" dirty="0"/>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909F0A8-4A37-48A0-A7E3-F35A1C6CC2A6}" type="slidenum">
              <a:rPr lang="en-US"/>
              <a:pPr>
                <a:defRPr/>
              </a:pPr>
              <a:t>‹#›</a:t>
            </a:fld>
            <a:endParaRPr lang="en-US" dirty="0"/>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ECF357D-EBE8-4DD9-9020-D3B88CF4581A}" type="slidenum">
              <a:rPr lang="en-US"/>
              <a:pPr>
                <a:defRPr/>
              </a:pPr>
              <a:t>‹#›</a:t>
            </a:fld>
            <a:endParaRPr lang="en-US" dirty="0"/>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EA918CB-DAA5-401A-BD2B-32F02A70CA6F}" type="slidenum">
              <a:rPr lang="en-US"/>
              <a:pPr>
                <a:defRPr/>
              </a:pPr>
              <a:t>‹#›</a:t>
            </a:fld>
            <a:endParaRPr lang="en-US" dirty="0"/>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BD3EBF7-57A8-4562-8074-05FC84579D8B}" type="slidenum">
              <a:rPr lang="en-US"/>
              <a:pPr>
                <a:defRPr/>
              </a:pPr>
              <a:t>‹#›</a:t>
            </a:fld>
            <a:endParaRPr lang="en-US" dirty="0"/>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09C779B8-4BC7-45B8-B452-2235B56C088A}" type="slidenum">
              <a:rPr lang="en-US"/>
              <a:pPr>
                <a:defRPr/>
              </a:pPr>
              <a:t>‹#›</a:t>
            </a:fld>
            <a:endParaRPr lang="en-US" dirty="0"/>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65C23E7-6E4C-4407-9495-1076819F1D1F}" type="slidenum">
              <a:rPr lang="en-US"/>
              <a:pPr>
                <a:defRPr/>
              </a:pPr>
              <a:t>‹#›</a:t>
            </a:fld>
            <a:endParaRPr lang="en-US" dirty="0"/>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8D2AAE6-8C46-4635-ABBF-91AD9D45495B}" type="slidenum">
              <a:rPr lang="en-US"/>
              <a:pPr>
                <a:defRPr/>
              </a:pPr>
              <a:t>‹#›</a:t>
            </a:fld>
            <a:endParaRPr lang="en-US" dirty="0"/>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C0A559A-75E4-4F76-8FE0-D09A740328B3}" type="slidenum">
              <a:rPr lang="en-US"/>
              <a:pPr>
                <a:defRPr/>
              </a:pPr>
              <a:t>‹#›</a:t>
            </a:fld>
            <a:endParaRPr lang="en-US" dirty="0"/>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A363C8-DF8E-4EF2-86EC-2C924460BD27}" type="slidenum">
              <a:rPr lang="en-US"/>
              <a:pPr>
                <a:defRPr/>
              </a:pPr>
              <a:t>‹#›</a:t>
            </a:fld>
            <a:endParaRPr lang="en-US" dirty="0"/>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E839710-E884-41E7-A772-E626858EC09C}" type="slidenum">
              <a:rPr lang="en-US"/>
              <a:pPr>
                <a:defRPr/>
              </a:pPr>
              <a:t>‹#›</a:t>
            </a:fld>
            <a:endParaRPr lang="en-US" dirty="0"/>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3CA463C-682A-462A-B338-61CEE47BDE81}" type="slidenum">
              <a:rPr lang="en-US"/>
              <a:pPr>
                <a:defRPr/>
              </a:pPr>
              <a:t>‹#›</a:t>
            </a:fld>
            <a:endParaRPr lang="en-US" dirty="0"/>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E4336D9-F5AB-45BC-AA5B-6879DCBFA5A1}" type="slidenum">
              <a:rPr lang="en-US"/>
              <a:pPr>
                <a:defRPr/>
              </a:pPr>
              <a:t>‹#›</a:t>
            </a:fld>
            <a:endParaRPr lang="en-US" dirty="0"/>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3ACEDB9-BCD9-4AE9-917C-9CD97C27A496}" type="slidenum">
              <a:rPr lang="en-US"/>
              <a:pPr>
                <a:defRPr/>
              </a:pPr>
              <a:t>‹#›</a:t>
            </a:fld>
            <a:endParaRPr lang="en-US" dirty="0"/>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801C6E-D96F-48FC-98C3-E1AC70052946}" type="slidenum">
              <a:rPr lang="en-US"/>
              <a:pPr>
                <a:defRPr/>
              </a:pPr>
              <a:t>‹#›</a:t>
            </a:fld>
            <a:endParaRPr lang="en-US" dirty="0"/>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78C8041A-B71D-416F-AA72-F1D69EFCF308}" type="slidenum">
              <a:rPr lang="en-US"/>
              <a:pPr>
                <a:defRPr/>
              </a:pPr>
              <a:t>‹#›</a:t>
            </a:fld>
            <a:endParaRPr lang="en-US" dirty="0"/>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1D7F9641-8088-4FBB-80E6-56D7C3839C33}" type="slidenum">
              <a:rPr lang="en-US"/>
              <a:pPr>
                <a:defRPr/>
              </a:pPr>
              <a:t>‹#›</a:t>
            </a:fld>
            <a:endParaRPr lang="en-US" dirty="0"/>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A1884029-ABDC-4C75-804A-5D4AF2508C09}" type="slidenum">
              <a:rPr lang="en-US"/>
              <a:pPr>
                <a:defRPr/>
              </a:pPr>
              <a:t>‹#›</a:t>
            </a:fld>
            <a:endParaRPr lang="en-US" dirty="0"/>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CAC5E94-978D-4F02-B8F2-97989D43BDD4}" type="slidenum">
              <a:rPr lang="en-US"/>
              <a:pPr>
                <a:defRPr/>
              </a:pPr>
              <a:t>‹#›</a:t>
            </a:fld>
            <a:endParaRPr lang="en-US" dirty="0"/>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4A1150C-345F-499B-9970-5765A35EAC04}" type="slidenum">
              <a:rPr lang="en-US"/>
              <a:pPr>
                <a:defRPr/>
              </a:pPr>
              <a:t>‹#›</a:t>
            </a:fld>
            <a:endParaRPr lang="en-US" dirty="0"/>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152FD9D-802D-42ED-90AE-87D1BDEF9C82}" type="slidenum">
              <a:rPr lang="en-US"/>
              <a:pPr>
                <a:defRPr/>
              </a:pPr>
              <a:t>‹#›</a:t>
            </a:fld>
            <a:endParaRPr lang="en-US" dirty="0"/>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A02DE13-222E-4AE8-A1BB-1CAA55C28E67}" type="slidenum">
              <a:rPr lang="en-US"/>
              <a:pPr>
                <a:defRPr/>
              </a:pPr>
              <a:t>‹#›</a:t>
            </a:fld>
            <a:endParaRPr lang="en-US" dirty="0"/>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endParaRPr lang="en-US"/>
          </a:p>
        </p:txBody>
      </p:sp>
      <p:sp>
        <p:nvSpPr>
          <p:cNvPr id="8" name="Slide Number Placeholder 7"/>
          <p:cNvSpPr>
            <a:spLocks noGrp="1"/>
          </p:cNvSpPr>
          <p:nvPr>
            <p:ph type="sldNum" sz="quarter" idx="11"/>
          </p:nvPr>
        </p:nvSpPr>
        <p:spPr/>
        <p:txBody>
          <a:bodyPr/>
          <a:lstStyle/>
          <a:p>
            <a:pPr>
              <a:defRPr/>
            </a:pPr>
            <a:fld id="{4C467257-E832-4478-B490-5B033862A145}" type="slidenum">
              <a:rPr lang="en-US" smtClean="0"/>
              <a:pPr>
                <a:defRPr/>
              </a:pPr>
              <a:t>‹#›</a:t>
            </a:fld>
            <a:endParaRPr lang="en-US" dirty="0"/>
          </a:p>
        </p:txBody>
      </p:sp>
      <p:sp>
        <p:nvSpPr>
          <p:cNvPr id="9" name="Footer Placeholder 8"/>
          <p:cNvSpPr>
            <a:spLocks noGrp="1"/>
          </p:cNvSpPr>
          <p:nvPr>
            <p:ph type="ftr" sz="quarter" idx="12"/>
          </p:nvPr>
        </p:nvSpPr>
        <p:spPr/>
        <p:txBody>
          <a:bodyPr/>
          <a:lstStyle/>
          <a:p>
            <a:pPr>
              <a:defRPr/>
            </a:pPr>
            <a:r>
              <a:rPr lang="en-US" smtClean="0"/>
              <a:t>Copyright © 2012 Pearson Education, Inc. Publishing as Prentice Hall</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Footer Placeholder 4"/>
          <p:cNvSpPr>
            <a:spLocks noGrp="1"/>
          </p:cNvSpPr>
          <p:nvPr>
            <p:ph type="ftr" sz="quarter" idx="11"/>
          </p:nvPr>
        </p:nvSpPr>
        <p:spPr>
          <a:xfrm>
            <a:off x="659165" y="6477000"/>
            <a:ext cx="5665435" cy="24447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eaLnBrk="1" latinLnBrk="0" hangingPunct="1"/>
              <a:t>‹#›</a:t>
            </a:fld>
            <a:endParaRPr kumimoji="0"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kumimoji="0" lang="en-US" smtClean="0"/>
              <a:t>Copyright © 2012 Pearson Education, Inc. Publishing as Prentice Hall</a:t>
            </a:r>
            <a:endParaRPr kumimoji="0" lang="en-US"/>
          </a:p>
        </p:txBody>
      </p:sp>
      <p:sp>
        <p:nvSpPr>
          <p:cNvPr id="6" name="Slide Number Placeholder 5"/>
          <p:cNvSpPr>
            <a:spLocks noGrp="1"/>
          </p:cNvSpPr>
          <p:nvPr>
            <p:ph type="sldNum" sz="quarter" idx="12"/>
          </p:nvPr>
        </p:nvSpPr>
        <p:spPr/>
        <p:txBody>
          <a:bodyPr/>
          <a:lstStyle/>
          <a:p>
            <a:pPr>
              <a:defRPr/>
            </a:pPr>
            <a:fld id="{11625734-4DC8-41BB-B315-E2E1BFA14A2D}" type="slidenum">
              <a:rPr lang="en-US" smtClean="0"/>
              <a:pPr>
                <a:defRPr/>
              </a:pPr>
              <a:t>‹#›</a:t>
            </a:fld>
            <a:endParaRPr lang="en-US"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6" name="Footer Placeholder 5"/>
          <p:cNvSpPr>
            <a:spLocks noGrp="1"/>
          </p:cNvSpPr>
          <p:nvPr>
            <p:ph type="ftr" sz="quarter" idx="11"/>
          </p:nvPr>
        </p:nvSpPr>
        <p:spPr>
          <a:xfrm>
            <a:off x="659165" y="6400800"/>
            <a:ext cx="6046435" cy="320675"/>
          </a:xfrm>
        </p:spPr>
        <p:txBody>
          <a:bodyPr/>
          <a:lstStyle/>
          <a:p>
            <a:pPr>
              <a:defRPr/>
            </a:pPr>
            <a:r>
              <a:rPr lang="en-US"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ADECFD27-E205-4F2F-9A8F-1FE9A8E016E3}" type="slidenum">
              <a:rPr lang="en-US" smtClean="0"/>
              <a:pPr>
                <a:defRPr/>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Footer Placeholder 7"/>
          <p:cNvSpPr>
            <a:spLocks noGrp="1"/>
          </p:cNvSpPr>
          <p:nvPr>
            <p:ph type="ftr" sz="quarter" idx="11"/>
          </p:nvPr>
        </p:nvSpPr>
        <p:spPr>
          <a:xfrm>
            <a:off x="659165" y="6356350"/>
            <a:ext cx="7265635" cy="365125"/>
          </a:xfrm>
        </p:spPr>
        <p:txBody>
          <a:bodyPr/>
          <a:lstStyle/>
          <a:p>
            <a:pPr>
              <a:defRPr/>
            </a:pPr>
            <a:r>
              <a:rPr lang="en-US" smtClean="0"/>
              <a:t>Copyright © 2012 Pearson Education, Inc. Publishing as Prentice Hall</a:t>
            </a:r>
            <a:endParaRPr lang="en-US" dirty="0"/>
          </a:p>
        </p:txBody>
      </p:sp>
      <p:sp>
        <p:nvSpPr>
          <p:cNvPr id="9" name="Slide Number Placeholder 8"/>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1"/>
          </p:nvPr>
        </p:nvSpPr>
        <p:spPr>
          <a:xfrm>
            <a:off x="659165" y="6356350"/>
            <a:ext cx="7113235" cy="365125"/>
          </a:xfrm>
        </p:spPr>
        <p:txBody>
          <a:bodyPr/>
          <a:lstStyle/>
          <a:p>
            <a:pPr>
              <a:defRPr/>
            </a:pPr>
            <a:r>
              <a:rPr lang="en-US" smtClean="0"/>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pPr>
              <a:defRPr/>
            </a:pPr>
            <a:fld id="{C08AE460-6C33-432D-98AF-D0A31A72975B}" type="slidenum">
              <a:rPr lang="en-US" smtClean="0"/>
              <a:pPr>
                <a:defRPr/>
              </a:pPr>
              <a:t>‹#›</a:t>
            </a:fld>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Copyright © 2012 Pearson Education, Inc. Publishing as Prentice Hall</a:t>
            </a:r>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341835" cy="365125"/>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418035" cy="365125"/>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5410200"/>
            <a:ext cx="7772400" cy="594360"/>
          </a:xfrm>
        </p:spPr>
        <p:txBody>
          <a:bodyPr anchor="b"/>
          <a:lstStyle>
            <a:lvl1pPr algn="ctr">
              <a:defRPr sz="2200" b="1"/>
            </a:lvl1pPr>
          </a:lstStyle>
          <a:p>
            <a:r>
              <a:rPr lang="en-US" smtClean="0"/>
              <a:t>Click to edit Master title style</a:t>
            </a:r>
            <a:endParaRPr lang="en-US" dirty="0"/>
          </a:p>
        </p:txBody>
      </p:sp>
      <p:sp>
        <p:nvSpPr>
          <p:cNvPr id="6" name="Footer Placeholder 5"/>
          <p:cNvSpPr>
            <a:spLocks noGrp="1"/>
          </p:cNvSpPr>
          <p:nvPr>
            <p:ph type="ftr" sz="quarter" idx="11"/>
          </p:nvPr>
        </p:nvSpPr>
        <p:spPr>
          <a:xfrm>
            <a:off x="304800" y="6324600"/>
            <a:ext cx="7848600" cy="365760"/>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35184BC9-E88D-4E64-AE5A-8E8E8897FE73}" type="slidenum">
              <a:rPr lang="en-US" smtClean="0"/>
              <a:pPr>
                <a:defRPr/>
              </a:pPr>
              <a:t>‹#›</a:t>
            </a:fld>
            <a:endParaRPr lang="en-US" dirty="0"/>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9" name="Slide Number Placeholder 8"/>
          <p:cNvSpPr>
            <a:spLocks noGrp="1"/>
          </p:cNvSpPr>
          <p:nvPr>
            <p:ph type="sldNum" sz="quarter" idx="11"/>
          </p:nvPr>
        </p:nvSpPr>
        <p:spPr/>
        <p:txBody>
          <a:bodyPr/>
          <a:lstStyle/>
          <a:p>
            <a:pPr>
              <a:defRPr/>
            </a:pPr>
            <a:fld id="{0D3CC13B-E2EF-47BB-B3FF-09D7E675F32E}" type="slidenum">
              <a:rPr lang="en-US" smtClean="0"/>
              <a:pPr>
                <a:defRPr/>
              </a:pPr>
              <a:t>‹#›</a:t>
            </a:fld>
            <a:endParaRPr lang="en-US" dirty="0"/>
          </a:p>
        </p:txBody>
      </p:sp>
      <p:sp>
        <p:nvSpPr>
          <p:cNvPr id="10" name="Footer Placeholder 9"/>
          <p:cNvSpPr>
            <a:spLocks noGrp="1"/>
          </p:cNvSpPr>
          <p:nvPr>
            <p:ph type="ftr" sz="quarter" idx="12"/>
          </p:nvPr>
        </p:nvSpPr>
        <p:spPr>
          <a:xfrm>
            <a:off x="381000" y="6324600"/>
            <a:ext cx="7696200" cy="365760"/>
          </a:xfrm>
        </p:spPr>
        <p:txBody>
          <a:bodyPr/>
          <a:lstStyle/>
          <a:p>
            <a:pPr>
              <a:defRPr/>
            </a:pPr>
            <a:r>
              <a:rPr lang="en-US" dirty="0" smtClean="0"/>
              <a:t>Copyright © 2012 Pearson Education, Inc. Publishing as Prentice Hall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4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BC2AE529-F438-4BCD-8C30-F4B4DA3443E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4" r:id="rId1"/>
    <p:sldLayoutId id="2147483763" r:id="rId2"/>
    <p:sldLayoutId id="2147483762" r:id="rId3"/>
    <p:sldLayoutId id="2147483761" r:id="rId4"/>
    <p:sldLayoutId id="2147483760" r:id="rId5"/>
    <p:sldLayoutId id="2147483759" r:id="rId6"/>
    <p:sldLayoutId id="2147483758" r:id="rId7"/>
    <p:sldLayoutId id="2147483757" r:id="rId8"/>
    <p:sldLayoutId id="2147483756" r:id="rId9"/>
    <p:sldLayoutId id="2147483755" r:id="rId10"/>
    <p:sldLayoutId id="2147483754" r:id="rId11"/>
  </p:sldLayoutIdLst>
  <p:transition/>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253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0BDF16DF-55C7-405E-B630-101528E3D10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75" r:id="rId1"/>
    <p:sldLayoutId id="2147483774" r:id="rId2"/>
    <p:sldLayoutId id="2147483773" r:id="rId3"/>
    <p:sldLayoutId id="2147483772" r:id="rId4"/>
    <p:sldLayoutId id="2147483771" r:id="rId5"/>
    <p:sldLayoutId id="2147483770" r:id="rId6"/>
    <p:sldLayoutId id="2147483769" r:id="rId7"/>
    <p:sldLayoutId id="2147483768" r:id="rId8"/>
    <p:sldLayoutId id="2147483767" r:id="rId9"/>
    <p:sldLayoutId id="2147483766" r:id="rId10"/>
    <p:sldLayoutId id="2147483765"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8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48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D1E967-BE6C-4613-B5D5-7F48702C2FA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6" r:id="rId1"/>
    <p:sldLayoutId id="2147483785" r:id="rId2"/>
    <p:sldLayoutId id="2147483784" r:id="rId3"/>
    <p:sldLayoutId id="2147483783" r:id="rId4"/>
    <p:sldLayoutId id="2147483782" r:id="rId5"/>
    <p:sldLayoutId id="2147483781" r:id="rId6"/>
    <p:sldLayoutId id="2147483780" r:id="rId7"/>
    <p:sldLayoutId id="2147483779" r:id="rId8"/>
    <p:sldLayoutId id="2147483778" r:id="rId9"/>
    <p:sldLayoutId id="2147483777" r:id="rId10"/>
    <p:sldLayoutId id="2147483776"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710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710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6FC7868D-58DA-4536-B00F-2A3965CB12BA}"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97" r:id="rId1"/>
    <p:sldLayoutId id="2147483796" r:id="rId2"/>
    <p:sldLayoutId id="2147483795" r:id="rId3"/>
    <p:sldLayoutId id="2147483794" r:id="rId4"/>
    <p:sldLayoutId id="2147483793" r:id="rId5"/>
    <p:sldLayoutId id="2147483792" r:id="rId6"/>
    <p:sldLayoutId id="2147483791" r:id="rId7"/>
    <p:sldLayoutId id="2147483790" r:id="rId8"/>
    <p:sldLayoutId id="2147483789" r:id="rId9"/>
    <p:sldLayoutId id="2147483788" r:id="rId10"/>
    <p:sldLayoutId id="2147483787"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93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939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4CFC36D7-9866-447F-9534-382343A8BC5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8" r:id="rId1"/>
    <p:sldLayoutId id="2147483807" r:id="rId2"/>
    <p:sldLayoutId id="2147483806" r:id="rId3"/>
    <p:sldLayoutId id="2147483805" r:id="rId4"/>
    <p:sldLayoutId id="2147483804" r:id="rId5"/>
    <p:sldLayoutId id="2147483803" r:id="rId6"/>
    <p:sldLayoutId id="2147483802" r:id="rId7"/>
    <p:sldLayoutId id="2147483801" r:id="rId8"/>
    <p:sldLayoutId id="2147483800" r:id="rId9"/>
    <p:sldLayoutId id="2147483799" r:id="rId10"/>
    <p:sldLayoutId id="2147483798"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68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68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6728FA-F189-4232-822B-572A04F1278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9" r:id="rId1"/>
    <p:sldLayoutId id="2147483818" r:id="rId2"/>
    <p:sldLayoutId id="2147483817" r:id="rId3"/>
    <p:sldLayoutId id="2147483816" r:id="rId4"/>
    <p:sldLayoutId id="2147483815" r:id="rId5"/>
    <p:sldLayoutId id="2147483814" r:id="rId6"/>
    <p:sldLayoutId id="2147483813" r:id="rId7"/>
    <p:sldLayoutId id="2147483812" r:id="rId8"/>
    <p:sldLayoutId id="2147483811" r:id="rId9"/>
    <p:sldLayoutId id="2147483810" r:id="rId10"/>
    <p:sldLayoutId id="2147483809"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397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397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2098B8F3-AEA4-42AA-90E7-84C2CB2A4B3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9" r:id="rId2"/>
    <p:sldLayoutId id="2147483828" r:id="rId3"/>
    <p:sldLayoutId id="2147483827" r:id="rId4"/>
    <p:sldLayoutId id="2147483826" r:id="rId5"/>
    <p:sldLayoutId id="2147483825" r:id="rId6"/>
    <p:sldLayoutId id="2147483824" r:id="rId7"/>
    <p:sldLayoutId id="2147483823" r:id="rId8"/>
    <p:sldLayoutId id="2147483822" r:id="rId9"/>
    <p:sldLayoutId id="2147483821" r:id="rId10"/>
    <p:sldLayoutId id="2147483820"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dirty="0"/>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BC2AE529-F438-4BCD-8C30-F4B4DA3443E6}" type="slidenum">
              <a:rPr lang="en-US" smtClean="0"/>
              <a:pPr>
                <a:defRPr/>
              </a:pPr>
              <a:t>‹#›</a:t>
            </a:fld>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42" r:id="rId12"/>
    <p:sldLayoutId id="2147483843" r:id="rId13"/>
  </p:sldLayoutIdLst>
  <p:hf hd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8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9.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9.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5.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0.xml"/><Relationship Id="rId1" Type="http://schemas.openxmlformats.org/officeDocument/2006/relationships/slideLayout" Target="../slideLayouts/slideLayout7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3.xml"/><Relationship Id="rId1" Type="http://schemas.openxmlformats.org/officeDocument/2006/relationships/slideLayout" Target="../slideLayouts/slideLayout8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5.xml"/><Relationship Id="rId1" Type="http://schemas.openxmlformats.org/officeDocument/2006/relationships/slideLayout" Target="../slideLayouts/slideLayout8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7.xml"/><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1.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1.xml"/><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1.xml"/></Relationships>
</file>

<file path=ppt/slides/_rels/slide4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5.xml"/><Relationship Id="rId1" Type="http://schemas.openxmlformats.org/officeDocument/2006/relationships/slideLayout" Target="../slideLayouts/slideLayout81.xml"/></Relationships>
</file>

<file path=ppt/slides/_rels/slide4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6.xml"/><Relationship Id="rId1" Type="http://schemas.openxmlformats.org/officeDocument/2006/relationships/slideLayout" Target="../slideLayouts/slideLayout81.xml"/></Relationships>
</file>

<file path=ppt/slides/_rels/slide4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7.xml"/><Relationship Id="rId1" Type="http://schemas.openxmlformats.org/officeDocument/2006/relationships/slideLayout" Target="../slideLayouts/slideLayout8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9.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0.xml"/><Relationship Id="rId1" Type="http://schemas.openxmlformats.org/officeDocument/2006/relationships/slideLayout" Target="../slideLayouts/slideLayout7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9.xml"/></Relationships>
</file>

<file path=ppt/slides/_rels/slide5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4.xml"/><Relationship Id="rId1" Type="http://schemas.openxmlformats.org/officeDocument/2006/relationships/slideLayout" Target="../slideLayouts/slideLayout84.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0" y="0"/>
            <a:ext cx="9143999" cy="1600200"/>
          </a:xfrm>
        </p:spPr>
        <p:txBody>
          <a:bodyPr/>
          <a:lstStyle/>
          <a:p>
            <a:pPr algn="ctr"/>
            <a:r>
              <a:rPr lang="en-US" sz="4800" dirty="0" smtClean="0"/>
              <a:t>Computers Are Your Future</a:t>
            </a:r>
            <a:br>
              <a:rPr lang="en-US" sz="4800" dirty="0" smtClean="0"/>
            </a:br>
            <a:r>
              <a:rPr lang="en-US" sz="2800" dirty="0" smtClean="0"/>
              <a:t>Twelfth Edition</a:t>
            </a:r>
          </a:p>
        </p:txBody>
      </p:sp>
      <p:sp>
        <p:nvSpPr>
          <p:cNvPr id="98306" name="Content Placeholder 2"/>
          <p:cNvSpPr>
            <a:spLocks noGrp="1"/>
          </p:cNvSpPr>
          <p:nvPr>
            <p:ph idx="1"/>
          </p:nvPr>
        </p:nvSpPr>
        <p:spPr>
          <a:xfrm>
            <a:off x="685800" y="1981200"/>
            <a:ext cx="7772400" cy="4114800"/>
          </a:xfrm>
        </p:spPr>
        <p:txBody>
          <a:bodyPr/>
          <a:lstStyle/>
          <a:p>
            <a:pPr algn="ctr">
              <a:buFont typeface="Wingdings" pitchFamily="2" charset="2"/>
              <a:buNone/>
            </a:pPr>
            <a:r>
              <a:rPr lang="en-US" dirty="0" smtClean="0"/>
              <a:t>Chapter 8: Wired and Wireless Communication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2590800"/>
            <a:ext cx="3369889" cy="3867149"/>
          </a:xfrm>
          <a:prstGeom prst="rect">
            <a:avLst/>
          </a:prstGeom>
        </p:spPr>
      </p:pic>
      <p:sp>
        <p:nvSpPr>
          <p:cNvPr id="3" name="Footer Placeholder 2"/>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a:t>
            </a:fld>
            <a:endParaRPr kumimoji="0"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3"/>
          <p:cNvSpPr>
            <a:spLocks noGrp="1"/>
          </p:cNvSpPr>
          <p:nvPr>
            <p:ph type="title"/>
          </p:nvPr>
        </p:nvSpPr>
        <p:spPr/>
        <p:txBody>
          <a:bodyPr/>
          <a:lstStyle/>
          <a:p>
            <a:r>
              <a:rPr lang="en-US" dirty="0"/>
              <a:t>Wired and Wireless Communication</a:t>
            </a:r>
            <a:endParaRPr lang="en-US" dirty="0" smtClean="0"/>
          </a:p>
        </p:txBody>
      </p:sp>
      <p:pic>
        <p:nvPicPr>
          <p:cNvPr id="1027" name="Picture 3" descr="C:\Users\Tiffany\Documents\CAYF\To Edit\ppt_jpegs3\Ch8\ch08\08-29.jpg"/>
          <p:cNvPicPr>
            <a:picLocks noChangeAspect="1" noChangeArrowheads="1"/>
          </p:cNvPicPr>
          <p:nvPr/>
        </p:nvPicPr>
        <p:blipFill>
          <a:blip r:embed="rId3" cstate="print"/>
          <a:srcRect/>
          <a:stretch>
            <a:fillRect/>
          </a:stretch>
        </p:blipFill>
        <p:spPr bwMode="auto">
          <a:xfrm>
            <a:off x="1524000" y="1752600"/>
            <a:ext cx="5943600" cy="4386943"/>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C08AE460-6C33-432D-98AF-D0A31A72975B}" type="slidenum">
              <a:rPr lang="en-US" smtClean="0"/>
              <a:pPr>
                <a:defRPr/>
              </a:pPr>
              <a:t>2</a:t>
            </a:fld>
            <a:endParaRPr lang="en-US" dirty="0"/>
          </a:p>
        </p:txBody>
      </p:sp>
    </p:spTree>
    <p:extLst>
      <p:ext uri="{BB962C8B-B14F-4D97-AF65-F5344CB8AC3E}">
        <p14:creationId xmlns:p14="http://schemas.microsoft.com/office/powerpoint/2010/main" val="10895607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0" y="-17586"/>
            <a:ext cx="9144000" cy="1617785"/>
          </a:xfrm>
        </p:spPr>
        <p:txBody>
          <a:bodyPr lIns="92075" tIns="46038" rIns="92075" bIns="46038" anchor="b"/>
          <a:lstStyle/>
          <a:p>
            <a:pPr eaLnBrk="1" hangingPunct="1"/>
            <a:r>
              <a:rPr lang="en-US" dirty="0" smtClean="0"/>
              <a:t>Objectives </a:t>
            </a:r>
          </a:p>
        </p:txBody>
      </p:sp>
      <p:sp>
        <p:nvSpPr>
          <p:cNvPr id="102402" name="Rectangle 3"/>
          <p:cNvSpPr>
            <a:spLocks noGrp="1" noChangeArrowheads="1"/>
          </p:cNvSpPr>
          <p:nvPr>
            <p:ph type="body" idx="1"/>
          </p:nvPr>
        </p:nvSpPr>
        <p:spPr>
          <a:xfrm>
            <a:off x="685800" y="1676400"/>
            <a:ext cx="7772400" cy="4648200"/>
          </a:xfrm>
        </p:spPr>
        <p:txBody>
          <a:bodyPr lIns="182562" tIns="46038" rIns="182562" bIns="46038">
            <a:normAutofit lnSpcReduction="10000"/>
          </a:bodyPr>
          <a:lstStyle/>
          <a:p>
            <a:pPr eaLnBrk="1" hangingPunct="1"/>
            <a:r>
              <a:rPr lang="en-US" sz="3200" dirty="0" smtClean="0">
                <a:solidFill>
                  <a:schemeClr val="tx1"/>
                </a:solidFill>
                <a:latin typeface="Tahoma" pitchFamily="34" charset="0"/>
                <a:ea typeface="Tahoma" pitchFamily="34" charset="0"/>
                <a:cs typeface="Tahoma" pitchFamily="34" charset="0"/>
              </a:rPr>
              <a:t>Differentiate between </a:t>
            </a:r>
            <a:r>
              <a:rPr lang="en-US" sz="3200" i="1" dirty="0" smtClean="0">
                <a:solidFill>
                  <a:schemeClr val="tx1"/>
                </a:solidFill>
                <a:latin typeface="Tahoma" pitchFamily="34" charset="0"/>
                <a:ea typeface="Tahoma" pitchFamily="34" charset="0"/>
                <a:cs typeface="Tahoma" pitchFamily="34" charset="0"/>
              </a:rPr>
              <a:t>bandwidth</a:t>
            </a:r>
            <a:r>
              <a:rPr lang="en-US" sz="3200" dirty="0" smtClean="0">
                <a:solidFill>
                  <a:schemeClr val="tx1"/>
                </a:solidFill>
                <a:latin typeface="Tahoma" pitchFamily="34" charset="0"/>
                <a:ea typeface="Tahoma" pitchFamily="34" charset="0"/>
                <a:cs typeface="Tahoma" pitchFamily="34" charset="0"/>
              </a:rPr>
              <a:t> and </a:t>
            </a:r>
            <a:r>
              <a:rPr lang="en-US" sz="3200" i="1" dirty="0" smtClean="0">
                <a:solidFill>
                  <a:schemeClr val="tx1"/>
                </a:solidFill>
                <a:latin typeface="Tahoma" pitchFamily="34" charset="0"/>
                <a:ea typeface="Tahoma" pitchFamily="34" charset="0"/>
                <a:cs typeface="Tahoma" pitchFamily="34" charset="0"/>
              </a:rPr>
              <a:t>throughput</a:t>
            </a:r>
            <a:r>
              <a:rPr lang="en-US" sz="3200" dirty="0" smtClean="0">
                <a:solidFill>
                  <a:schemeClr val="tx1"/>
                </a:solidFill>
                <a:latin typeface="Tahoma" pitchFamily="34" charset="0"/>
                <a:ea typeface="Tahoma" pitchFamily="34" charset="0"/>
                <a:cs typeface="Tahoma" pitchFamily="34" charset="0"/>
              </a:rPr>
              <a:t>, and discuss the bandwidth needs of typical users.</a:t>
            </a:r>
          </a:p>
          <a:p>
            <a:pPr eaLnBrk="1" hangingPunct="1"/>
            <a:r>
              <a:rPr lang="en-US" sz="3200" dirty="0" smtClean="0">
                <a:solidFill>
                  <a:schemeClr val="tx1"/>
                </a:solidFill>
                <a:latin typeface="Tahoma" pitchFamily="34" charset="0"/>
                <a:ea typeface="Tahoma" pitchFamily="34" charset="0"/>
                <a:cs typeface="Tahoma" pitchFamily="34" charset="0"/>
              </a:rPr>
              <a:t>Discuss how modems transform digital computer signals into analog signals and analog into digital.</a:t>
            </a:r>
          </a:p>
          <a:p>
            <a:pPr eaLnBrk="1" hangingPunct="1"/>
            <a:r>
              <a:rPr lang="en-US" sz="3200" dirty="0" smtClean="0">
                <a:solidFill>
                  <a:schemeClr val="tx1"/>
                </a:solidFill>
                <a:latin typeface="Tahoma" pitchFamily="34" charset="0"/>
                <a:ea typeface="Tahoma" pitchFamily="34" charset="0"/>
                <a:cs typeface="Tahoma" pitchFamily="34" charset="0"/>
              </a:rPr>
              <a:t>List various physical and wireless transmission media and explain several transmission methods.</a:t>
            </a:r>
          </a:p>
          <a:p>
            <a:pPr eaLnBrk="1" hangingPunct="1">
              <a:buFont typeface="Wingdings" pitchFamily="2" charset="2"/>
              <a:buNone/>
            </a:pPr>
            <a:endParaRPr lang="en-US" sz="2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a:t>
            </a:fld>
            <a:endParaRPr kumimoji="0" lang="en-US"/>
          </a:p>
        </p:txBody>
      </p:sp>
    </p:spTree>
    <p:extLst>
      <p:ext uri="{BB962C8B-B14F-4D97-AF65-F5344CB8AC3E}">
        <p14:creationId xmlns:p14="http://schemas.microsoft.com/office/powerpoint/2010/main" val="12867460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p:cNvSpPr>
            <a:spLocks noGrp="1"/>
          </p:cNvSpPr>
          <p:nvPr>
            <p:ph type="title"/>
          </p:nvPr>
        </p:nvSpPr>
        <p:spPr>
          <a:xfrm>
            <a:off x="0" y="0"/>
            <a:ext cx="9144000" cy="1600200"/>
          </a:xfrm>
        </p:spPr>
        <p:txBody>
          <a:bodyPr/>
          <a:lstStyle/>
          <a:p>
            <a:r>
              <a:rPr lang="en-US" dirty="0" smtClean="0"/>
              <a:t>Objectives </a:t>
            </a:r>
          </a:p>
        </p:txBody>
      </p:sp>
      <p:sp>
        <p:nvSpPr>
          <p:cNvPr id="103426" name="Content Placeholder 2"/>
          <p:cNvSpPr>
            <a:spLocks noGrp="1"/>
          </p:cNvSpPr>
          <p:nvPr>
            <p:ph idx="1"/>
          </p:nvPr>
        </p:nvSpPr>
        <p:spPr>
          <a:xfrm>
            <a:off x="762000" y="1676400"/>
            <a:ext cx="7772400" cy="4495800"/>
          </a:xfrm>
        </p:spPr>
        <p:txBody>
          <a:bodyPr>
            <a:normAutofit lnSpcReduction="10000"/>
          </a:bodyPr>
          <a:lstStyle/>
          <a:p>
            <a:r>
              <a:rPr lang="en-US" sz="3200" dirty="0" smtClean="0">
                <a:solidFill>
                  <a:schemeClr val="tx1"/>
                </a:solidFill>
                <a:latin typeface="Tahoma" pitchFamily="34" charset="0"/>
                <a:ea typeface="Tahoma" pitchFamily="34" charset="0"/>
                <a:cs typeface="Tahoma" pitchFamily="34" charset="0"/>
              </a:rPr>
              <a:t>Explain the limitations of the public switched telephone network (PSTN) for sending and receiving computer data.</a:t>
            </a:r>
          </a:p>
          <a:p>
            <a:r>
              <a:rPr lang="en-US" sz="3200" dirty="0" smtClean="0">
                <a:solidFill>
                  <a:schemeClr val="tx1"/>
                </a:solidFill>
                <a:latin typeface="Tahoma" pitchFamily="34" charset="0"/>
                <a:ea typeface="Tahoma" pitchFamily="34" charset="0"/>
                <a:cs typeface="Tahoma" pitchFamily="34" charset="0"/>
              </a:rPr>
              <a:t>Describe </a:t>
            </a:r>
            <a:r>
              <a:rPr lang="en-US" sz="3200" dirty="0">
                <a:solidFill>
                  <a:schemeClr val="tx1"/>
                </a:solidFill>
                <a:latin typeface="Tahoma" pitchFamily="34" charset="0"/>
                <a:ea typeface="Tahoma" pitchFamily="34" charset="0"/>
                <a:cs typeface="Tahoma" pitchFamily="34" charset="0"/>
              </a:rPr>
              <a:t>digital </a:t>
            </a:r>
            <a:r>
              <a:rPr lang="en-US" sz="3200" dirty="0" smtClean="0">
                <a:solidFill>
                  <a:schemeClr val="tx1"/>
                </a:solidFill>
                <a:latin typeface="Tahoma" pitchFamily="34" charset="0"/>
                <a:ea typeface="Tahoma" pitchFamily="34" charset="0"/>
                <a:cs typeface="Tahoma" pitchFamily="34" charset="0"/>
              </a:rPr>
              <a:t>telephony and multiplexing, including their impact on line usage.</a:t>
            </a:r>
          </a:p>
          <a:p>
            <a:r>
              <a:rPr lang="en-US" sz="3200" dirty="0" smtClean="0">
                <a:solidFill>
                  <a:schemeClr val="tx1"/>
                </a:solidFill>
                <a:latin typeface="Tahoma" pitchFamily="34" charset="0"/>
                <a:ea typeface="Tahoma" pitchFamily="34" charset="0"/>
                <a:cs typeface="Tahoma" pitchFamily="34" charset="0"/>
              </a:rPr>
              <a:t>Discuss </a:t>
            </a:r>
            <a:r>
              <a:rPr lang="en-US" sz="3200" dirty="0">
                <a:solidFill>
                  <a:schemeClr val="tx1"/>
                </a:solidFill>
                <a:latin typeface="Tahoma" pitchFamily="34" charset="0"/>
                <a:ea typeface="Tahoma" pitchFamily="34" charset="0"/>
                <a:cs typeface="Tahoma" pitchFamily="34" charset="0"/>
              </a:rPr>
              <a:t>last-mile technologies that connect users with their communication providers.</a:t>
            </a:r>
          </a:p>
          <a:p>
            <a:endParaRPr lang="en-US" sz="3200" dirty="0" smtClean="0">
              <a:solidFill>
                <a:schemeClr val="tx1"/>
              </a:solidFill>
              <a:latin typeface="Tahoma" pitchFamily="34" charset="0"/>
              <a:ea typeface="Tahoma" pitchFamily="34" charset="0"/>
              <a:cs typeface="Tahoma" pitchFamily="34" charset="0"/>
            </a:endParaRPr>
          </a:p>
          <a:p>
            <a:pPr>
              <a:buFont typeface="Wingdings" pitchFamily="2" charset="2"/>
              <a:buNone/>
            </a:pPr>
            <a:endParaRPr lang="en-US" sz="3200" dirty="0" smtClean="0">
              <a:solidFill>
                <a:schemeClr val="tx1"/>
              </a:solidFill>
              <a:latin typeface="Tahoma" pitchFamily="34" charset="0"/>
              <a:ea typeface="Tahoma" pitchFamily="34" charset="0"/>
              <a:cs typeface="Tahoma" pitchFamily="34" charset="0"/>
            </a:endParaRPr>
          </a:p>
          <a:p>
            <a:endParaRPr lang="en-US" sz="32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a:t>
            </a:fld>
            <a:endParaRPr kumimoji="0" lang="en-US"/>
          </a:p>
        </p:txBody>
      </p:sp>
    </p:spTree>
    <p:extLst>
      <p:ext uri="{BB962C8B-B14F-4D97-AF65-F5344CB8AC3E}">
        <p14:creationId xmlns:p14="http://schemas.microsoft.com/office/powerpoint/2010/main" val="1051410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a:xfrm>
            <a:off x="0" y="0"/>
            <a:ext cx="9144000" cy="1600200"/>
          </a:xfrm>
        </p:spPr>
        <p:txBody>
          <a:bodyPr/>
          <a:lstStyle/>
          <a:p>
            <a:r>
              <a:rPr lang="en-US" dirty="0" smtClean="0"/>
              <a:t>Objectives </a:t>
            </a:r>
          </a:p>
        </p:txBody>
      </p:sp>
      <p:sp>
        <p:nvSpPr>
          <p:cNvPr id="104450" name="Content Placeholder 2"/>
          <p:cNvSpPr>
            <a:spLocks noGrp="1"/>
          </p:cNvSpPr>
          <p:nvPr>
            <p:ph idx="1"/>
          </p:nvPr>
        </p:nvSpPr>
        <p:spPr>
          <a:xfrm>
            <a:off x="762000" y="1676400"/>
            <a:ext cx="7772400" cy="4343400"/>
          </a:xfrm>
        </p:spPr>
        <p:txBody>
          <a:bodyPr>
            <a:noAutofit/>
          </a:bodyPr>
          <a:lstStyle/>
          <a:p>
            <a:r>
              <a:rPr lang="en-US" sz="3200" dirty="0" smtClean="0">
                <a:solidFill>
                  <a:schemeClr val="tx1"/>
                </a:solidFill>
                <a:latin typeface="Tahoma" pitchFamily="34" charset="0"/>
                <a:ea typeface="Tahoma" pitchFamily="34" charset="0"/>
                <a:cs typeface="Tahoma" pitchFamily="34" charset="0"/>
              </a:rPr>
              <a:t>Provide examples of how digitization and convergence are blurring the boundaries that distinguish popular communications devices, including phones and computers.</a:t>
            </a:r>
          </a:p>
          <a:p>
            <a:r>
              <a:rPr lang="en-US" sz="3200" dirty="0" smtClean="0">
                <a:solidFill>
                  <a:schemeClr val="tx1"/>
                </a:solidFill>
                <a:latin typeface="Tahoma" pitchFamily="34" charset="0"/>
                <a:ea typeface="Tahoma" pitchFamily="34" charset="0"/>
                <a:cs typeface="Tahoma" pitchFamily="34" charset="0"/>
              </a:rPr>
              <a:t>Discuss various wired and wireless applications.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a:t>
            </a:fld>
            <a:endParaRPr kumimoji="0" lang="en-US"/>
          </a:p>
        </p:txBody>
      </p:sp>
    </p:spTree>
    <p:extLst>
      <p:ext uri="{BB962C8B-B14F-4D97-AF65-F5344CB8AC3E}">
        <p14:creationId xmlns:p14="http://schemas.microsoft.com/office/powerpoint/2010/main" val="3557467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a:xfrm>
            <a:off x="0" y="0"/>
            <a:ext cx="9144000" cy="1600200"/>
          </a:xfrm>
        </p:spPr>
        <p:txBody>
          <a:bodyPr lIns="92075" tIns="46038" rIns="92075" bIns="46038" anchor="b"/>
          <a:lstStyle/>
          <a:p>
            <a:pPr eaLnBrk="1" hangingPunct="1"/>
            <a:r>
              <a:rPr lang="en-US" dirty="0" smtClean="0"/>
              <a:t>Moving Data: </a:t>
            </a:r>
            <a:br>
              <a:rPr lang="en-US" dirty="0" smtClean="0"/>
            </a:br>
            <a:r>
              <a:rPr lang="en-US" dirty="0" smtClean="0"/>
              <a:t>Bandwidth and Modems</a:t>
            </a:r>
          </a:p>
        </p:txBody>
      </p:sp>
      <p:sp>
        <p:nvSpPr>
          <p:cNvPr id="105474" name="Rectangle 3"/>
          <p:cNvSpPr>
            <a:spLocks noGrp="1" noChangeArrowheads="1"/>
          </p:cNvSpPr>
          <p:nvPr>
            <p:ph type="body" idx="1"/>
          </p:nvPr>
        </p:nvSpPr>
        <p:spPr>
          <a:xfrm>
            <a:off x="685800" y="1676400"/>
            <a:ext cx="8229600" cy="4648200"/>
          </a:xfrm>
        </p:spPr>
        <p:txBody>
          <a:bodyPr lIns="182562" tIns="46038" rIns="182562" bIns="46038">
            <a:normAutofit/>
          </a:bodyPr>
          <a:lstStyle/>
          <a:p>
            <a:pPr eaLnBrk="1" hangingPunct="1">
              <a:spcBef>
                <a:spcPct val="0"/>
              </a:spcBef>
            </a:pPr>
            <a:r>
              <a:rPr lang="en-US" sz="3600" b="1" dirty="0" smtClean="0">
                <a:solidFill>
                  <a:schemeClr val="tx1"/>
                </a:solidFill>
                <a:latin typeface="Tahoma" pitchFamily="34" charset="0"/>
                <a:ea typeface="Tahoma" pitchFamily="34" charset="0"/>
                <a:cs typeface="Tahoma" pitchFamily="34" charset="0"/>
              </a:rPr>
              <a:t>Communications</a:t>
            </a:r>
          </a:p>
          <a:p>
            <a:pPr lvl="1">
              <a:spcBef>
                <a:spcPct val="0"/>
              </a:spcBef>
            </a:pPr>
            <a:r>
              <a:rPr lang="en-US" sz="2400" dirty="0" smtClean="0">
                <a:solidFill>
                  <a:schemeClr val="tx1"/>
                </a:solidFill>
                <a:latin typeface="Tahoma" pitchFamily="34" charset="0"/>
                <a:ea typeface="Tahoma" pitchFamily="34" charset="0"/>
                <a:cs typeface="Tahoma" pitchFamily="34" charset="0"/>
              </a:rPr>
              <a:t>Process of sending and receiving messages electronically between two points</a:t>
            </a:r>
          </a:p>
          <a:p>
            <a:pPr lvl="1">
              <a:spcBef>
                <a:spcPct val="0"/>
              </a:spcBef>
            </a:pPr>
            <a:r>
              <a:rPr lang="en-US" sz="2400" b="1" dirty="0" smtClean="0">
                <a:solidFill>
                  <a:schemeClr val="tx1"/>
                </a:solidFill>
                <a:latin typeface="Tahoma" pitchFamily="34" charset="0"/>
                <a:ea typeface="Tahoma" pitchFamily="34" charset="0"/>
                <a:cs typeface="Tahoma" pitchFamily="34" charset="0"/>
              </a:rPr>
              <a:t>Sending device</a:t>
            </a:r>
            <a:r>
              <a:rPr lang="en-US" sz="2400" dirty="0" smtClean="0">
                <a:solidFill>
                  <a:schemeClr val="tx1"/>
                </a:solidFill>
                <a:latin typeface="Tahoma" pitchFamily="34" charset="0"/>
                <a:ea typeface="Tahoma" pitchFamily="34" charset="0"/>
                <a:cs typeface="Tahoma" pitchFamily="34" charset="0"/>
              </a:rPr>
              <a:t>—initiates the transmission</a:t>
            </a:r>
          </a:p>
          <a:p>
            <a:pPr lvl="1">
              <a:spcBef>
                <a:spcPct val="0"/>
              </a:spcBef>
            </a:pPr>
            <a:r>
              <a:rPr lang="en-US" sz="2400" b="1" dirty="0" smtClean="0">
                <a:solidFill>
                  <a:schemeClr val="tx1"/>
                </a:solidFill>
                <a:latin typeface="Tahoma" pitchFamily="34" charset="0"/>
                <a:ea typeface="Tahoma" pitchFamily="34" charset="0"/>
                <a:cs typeface="Tahoma" pitchFamily="34" charset="0"/>
              </a:rPr>
              <a:t>Receiving device</a:t>
            </a:r>
            <a:r>
              <a:rPr lang="en-US" sz="2400" dirty="0" smtClean="0">
                <a:solidFill>
                  <a:schemeClr val="tx1"/>
                </a:solidFill>
                <a:latin typeface="Tahoma" pitchFamily="34" charset="0"/>
                <a:ea typeface="Tahoma" pitchFamily="34" charset="0"/>
                <a:cs typeface="Tahoma" pitchFamily="34" charset="0"/>
              </a:rPr>
              <a:t>—accepts the transmission and responds</a:t>
            </a:r>
          </a:p>
          <a:p>
            <a:pPr eaLnBrk="1" hangingPunct="1">
              <a:spcBef>
                <a:spcPct val="0"/>
              </a:spcBef>
            </a:pPr>
            <a:r>
              <a:rPr lang="en-US" sz="3600" b="1" dirty="0" smtClean="0">
                <a:solidFill>
                  <a:schemeClr val="tx1"/>
                </a:solidFill>
                <a:latin typeface="Tahoma" pitchFamily="34" charset="0"/>
                <a:ea typeface="Tahoma" pitchFamily="34" charset="0"/>
                <a:cs typeface="Tahoma" pitchFamily="34" charset="0"/>
              </a:rPr>
              <a:t>Communications channel</a:t>
            </a:r>
          </a:p>
          <a:p>
            <a:pPr lvl="1">
              <a:spcBef>
                <a:spcPct val="0"/>
              </a:spcBef>
            </a:pPr>
            <a:r>
              <a:rPr lang="en-US" sz="2400" dirty="0" smtClean="0">
                <a:solidFill>
                  <a:schemeClr val="tx1"/>
                </a:solidFill>
                <a:latin typeface="Tahoma" pitchFamily="34" charset="0"/>
                <a:ea typeface="Tahoma" pitchFamily="34" charset="0"/>
                <a:cs typeface="Tahoma" pitchFamily="34" charset="0"/>
              </a:rPr>
              <a:t>Path to send and receive messages</a:t>
            </a:r>
          </a:p>
          <a:p>
            <a:pPr eaLnBrk="1" hangingPunct="1">
              <a:spcBef>
                <a:spcPct val="0"/>
              </a:spcBef>
              <a:buFont typeface="Wingdings" pitchFamily="2" charset="2"/>
              <a:buNone/>
            </a:pPr>
            <a:endParaRPr lang="en-US" sz="2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6</a:t>
            </a:fld>
            <a:endParaRPr kumimoji="0" lang="en-US"/>
          </a:p>
        </p:txBody>
      </p:sp>
    </p:spTree>
    <p:extLst>
      <p:ext uri="{BB962C8B-B14F-4D97-AF65-F5344CB8AC3E}">
        <p14:creationId xmlns:p14="http://schemas.microsoft.com/office/powerpoint/2010/main" val="1648094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nvPr>
        </p:nvSpPr>
        <p:spPr>
          <a:xfrm>
            <a:off x="0" y="0"/>
            <a:ext cx="9144000" cy="1600200"/>
          </a:xfrm>
        </p:spPr>
        <p:txBody>
          <a:bodyPr/>
          <a:lstStyle/>
          <a:p>
            <a:r>
              <a:rPr lang="en-US" dirty="0" smtClean="0"/>
              <a:t>Moving Data: </a:t>
            </a:r>
            <a:br>
              <a:rPr lang="en-US" dirty="0" smtClean="0"/>
            </a:br>
            <a:r>
              <a:rPr lang="en-US" dirty="0" smtClean="0"/>
              <a:t>Bandwidth and Modems</a:t>
            </a:r>
          </a:p>
        </p:txBody>
      </p:sp>
      <p:sp>
        <p:nvSpPr>
          <p:cNvPr id="107522" name="Content Placeholder 2"/>
          <p:cNvSpPr>
            <a:spLocks noGrp="1"/>
          </p:cNvSpPr>
          <p:nvPr>
            <p:ph idx="1"/>
          </p:nvPr>
        </p:nvSpPr>
        <p:spPr>
          <a:xfrm>
            <a:off x="762000" y="1447800"/>
            <a:ext cx="8229600" cy="4876800"/>
          </a:xfrm>
        </p:spPr>
        <p:txBody>
          <a:bodyPr/>
          <a:lstStyle/>
          <a:p>
            <a:r>
              <a:rPr lang="en-US" b="1" dirty="0" smtClean="0">
                <a:solidFill>
                  <a:schemeClr val="tx1"/>
                </a:solidFill>
                <a:latin typeface="Tahoma" pitchFamily="34" charset="0"/>
                <a:ea typeface="Tahoma" pitchFamily="34" charset="0"/>
                <a:cs typeface="Tahoma" pitchFamily="34" charset="0"/>
              </a:rPr>
              <a:t>Analog signals</a:t>
            </a:r>
          </a:p>
          <a:p>
            <a:pPr lvl="1"/>
            <a:r>
              <a:rPr lang="en-US" sz="1800" dirty="0" smtClean="0">
                <a:solidFill>
                  <a:schemeClr val="tx1"/>
                </a:solidFill>
                <a:latin typeface="Tahoma" pitchFamily="34" charset="0"/>
                <a:ea typeface="Tahoma" pitchFamily="34" charset="0"/>
                <a:cs typeface="Tahoma" pitchFamily="34" charset="0"/>
              </a:rPr>
              <a:t>Continuous waves</a:t>
            </a:r>
          </a:p>
          <a:p>
            <a:r>
              <a:rPr lang="en-US" b="1" dirty="0" smtClean="0">
                <a:solidFill>
                  <a:schemeClr val="tx1"/>
                </a:solidFill>
                <a:latin typeface="Tahoma" pitchFamily="34" charset="0"/>
                <a:ea typeface="Tahoma" pitchFamily="34" charset="0"/>
                <a:cs typeface="Tahoma" pitchFamily="34" charset="0"/>
              </a:rPr>
              <a:t>Digital signals</a:t>
            </a:r>
            <a:endParaRPr lang="en-US" dirty="0" smtClean="0">
              <a:solidFill>
                <a:schemeClr val="tx1"/>
              </a:solidFill>
              <a:latin typeface="Tahoma" pitchFamily="34" charset="0"/>
              <a:ea typeface="Tahoma" pitchFamily="34" charset="0"/>
              <a:cs typeface="Tahoma" pitchFamily="34" charset="0"/>
            </a:endParaRPr>
          </a:p>
          <a:p>
            <a:pPr lvl="1"/>
            <a:r>
              <a:rPr lang="en-US" sz="1800" dirty="0" smtClean="0">
                <a:solidFill>
                  <a:schemeClr val="tx1"/>
                </a:solidFill>
                <a:latin typeface="Tahoma" pitchFamily="34" charset="0"/>
                <a:ea typeface="Tahoma" pitchFamily="34" charset="0"/>
                <a:cs typeface="Tahoma" pitchFamily="34" charset="0"/>
              </a:rPr>
              <a:t>Discontinuous, discrete pulses</a:t>
            </a:r>
          </a:p>
          <a:p>
            <a:r>
              <a:rPr lang="en-US" b="1" dirty="0" smtClean="0">
                <a:solidFill>
                  <a:schemeClr val="tx1"/>
                </a:solidFill>
                <a:latin typeface="Tahoma" pitchFamily="34" charset="0"/>
                <a:ea typeface="Tahoma" pitchFamily="34" charset="0"/>
                <a:cs typeface="Tahoma" pitchFamily="34" charset="0"/>
              </a:rPr>
              <a:t>Converters</a:t>
            </a:r>
            <a:endParaRPr lang="en-US" dirty="0" smtClean="0">
              <a:solidFill>
                <a:schemeClr val="tx1"/>
              </a:solidFill>
              <a:latin typeface="Tahoma" pitchFamily="34" charset="0"/>
              <a:ea typeface="Tahoma" pitchFamily="34" charset="0"/>
              <a:cs typeface="Tahoma" pitchFamily="34" charset="0"/>
            </a:endParaRPr>
          </a:p>
          <a:p>
            <a:pPr lvl="1"/>
            <a:r>
              <a:rPr lang="en-US" sz="1800" dirty="0" smtClean="0">
                <a:solidFill>
                  <a:schemeClr val="tx1"/>
                </a:solidFill>
                <a:latin typeface="Tahoma" pitchFamily="34" charset="0"/>
                <a:ea typeface="Tahoma" pitchFamily="34" charset="0"/>
                <a:cs typeface="Tahoma" pitchFamily="34" charset="0"/>
              </a:rPr>
              <a:t>Translate signals:</a:t>
            </a:r>
          </a:p>
          <a:p>
            <a:pPr lvl="2"/>
            <a:r>
              <a:rPr lang="en-US" sz="1800" b="1" dirty="0" smtClean="0">
                <a:solidFill>
                  <a:schemeClr val="tx1"/>
                </a:solidFill>
                <a:latin typeface="Tahoma" pitchFamily="34" charset="0"/>
                <a:ea typeface="Tahoma" pitchFamily="34" charset="0"/>
                <a:cs typeface="Tahoma" pitchFamily="34" charset="0"/>
              </a:rPr>
              <a:t>Analog-to-digital converter (ADC)</a:t>
            </a:r>
          </a:p>
          <a:p>
            <a:pPr lvl="2"/>
            <a:r>
              <a:rPr lang="en-US" sz="1800" b="1" dirty="0" smtClean="0">
                <a:solidFill>
                  <a:schemeClr val="tx1"/>
                </a:solidFill>
                <a:latin typeface="Tahoma" pitchFamily="34" charset="0"/>
                <a:ea typeface="Tahoma" pitchFamily="34" charset="0"/>
                <a:cs typeface="Tahoma" pitchFamily="34" charset="0"/>
              </a:rPr>
              <a:t>Digital-to-analog converter (DAC)</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7</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4419600"/>
            <a:ext cx="7772400" cy="1828800"/>
          </a:xfrm>
          <a:prstGeom prst="rect">
            <a:avLst/>
          </a:prstGeom>
        </p:spPr>
      </p:pic>
    </p:spTree>
    <p:extLst>
      <p:ext uri="{BB962C8B-B14F-4D97-AF65-F5344CB8AC3E}">
        <p14:creationId xmlns:p14="http://schemas.microsoft.com/office/powerpoint/2010/main" val="3189979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a:xfrm>
            <a:off x="0" y="0"/>
            <a:ext cx="9144000" cy="1600200"/>
          </a:xfrm>
        </p:spPr>
        <p:txBody>
          <a:bodyPr/>
          <a:lstStyle/>
          <a:p>
            <a:r>
              <a:rPr lang="en-US" dirty="0" smtClean="0"/>
              <a:t>Moving Data:</a:t>
            </a:r>
            <a:br>
              <a:rPr lang="en-US" dirty="0" smtClean="0"/>
            </a:br>
            <a:r>
              <a:rPr lang="en-US" dirty="0" smtClean="0"/>
              <a:t>Bandwidth and Modems</a:t>
            </a:r>
          </a:p>
        </p:txBody>
      </p:sp>
      <p:sp>
        <p:nvSpPr>
          <p:cNvPr id="6" name="Content Placeholder 5"/>
          <p:cNvSpPr>
            <a:spLocks noGrp="1"/>
          </p:cNvSpPr>
          <p:nvPr>
            <p:ph idx="1"/>
          </p:nvPr>
        </p:nvSpPr>
        <p:spPr>
          <a:xfrm>
            <a:off x="762000" y="1905000"/>
            <a:ext cx="7772400" cy="649287"/>
          </a:xfrm>
        </p:spPr>
        <p:txBody>
          <a:bodyPr>
            <a:normAutofit/>
          </a:bodyPr>
          <a:lstStyle/>
          <a:p>
            <a:r>
              <a:rPr lang="en-US" sz="3200" b="1" dirty="0" smtClean="0">
                <a:solidFill>
                  <a:schemeClr val="tx1"/>
                </a:solidFill>
                <a:latin typeface="Tahoma" pitchFamily="34" charset="0"/>
                <a:ea typeface="Tahoma" pitchFamily="34" charset="0"/>
                <a:cs typeface="Tahoma" pitchFamily="34" charset="0"/>
              </a:rPr>
              <a:t>Digital signal sampling</a:t>
            </a:r>
            <a:endParaRPr lang="en-US" sz="3200" b="1" dirty="0">
              <a:solidFill>
                <a:schemeClr val="tx1"/>
              </a:solidFill>
              <a:latin typeface="Tahoma" pitchFamily="34" charset="0"/>
              <a:ea typeface="Tahoma" pitchFamily="34" charset="0"/>
              <a:cs typeface="Tahoma" pitchFamily="34" charset="0"/>
            </a:endParaRPr>
          </a:p>
        </p:txBody>
      </p:sp>
      <p:pic>
        <p:nvPicPr>
          <p:cNvPr id="3074" name="Picture 2" descr="C:\Users\Tiffany\Documents\CAYF\To Edit\ppt_jpegs3\Ch8\ch08\08-02.jpg"/>
          <p:cNvPicPr>
            <a:picLocks noChangeAspect="1" noChangeArrowheads="1"/>
          </p:cNvPicPr>
          <p:nvPr/>
        </p:nvPicPr>
        <p:blipFill>
          <a:blip r:embed="rId3" cstate="print"/>
          <a:srcRect/>
          <a:stretch>
            <a:fillRect/>
          </a:stretch>
        </p:blipFill>
        <p:spPr bwMode="auto">
          <a:xfrm>
            <a:off x="1161212" y="2667000"/>
            <a:ext cx="6821577" cy="3276600"/>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8</a:t>
            </a:fld>
            <a:endParaRPr kumimoji="0" lang="en-US"/>
          </a:p>
        </p:txBody>
      </p:sp>
    </p:spTree>
    <p:extLst>
      <p:ext uri="{BB962C8B-B14F-4D97-AF65-F5344CB8AC3E}">
        <p14:creationId xmlns:p14="http://schemas.microsoft.com/office/powerpoint/2010/main" val="35785270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600200"/>
          </a:xfrm>
        </p:spPr>
        <p:txBody>
          <a:bodyPr/>
          <a:lstStyle/>
          <a:p>
            <a:r>
              <a:rPr lang="en-US" dirty="0" smtClean="0"/>
              <a:t>Moving Data: </a:t>
            </a:r>
            <a:br>
              <a:rPr lang="en-US" dirty="0" smtClean="0"/>
            </a:br>
            <a:r>
              <a:rPr lang="en-US" dirty="0" smtClean="0"/>
              <a:t>Bandwidth and Modems</a:t>
            </a:r>
          </a:p>
        </p:txBody>
      </p:sp>
      <p:sp>
        <p:nvSpPr>
          <p:cNvPr id="110594" name="Content Placeholder 2"/>
          <p:cNvSpPr>
            <a:spLocks noGrp="1"/>
          </p:cNvSpPr>
          <p:nvPr>
            <p:ph idx="1"/>
          </p:nvPr>
        </p:nvSpPr>
        <p:spPr>
          <a:xfrm>
            <a:off x="762000" y="1600200"/>
            <a:ext cx="8229600" cy="43434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Bandwidth</a:t>
            </a:r>
          </a:p>
          <a:p>
            <a:pPr lvl="1"/>
            <a:r>
              <a:rPr lang="en-US" sz="2400" dirty="0">
                <a:solidFill>
                  <a:schemeClr val="tx1"/>
                </a:solidFill>
                <a:latin typeface="Tahoma" pitchFamily="34" charset="0"/>
                <a:ea typeface="Tahoma" pitchFamily="34" charset="0"/>
                <a:cs typeface="Tahoma" pitchFamily="34" charset="0"/>
              </a:rPr>
              <a:t>T</a:t>
            </a:r>
            <a:r>
              <a:rPr lang="en-US" sz="2400" dirty="0" smtClean="0">
                <a:solidFill>
                  <a:schemeClr val="tx1"/>
                </a:solidFill>
                <a:latin typeface="Tahoma" pitchFamily="34" charset="0"/>
                <a:ea typeface="Tahoma" pitchFamily="34" charset="0"/>
                <a:cs typeface="Tahoma" pitchFamily="34" charset="0"/>
              </a:rPr>
              <a:t>he maximum amount of data transmitted through a communication channel at one time</a:t>
            </a:r>
          </a:p>
          <a:p>
            <a:r>
              <a:rPr lang="en-US" sz="3600" b="1" dirty="0" smtClean="0">
                <a:solidFill>
                  <a:schemeClr val="tx1"/>
                </a:solidFill>
                <a:latin typeface="Tahoma" pitchFamily="34" charset="0"/>
                <a:ea typeface="Tahoma" pitchFamily="34" charset="0"/>
                <a:cs typeface="Tahoma" pitchFamily="34" charset="0"/>
              </a:rPr>
              <a:t>Throughput</a:t>
            </a:r>
            <a:endParaRPr lang="en-US" sz="36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The actual amount of data transmitted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9</a:t>
            </a:fld>
            <a:endParaRPr kumimoji="0" lang="en-US"/>
          </a:p>
        </p:txBody>
      </p:sp>
    </p:spTree>
    <p:extLst>
      <p:ext uri="{BB962C8B-B14F-4D97-AF65-F5344CB8AC3E}">
        <p14:creationId xmlns:p14="http://schemas.microsoft.com/office/powerpoint/2010/main" val="4133821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600200"/>
          </a:xfrm>
        </p:spPr>
        <p:txBody>
          <a:bodyPr/>
          <a:lstStyle/>
          <a:p>
            <a:r>
              <a:rPr lang="en-US" dirty="0" smtClean="0"/>
              <a:t>Moving Data: </a:t>
            </a:r>
            <a:br>
              <a:rPr lang="en-US" dirty="0" smtClean="0"/>
            </a:br>
            <a:r>
              <a:rPr lang="en-US" dirty="0" smtClean="0"/>
              <a:t>Bandwidth and Modems</a:t>
            </a:r>
          </a:p>
        </p:txBody>
      </p:sp>
      <p:sp>
        <p:nvSpPr>
          <p:cNvPr id="110594" name="Content Placeholder 2"/>
          <p:cNvSpPr>
            <a:spLocks noGrp="1"/>
          </p:cNvSpPr>
          <p:nvPr>
            <p:ph idx="1"/>
          </p:nvPr>
        </p:nvSpPr>
        <p:spPr>
          <a:xfrm>
            <a:off x="762000" y="1752600"/>
            <a:ext cx="8077200" cy="42672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Broadband</a:t>
            </a:r>
          </a:p>
          <a:p>
            <a:pPr lvl="1"/>
            <a:r>
              <a:rPr lang="en-US" sz="2400" dirty="0" smtClean="0">
                <a:solidFill>
                  <a:schemeClr val="tx1"/>
                </a:solidFill>
                <a:latin typeface="Tahoma" pitchFamily="34" charset="0"/>
                <a:ea typeface="Tahoma" pitchFamily="34" charset="0"/>
                <a:cs typeface="Tahoma" pitchFamily="34" charset="0"/>
              </a:rPr>
              <a:t>Any transmission medium that carries several channels transporting data at high speeds</a:t>
            </a:r>
          </a:p>
          <a:p>
            <a:r>
              <a:rPr lang="en-US" sz="3600" b="1" dirty="0" smtClean="0">
                <a:solidFill>
                  <a:schemeClr val="tx1"/>
                </a:solidFill>
                <a:latin typeface="Tahoma" pitchFamily="34" charset="0"/>
                <a:ea typeface="Tahoma" pitchFamily="34" charset="0"/>
                <a:cs typeface="Tahoma" pitchFamily="34" charset="0"/>
              </a:rPr>
              <a:t>Streaming</a:t>
            </a:r>
            <a:endParaRPr lang="en-US" sz="3600" dirty="0" smtClean="0">
              <a:solidFill>
                <a:schemeClr val="tx1"/>
              </a:solidFill>
              <a:latin typeface="Tahoma" pitchFamily="34" charset="0"/>
              <a:ea typeface="Tahoma" pitchFamily="34" charset="0"/>
              <a:cs typeface="Tahoma" pitchFamily="34" charset="0"/>
            </a:endParaRPr>
          </a:p>
          <a:p>
            <a:pPr lvl="1"/>
            <a:r>
              <a:rPr lang="en-US" sz="2400" dirty="0">
                <a:solidFill>
                  <a:schemeClr val="tx1"/>
                </a:solidFill>
                <a:latin typeface="Tahoma" pitchFamily="34" charset="0"/>
                <a:ea typeface="Tahoma" pitchFamily="34" charset="0"/>
                <a:cs typeface="Tahoma" pitchFamily="34" charset="0"/>
              </a:rPr>
              <a:t>T</a:t>
            </a:r>
            <a:r>
              <a:rPr lang="en-US" sz="2400" dirty="0" smtClean="0">
                <a:solidFill>
                  <a:schemeClr val="tx1"/>
                </a:solidFill>
                <a:latin typeface="Tahoma" pitchFamily="34" charset="0"/>
                <a:ea typeface="Tahoma" pitchFamily="34" charset="0"/>
                <a:cs typeface="Tahoma" pitchFamily="34" charset="0"/>
              </a:rPr>
              <a:t>he ability to hear or see content while it is being downloaded from a Web site</a:t>
            </a:r>
            <a:endParaRPr lang="en-US" sz="2400" b="1"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10</a:t>
            </a:fld>
            <a:endParaRPr kumimoji="0" lang="en-US"/>
          </a:p>
        </p:txBody>
      </p:sp>
    </p:spTree>
    <p:extLst>
      <p:ext uri="{BB962C8B-B14F-4D97-AF65-F5344CB8AC3E}">
        <p14:creationId xmlns:p14="http://schemas.microsoft.com/office/powerpoint/2010/main" val="10143573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p:cNvSpPr>
            <a:spLocks noGrp="1"/>
          </p:cNvSpPr>
          <p:nvPr>
            <p:ph type="title"/>
          </p:nvPr>
        </p:nvSpPr>
        <p:spPr>
          <a:xfrm>
            <a:off x="0" y="0"/>
            <a:ext cx="9144000" cy="1600200"/>
          </a:xfrm>
        </p:spPr>
        <p:txBody>
          <a:bodyPr/>
          <a:lstStyle/>
          <a:p>
            <a:r>
              <a:rPr lang="en-US" dirty="0" smtClean="0"/>
              <a:t>Moving Data: </a:t>
            </a:r>
            <a:br>
              <a:rPr lang="en-US" dirty="0" smtClean="0"/>
            </a:br>
            <a:r>
              <a:rPr lang="en-US" dirty="0" smtClean="0"/>
              <a:t>Bandwidth and Modems</a:t>
            </a:r>
          </a:p>
        </p:txBody>
      </p:sp>
      <p:sp>
        <p:nvSpPr>
          <p:cNvPr id="112642" name="Content Placeholder 2"/>
          <p:cNvSpPr>
            <a:spLocks noGrp="1"/>
          </p:cNvSpPr>
          <p:nvPr>
            <p:ph idx="1"/>
          </p:nvPr>
        </p:nvSpPr>
        <p:spPr>
          <a:xfrm>
            <a:off x="762000" y="1905000"/>
            <a:ext cx="8229600" cy="43434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Modem</a:t>
            </a:r>
          </a:p>
          <a:p>
            <a:pPr lvl="1"/>
            <a:r>
              <a:rPr lang="en-US" sz="2400" dirty="0" smtClean="0">
                <a:solidFill>
                  <a:schemeClr val="tx1"/>
                </a:solidFill>
                <a:latin typeface="Tahoma" pitchFamily="34" charset="0"/>
                <a:ea typeface="Tahoma" pitchFamily="34" charset="0"/>
                <a:cs typeface="Tahoma" pitchFamily="34" charset="0"/>
              </a:rPr>
              <a:t>A communication device used to send and receive data</a:t>
            </a:r>
          </a:p>
          <a:p>
            <a:pPr lvl="1"/>
            <a:r>
              <a:rPr lang="en-US" sz="2400" dirty="0">
                <a:solidFill>
                  <a:schemeClr val="tx1"/>
                </a:solidFill>
                <a:latin typeface="Tahoma" pitchFamily="34" charset="0"/>
                <a:ea typeface="Tahoma" pitchFamily="34" charset="0"/>
                <a:cs typeface="Tahoma" pitchFamily="34" charset="0"/>
              </a:rPr>
              <a:t>The term </a:t>
            </a:r>
            <a:r>
              <a:rPr lang="en-US" sz="2400" b="1" dirty="0">
                <a:solidFill>
                  <a:schemeClr val="tx1"/>
                </a:solidFill>
                <a:latin typeface="Tahoma" pitchFamily="34" charset="0"/>
                <a:ea typeface="Tahoma" pitchFamily="34" charset="0"/>
                <a:cs typeface="Tahoma" pitchFamily="34" charset="0"/>
              </a:rPr>
              <a:t>modem</a:t>
            </a:r>
            <a:r>
              <a:rPr lang="en-US" sz="2400" dirty="0">
                <a:solidFill>
                  <a:schemeClr val="tx1"/>
                </a:solidFill>
                <a:latin typeface="Tahoma" pitchFamily="34" charset="0"/>
                <a:ea typeface="Tahoma" pitchFamily="34" charset="0"/>
                <a:cs typeface="Tahoma" pitchFamily="34" charset="0"/>
              </a:rPr>
              <a:t> comes from </a:t>
            </a:r>
            <a:r>
              <a:rPr lang="en-US" sz="2400" b="1" dirty="0">
                <a:solidFill>
                  <a:schemeClr val="tx1"/>
                </a:solidFill>
                <a:latin typeface="Tahoma" pitchFamily="34" charset="0"/>
                <a:ea typeface="Tahoma" pitchFamily="34" charset="0"/>
                <a:cs typeface="Tahoma" pitchFamily="34" charset="0"/>
              </a:rPr>
              <a:t>mod</a:t>
            </a:r>
            <a:r>
              <a:rPr lang="en-US" sz="2400" dirty="0">
                <a:solidFill>
                  <a:schemeClr val="tx1"/>
                </a:solidFill>
                <a:latin typeface="Tahoma" pitchFamily="34" charset="0"/>
                <a:ea typeface="Tahoma" pitchFamily="34" charset="0"/>
                <a:cs typeface="Tahoma" pitchFamily="34" charset="0"/>
              </a:rPr>
              <a:t>ulate and </a:t>
            </a:r>
            <a:r>
              <a:rPr lang="en-US" sz="2400" b="1" dirty="0">
                <a:solidFill>
                  <a:schemeClr val="tx1"/>
                </a:solidFill>
                <a:latin typeface="Tahoma" pitchFamily="34" charset="0"/>
                <a:ea typeface="Tahoma" pitchFamily="34" charset="0"/>
                <a:cs typeface="Tahoma" pitchFamily="34" charset="0"/>
              </a:rPr>
              <a:t>dem</a:t>
            </a:r>
            <a:r>
              <a:rPr lang="en-US" sz="2400" dirty="0">
                <a:solidFill>
                  <a:schemeClr val="tx1"/>
                </a:solidFill>
                <a:latin typeface="Tahoma" pitchFamily="34" charset="0"/>
                <a:ea typeface="Tahoma" pitchFamily="34" charset="0"/>
                <a:cs typeface="Tahoma" pitchFamily="34" charset="0"/>
              </a:rPr>
              <a:t>odulate.</a:t>
            </a:r>
          </a:p>
          <a:p>
            <a:pPr lvl="2"/>
            <a:r>
              <a:rPr lang="en-US" sz="2400" dirty="0" smtClean="0">
                <a:solidFill>
                  <a:schemeClr val="tx1"/>
                </a:solidFill>
                <a:latin typeface="Tahoma" pitchFamily="34" charset="0"/>
                <a:ea typeface="Tahoma" pitchFamily="34" charset="0"/>
                <a:cs typeface="Tahoma" pitchFamily="34" charset="0"/>
              </a:rPr>
              <a:t>The sender uses modulation to transmit digital signals.</a:t>
            </a:r>
          </a:p>
          <a:p>
            <a:pPr lvl="2"/>
            <a:r>
              <a:rPr lang="en-US" sz="2400" dirty="0" smtClean="0">
                <a:solidFill>
                  <a:schemeClr val="tx1"/>
                </a:solidFill>
                <a:latin typeface="Tahoma" pitchFamily="34" charset="0"/>
                <a:ea typeface="Tahoma" pitchFamily="34" charset="0"/>
                <a:cs typeface="Tahoma" pitchFamily="34" charset="0"/>
              </a:rPr>
              <a:t>The receiver uses demodulation to return signals to digital form.</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11</a:t>
            </a:fld>
            <a:endParaRPr kumimoji="0" lang="en-US"/>
          </a:p>
        </p:txBody>
      </p:sp>
    </p:spTree>
    <p:extLst>
      <p:ext uri="{BB962C8B-B14F-4D97-AF65-F5344CB8AC3E}">
        <p14:creationId xmlns:p14="http://schemas.microsoft.com/office/powerpoint/2010/main" val="2538073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p:cNvSpPr>
            <a:spLocks noGrp="1"/>
          </p:cNvSpPr>
          <p:nvPr>
            <p:ph type="title"/>
          </p:nvPr>
        </p:nvSpPr>
        <p:spPr>
          <a:xfrm>
            <a:off x="0" y="0"/>
            <a:ext cx="9144000" cy="1600200"/>
          </a:xfrm>
        </p:spPr>
        <p:txBody>
          <a:bodyPr/>
          <a:lstStyle/>
          <a:p>
            <a:r>
              <a:rPr lang="en-US" dirty="0" smtClean="0"/>
              <a:t>Moving Data: </a:t>
            </a:r>
            <a:br>
              <a:rPr lang="en-US" dirty="0" smtClean="0"/>
            </a:br>
            <a:r>
              <a:rPr lang="en-US" dirty="0" smtClean="0"/>
              <a:t>Bandwidth and Modems</a:t>
            </a:r>
          </a:p>
        </p:txBody>
      </p:sp>
      <p:pic>
        <p:nvPicPr>
          <p:cNvPr id="4098" name="Picture 2" descr="C:\Users\Tiffany\Documents\CAYF\To Edit\ppt_jpegs3\Ch8\ch08\08-04.jpg"/>
          <p:cNvPicPr>
            <a:picLocks noChangeAspect="1" noChangeArrowheads="1"/>
          </p:cNvPicPr>
          <p:nvPr/>
        </p:nvPicPr>
        <p:blipFill>
          <a:blip r:embed="rId3" cstate="print"/>
          <a:srcRect/>
          <a:stretch>
            <a:fillRect/>
          </a:stretch>
        </p:blipFill>
        <p:spPr bwMode="auto">
          <a:xfrm>
            <a:off x="0" y="2345948"/>
            <a:ext cx="8915400" cy="2988051"/>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12</a:t>
            </a:fld>
            <a:endParaRPr kumimoji="0" lang="en-US"/>
          </a:p>
        </p:txBody>
      </p:sp>
    </p:spTree>
    <p:extLst>
      <p:ext uri="{BB962C8B-B14F-4D97-AF65-F5344CB8AC3E}">
        <p14:creationId xmlns:p14="http://schemas.microsoft.com/office/powerpoint/2010/main" val="12058321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a:xfrm>
            <a:off x="0" y="0"/>
            <a:ext cx="9144000" cy="1600200"/>
          </a:xfrm>
        </p:spPr>
        <p:txBody>
          <a:bodyPr/>
          <a:lstStyle/>
          <a:p>
            <a:r>
              <a:rPr lang="en-US" dirty="0" smtClean="0"/>
              <a:t>Moving Data: </a:t>
            </a:r>
            <a:br>
              <a:rPr lang="en-US" dirty="0" smtClean="0"/>
            </a:br>
            <a:r>
              <a:rPr lang="en-US" dirty="0" smtClean="0"/>
              <a:t>Bandwidth and Modems</a:t>
            </a:r>
          </a:p>
        </p:txBody>
      </p:sp>
      <p:sp>
        <p:nvSpPr>
          <p:cNvPr id="114690" name="Content Placeholder 2"/>
          <p:cNvSpPr>
            <a:spLocks noGrp="1"/>
          </p:cNvSpPr>
          <p:nvPr>
            <p:ph idx="1"/>
          </p:nvPr>
        </p:nvSpPr>
        <p:spPr>
          <a:xfrm>
            <a:off x="762000" y="1524000"/>
            <a:ext cx="8305800" cy="4800600"/>
          </a:xfrm>
        </p:spPr>
        <p:txBody>
          <a:bodyPr>
            <a:noAutofit/>
          </a:bodyPr>
          <a:lstStyle/>
          <a:p>
            <a:r>
              <a:rPr lang="en-US" sz="3600" b="1" dirty="0" smtClean="0">
                <a:solidFill>
                  <a:schemeClr val="tx1"/>
                </a:solidFill>
                <a:latin typeface="Tahoma" pitchFamily="34" charset="0"/>
                <a:ea typeface="Tahoma" pitchFamily="34" charset="0"/>
                <a:cs typeface="Tahoma" pitchFamily="34" charset="0"/>
              </a:rPr>
              <a:t>Types of modems</a:t>
            </a:r>
          </a:p>
          <a:p>
            <a:pPr lvl="1"/>
            <a:r>
              <a:rPr lang="en-US" sz="2200" dirty="0" smtClean="0">
                <a:solidFill>
                  <a:schemeClr val="tx1"/>
                </a:solidFill>
                <a:latin typeface="Tahoma" pitchFamily="34" charset="0"/>
                <a:ea typeface="Tahoma" pitchFamily="34" charset="0"/>
                <a:cs typeface="Tahoma" pitchFamily="34" charset="0"/>
              </a:rPr>
              <a:t>Analog</a:t>
            </a:r>
          </a:p>
          <a:p>
            <a:pPr lvl="1"/>
            <a:r>
              <a:rPr lang="en-US" sz="2200" dirty="0" smtClean="0">
                <a:solidFill>
                  <a:schemeClr val="tx1"/>
                </a:solidFill>
                <a:latin typeface="Tahoma" pitchFamily="34" charset="0"/>
                <a:ea typeface="Tahoma" pitchFamily="34" charset="0"/>
                <a:cs typeface="Tahoma" pitchFamily="34" charset="0"/>
              </a:rPr>
              <a:t>Digital subscriber line (DSL)</a:t>
            </a:r>
          </a:p>
          <a:p>
            <a:pPr lvl="1"/>
            <a:r>
              <a:rPr lang="en-US" sz="2200" dirty="0" smtClean="0">
                <a:solidFill>
                  <a:schemeClr val="tx1"/>
                </a:solidFill>
                <a:latin typeface="Tahoma" pitchFamily="34" charset="0"/>
                <a:ea typeface="Tahoma" pitchFamily="34" charset="0"/>
                <a:cs typeface="Tahoma" pitchFamily="34" charset="0"/>
              </a:rPr>
              <a:t>Cable</a:t>
            </a:r>
          </a:p>
          <a:p>
            <a:pPr lvl="1"/>
            <a:r>
              <a:rPr lang="en-US" sz="2200" dirty="0" smtClean="0">
                <a:solidFill>
                  <a:schemeClr val="tx1"/>
                </a:solidFill>
                <a:latin typeface="Tahoma" pitchFamily="34" charset="0"/>
                <a:ea typeface="Tahoma" pitchFamily="34" charset="0"/>
                <a:cs typeface="Tahoma" pitchFamily="34" charset="0"/>
              </a:rPr>
              <a:t>Integrated Services Digital Network (ISDN)</a:t>
            </a:r>
          </a:p>
          <a:p>
            <a:r>
              <a:rPr lang="en-US" sz="3600" b="1" dirty="0" smtClean="0">
                <a:solidFill>
                  <a:schemeClr val="tx1"/>
                </a:solidFill>
                <a:latin typeface="Tahoma" pitchFamily="34" charset="0"/>
                <a:ea typeface="Tahoma" pitchFamily="34" charset="0"/>
                <a:cs typeface="Tahoma" pitchFamily="34" charset="0"/>
              </a:rPr>
              <a:t>Data transfer rate</a:t>
            </a:r>
            <a:endParaRPr lang="en-US" sz="3600" dirty="0" smtClean="0">
              <a:solidFill>
                <a:schemeClr val="tx1"/>
              </a:solidFill>
              <a:latin typeface="Tahoma" pitchFamily="34" charset="0"/>
              <a:ea typeface="Tahoma" pitchFamily="34" charset="0"/>
              <a:cs typeface="Tahoma" pitchFamily="34" charset="0"/>
            </a:endParaRPr>
          </a:p>
          <a:p>
            <a:pPr lvl="1"/>
            <a:r>
              <a:rPr lang="en-US" sz="2200" dirty="0">
                <a:solidFill>
                  <a:schemeClr val="tx1"/>
                </a:solidFill>
                <a:latin typeface="Tahoma" pitchFamily="34" charset="0"/>
                <a:ea typeface="Tahoma" pitchFamily="34" charset="0"/>
                <a:cs typeface="Tahoma" pitchFamily="34" charset="0"/>
              </a:rPr>
              <a:t>R</a:t>
            </a:r>
            <a:r>
              <a:rPr lang="en-US" sz="2200" dirty="0" smtClean="0">
                <a:solidFill>
                  <a:schemeClr val="tx1"/>
                </a:solidFill>
                <a:latin typeface="Tahoma" pitchFamily="34" charset="0"/>
                <a:ea typeface="Tahoma" pitchFamily="34" charset="0"/>
                <a:cs typeface="Tahoma" pitchFamily="34" charset="0"/>
              </a:rPr>
              <a:t>ate at which two modems exchange data</a:t>
            </a:r>
          </a:p>
          <a:p>
            <a:pPr lvl="1"/>
            <a:r>
              <a:rPr lang="en-US" sz="2200" dirty="0" smtClean="0">
                <a:solidFill>
                  <a:schemeClr val="tx1"/>
                </a:solidFill>
                <a:latin typeface="Tahoma" pitchFamily="34" charset="0"/>
                <a:ea typeface="Tahoma" pitchFamily="34" charset="0"/>
                <a:cs typeface="Tahoma" pitchFamily="34" charset="0"/>
              </a:rPr>
              <a:t>Measured in bits per second </a:t>
            </a:r>
            <a:r>
              <a:rPr lang="en-US" sz="2200" b="1" dirty="0" smtClean="0">
                <a:solidFill>
                  <a:schemeClr val="tx1"/>
                </a:solidFill>
                <a:latin typeface="Tahoma" pitchFamily="34" charset="0"/>
                <a:ea typeface="Tahoma" pitchFamily="34" charset="0"/>
                <a:cs typeface="Tahoma" pitchFamily="34" charset="0"/>
              </a:rPr>
              <a:t>(bps)</a:t>
            </a:r>
            <a:endParaRPr lang="en-US" sz="2200" dirty="0" smtClean="0">
              <a:solidFill>
                <a:schemeClr val="tx1"/>
              </a:solidFill>
              <a:latin typeface="Tahoma" pitchFamily="34" charset="0"/>
              <a:ea typeface="Tahoma" pitchFamily="34" charset="0"/>
              <a:cs typeface="Tahoma" pitchFamily="34" charset="0"/>
            </a:endParaRPr>
          </a:p>
          <a:p>
            <a:r>
              <a:rPr lang="en-US" sz="3600" b="1" dirty="0" smtClean="0">
                <a:solidFill>
                  <a:schemeClr val="tx1"/>
                </a:solidFill>
                <a:latin typeface="Tahoma" pitchFamily="34" charset="0"/>
                <a:ea typeface="Tahoma" pitchFamily="34" charset="0"/>
                <a:cs typeface="Tahoma" pitchFamily="34" charset="0"/>
              </a:rPr>
              <a:t>Baud</a:t>
            </a:r>
            <a:endParaRPr lang="en-US" sz="3600" dirty="0" smtClean="0">
              <a:solidFill>
                <a:schemeClr val="tx1"/>
              </a:solidFill>
              <a:latin typeface="Tahoma" pitchFamily="34" charset="0"/>
              <a:ea typeface="Tahoma" pitchFamily="34" charset="0"/>
              <a:cs typeface="Tahoma" pitchFamily="34" charset="0"/>
            </a:endParaRPr>
          </a:p>
          <a:p>
            <a:pPr lvl="1"/>
            <a:r>
              <a:rPr lang="en-US" sz="2200" dirty="0" smtClean="0">
                <a:solidFill>
                  <a:schemeClr val="tx1"/>
                </a:solidFill>
                <a:latin typeface="Tahoma" pitchFamily="34" charset="0"/>
                <a:ea typeface="Tahoma" pitchFamily="34" charset="0"/>
                <a:cs typeface="Tahoma" pitchFamily="34" charset="0"/>
              </a:rPr>
              <a:t>Number of signaling elements per second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13</a:t>
            </a:fld>
            <a:endParaRPr kumimoji="0" lang="en-US"/>
          </a:p>
        </p:txBody>
      </p:sp>
    </p:spTree>
    <p:extLst>
      <p:ext uri="{BB962C8B-B14F-4D97-AF65-F5344CB8AC3E}">
        <p14:creationId xmlns:p14="http://schemas.microsoft.com/office/powerpoint/2010/main" val="39485582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0" y="0"/>
            <a:ext cx="9144000" cy="1600200"/>
          </a:xfrm>
        </p:spPr>
        <p:txBody>
          <a:bodyPr/>
          <a:lstStyle/>
          <a:p>
            <a:r>
              <a:rPr lang="en-US" dirty="0" smtClean="0"/>
              <a:t>Wired Transmission</a:t>
            </a:r>
            <a:br>
              <a:rPr lang="en-US" dirty="0" smtClean="0"/>
            </a:br>
            <a:r>
              <a:rPr lang="en-US" dirty="0" smtClean="0"/>
              <a:t>Media</a:t>
            </a:r>
          </a:p>
        </p:txBody>
      </p:sp>
      <p:sp>
        <p:nvSpPr>
          <p:cNvPr id="116738" name="Content Placeholder 2"/>
          <p:cNvSpPr>
            <a:spLocks noGrp="1"/>
          </p:cNvSpPr>
          <p:nvPr>
            <p:ph idx="1"/>
          </p:nvPr>
        </p:nvSpPr>
        <p:spPr>
          <a:xfrm>
            <a:off x="762000" y="1524001"/>
            <a:ext cx="8153400" cy="1295399"/>
          </a:xfrm>
        </p:spPr>
        <p:txBody>
          <a:bodyPr>
            <a:normAutofit lnSpcReduction="10000"/>
          </a:bodyPr>
          <a:lstStyle/>
          <a:p>
            <a:pPr marL="342900" lvl="1" indent="-342900">
              <a:buClr>
                <a:schemeClr val="tx1">
                  <a:lumMod val="50000"/>
                  <a:lumOff val="50000"/>
                </a:schemeClr>
              </a:buClr>
              <a:buSzPct val="100000"/>
              <a:buFont typeface="Arial" pitchFamily="34" charset="0"/>
              <a:buChar char="•"/>
            </a:pPr>
            <a:r>
              <a:rPr lang="en-US" sz="3200" b="1" dirty="0" smtClean="0">
                <a:solidFill>
                  <a:schemeClr val="tx1"/>
                </a:solidFill>
                <a:latin typeface="Tahoma" pitchFamily="34" charset="0"/>
                <a:ea typeface="Tahoma" pitchFamily="34" charset="0"/>
                <a:cs typeface="Tahoma" pitchFamily="34" charset="0"/>
              </a:rPr>
              <a:t>Wiring closet</a:t>
            </a:r>
          </a:p>
          <a:p>
            <a:pPr marL="742950" lvl="2" indent="-342900">
              <a:buClr>
                <a:schemeClr val="tx1">
                  <a:lumMod val="50000"/>
                  <a:lumOff val="50000"/>
                </a:schemeClr>
              </a:buClr>
              <a:buSzPct val="100000"/>
            </a:pPr>
            <a:r>
              <a:rPr lang="en-US" sz="2400" dirty="0" smtClean="0">
                <a:solidFill>
                  <a:schemeClr val="tx1"/>
                </a:solidFill>
                <a:latin typeface="Tahoma" pitchFamily="34" charset="0"/>
                <a:ea typeface="Tahoma" pitchFamily="34" charset="0"/>
                <a:cs typeface="Tahoma" pitchFamily="34" charset="0"/>
              </a:rPr>
              <a:t>Houses </a:t>
            </a:r>
            <a:r>
              <a:rPr lang="en-US" sz="2400" dirty="0">
                <a:solidFill>
                  <a:schemeClr val="tx1"/>
                </a:solidFill>
                <a:latin typeface="Tahoma" pitchFamily="34" charset="0"/>
                <a:ea typeface="Tahoma" pitchFamily="34" charset="0"/>
                <a:cs typeface="Tahoma" pitchFamily="34" charset="0"/>
              </a:rPr>
              <a:t>wiring that supports most types of data transfer </a:t>
            </a:r>
            <a:r>
              <a:rPr lang="en-US" sz="2400" dirty="0" smtClean="0">
                <a:solidFill>
                  <a:schemeClr val="tx1"/>
                </a:solidFill>
                <a:latin typeface="Tahoma" pitchFamily="34" charset="0"/>
                <a:ea typeface="Tahoma" pitchFamily="34" charset="0"/>
                <a:cs typeface="Tahoma" pitchFamily="34" charset="0"/>
              </a:rPr>
              <a:t>needed</a:t>
            </a:r>
            <a:endParaRPr lang="en-US" sz="2800" dirty="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14</a:t>
            </a:fld>
            <a:endParaRPr kumimoji="0"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2895600"/>
            <a:ext cx="6705600" cy="3276600"/>
          </a:xfrm>
          <a:prstGeom prst="rect">
            <a:avLst/>
          </a:prstGeom>
        </p:spPr>
      </p:pic>
    </p:spTree>
    <p:extLst>
      <p:ext uri="{BB962C8B-B14F-4D97-AF65-F5344CB8AC3E}">
        <p14:creationId xmlns:p14="http://schemas.microsoft.com/office/powerpoint/2010/main" val="39032589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0" y="0"/>
            <a:ext cx="9144000" cy="1600200"/>
          </a:xfrm>
        </p:spPr>
        <p:txBody>
          <a:bodyPr/>
          <a:lstStyle/>
          <a:p>
            <a:r>
              <a:rPr lang="en-US" dirty="0" smtClean="0"/>
              <a:t>Wired Transmission</a:t>
            </a:r>
            <a:br>
              <a:rPr lang="en-US" dirty="0" smtClean="0"/>
            </a:br>
            <a:r>
              <a:rPr lang="en-US" dirty="0" smtClean="0"/>
              <a:t>Media</a:t>
            </a:r>
          </a:p>
        </p:txBody>
      </p:sp>
      <p:sp>
        <p:nvSpPr>
          <p:cNvPr id="116738" name="Content Placeholder 2"/>
          <p:cNvSpPr>
            <a:spLocks noGrp="1"/>
          </p:cNvSpPr>
          <p:nvPr>
            <p:ph idx="1"/>
          </p:nvPr>
        </p:nvSpPr>
        <p:spPr>
          <a:xfrm>
            <a:off x="228600" y="1828800"/>
            <a:ext cx="5105400" cy="4383087"/>
          </a:xfrm>
        </p:spPr>
        <p:txBody>
          <a:bodyPr>
            <a:normAutofit/>
          </a:bodyPr>
          <a:lstStyle/>
          <a:p>
            <a:pPr marL="342900" lvl="1" indent="-342900">
              <a:buClr>
                <a:schemeClr val="tx1">
                  <a:lumMod val="50000"/>
                  <a:lumOff val="50000"/>
                </a:schemeClr>
              </a:buClr>
              <a:buSzPct val="100000"/>
              <a:buFont typeface="Arial" pitchFamily="34" charset="0"/>
              <a:buChar char="•"/>
            </a:pPr>
            <a:r>
              <a:rPr lang="en-US" sz="3600" b="1" dirty="0" smtClean="0">
                <a:solidFill>
                  <a:schemeClr val="tx1"/>
                </a:solidFill>
                <a:latin typeface="Tahoma" pitchFamily="34" charset="0"/>
                <a:ea typeface="Tahoma" pitchFamily="34" charset="0"/>
                <a:cs typeface="Tahoma" pitchFamily="34" charset="0"/>
              </a:rPr>
              <a:t>Twisted-pair wire</a:t>
            </a:r>
          </a:p>
          <a:p>
            <a:pPr marL="742950" lvl="2" indent="-342900">
              <a:buClr>
                <a:schemeClr val="tx1">
                  <a:lumMod val="50000"/>
                  <a:lumOff val="50000"/>
                </a:schemeClr>
              </a:buClr>
              <a:buSzPct val="100000"/>
            </a:pPr>
            <a:r>
              <a:rPr lang="en-US" sz="2400" dirty="0" smtClean="0">
                <a:solidFill>
                  <a:schemeClr val="tx1"/>
                </a:solidFill>
                <a:latin typeface="Tahoma" pitchFamily="34" charset="0"/>
                <a:ea typeface="Tahoma" pitchFamily="34" charset="0"/>
                <a:cs typeface="Tahoma" pitchFamily="34" charset="0"/>
              </a:rPr>
              <a:t>Copper wire used for telephone and data communication</a:t>
            </a:r>
          </a:p>
          <a:p>
            <a:pPr marL="742950" lvl="2" indent="-342900">
              <a:buClr>
                <a:schemeClr val="tx1">
                  <a:lumMod val="50000"/>
                  <a:lumOff val="50000"/>
                </a:schemeClr>
              </a:buClr>
              <a:buSzPct val="100000"/>
              <a:buFont typeface="Courier New" pitchFamily="49" charset="0"/>
              <a:buChar char="o"/>
            </a:pPr>
            <a:r>
              <a:rPr lang="en-US" sz="2400" dirty="0" smtClean="0">
                <a:solidFill>
                  <a:schemeClr val="tx1"/>
                </a:solidFill>
                <a:latin typeface="Tahoma" pitchFamily="34" charset="0"/>
                <a:ea typeface="Tahoma" pitchFamily="34" charset="0"/>
                <a:cs typeface="Tahoma" pitchFamily="34" charset="0"/>
              </a:rPr>
              <a:t>Two pairs of interweaved wires twisted together</a:t>
            </a:r>
          </a:p>
          <a:p>
            <a:pPr marL="742950" lvl="2" indent="-342900">
              <a:buClr>
                <a:schemeClr val="tx1">
                  <a:lumMod val="50000"/>
                  <a:lumOff val="50000"/>
                </a:schemeClr>
              </a:buClr>
              <a:buSzPct val="100000"/>
              <a:buFont typeface="Courier New" pitchFamily="49" charset="0"/>
              <a:buChar char="o"/>
            </a:pPr>
            <a:r>
              <a:rPr lang="en-US" sz="2400" dirty="0" smtClean="0">
                <a:solidFill>
                  <a:schemeClr val="tx1"/>
                </a:solidFill>
                <a:latin typeface="Tahoma" pitchFamily="34" charset="0"/>
                <a:ea typeface="Tahoma" pitchFamily="34" charset="0"/>
                <a:cs typeface="Tahoma" pitchFamily="34" charset="0"/>
              </a:rPr>
              <a:t>Inexpensive, but bandwidth too low for video, voice, and data at the same time</a:t>
            </a:r>
          </a:p>
        </p:txBody>
      </p:sp>
      <p:pic>
        <p:nvPicPr>
          <p:cNvPr id="5122" name="Picture 2" descr="C:\Users\Tiffany\Documents\CAYF\To Edit\ppt_jpegs3\Ch8\ch08\08-06.jpg"/>
          <p:cNvPicPr>
            <a:picLocks noChangeAspect="1" noChangeArrowheads="1"/>
          </p:cNvPicPr>
          <p:nvPr/>
        </p:nvPicPr>
        <p:blipFill>
          <a:blip r:embed="rId3" cstate="print"/>
          <a:srcRect/>
          <a:stretch>
            <a:fillRect/>
          </a:stretch>
        </p:blipFill>
        <p:spPr bwMode="auto">
          <a:xfrm rot="16200000">
            <a:off x="5200650" y="2495550"/>
            <a:ext cx="3429000" cy="2095500"/>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15</a:t>
            </a:fld>
            <a:endParaRPr kumimoji="0" lang="en-US"/>
          </a:p>
        </p:txBody>
      </p:sp>
    </p:spTree>
    <p:extLst>
      <p:ext uri="{BB962C8B-B14F-4D97-AF65-F5344CB8AC3E}">
        <p14:creationId xmlns:p14="http://schemas.microsoft.com/office/powerpoint/2010/main" val="3363217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0" y="0"/>
            <a:ext cx="9144000" cy="1600200"/>
          </a:xfrm>
        </p:spPr>
        <p:txBody>
          <a:bodyPr/>
          <a:lstStyle/>
          <a:p>
            <a:r>
              <a:rPr lang="en-US" dirty="0" smtClean="0"/>
              <a:t>Wired Transmission</a:t>
            </a:r>
            <a:br>
              <a:rPr lang="en-US" dirty="0" smtClean="0"/>
            </a:br>
            <a:r>
              <a:rPr lang="en-US" dirty="0" smtClean="0"/>
              <a:t>Media</a:t>
            </a:r>
          </a:p>
        </p:txBody>
      </p:sp>
      <p:sp>
        <p:nvSpPr>
          <p:cNvPr id="118788" name="Content Placeholder 6"/>
          <p:cNvSpPr>
            <a:spLocks noGrp="1"/>
          </p:cNvSpPr>
          <p:nvPr>
            <p:ph sz="half" idx="4294967295"/>
          </p:nvPr>
        </p:nvSpPr>
        <p:spPr>
          <a:xfrm>
            <a:off x="762000" y="1905000"/>
            <a:ext cx="8001000" cy="4114800"/>
          </a:xfrm>
          <a:prstGeom prst="rect">
            <a:avLst/>
          </a:prstGeom>
        </p:spPr>
        <p:txBody>
          <a:bodyPr>
            <a:normAutofit/>
          </a:bodyPr>
          <a:lstStyle/>
          <a:p>
            <a:pPr>
              <a:buSzPct val="100000"/>
            </a:pPr>
            <a:r>
              <a:rPr lang="en-US" sz="3600" b="1" dirty="0" smtClean="0">
                <a:solidFill>
                  <a:schemeClr val="tx1"/>
                </a:solidFill>
                <a:latin typeface="Tahoma" pitchFamily="34" charset="0"/>
                <a:ea typeface="Tahoma" pitchFamily="34" charset="0"/>
                <a:cs typeface="Tahoma" pitchFamily="34" charset="0"/>
              </a:rPr>
              <a:t>Key variations of twisted-wire pair</a:t>
            </a:r>
          </a:p>
          <a:p>
            <a:pPr marL="742950" lvl="2" indent="-342900">
              <a:buSzPct val="100000"/>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Category 5 (Cat-5)</a:t>
            </a:r>
          </a:p>
          <a:p>
            <a:pPr marL="742950" lvl="2" indent="-342900">
              <a:buSzPct val="100000"/>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Category 5 enhanced (Cat-5e)</a:t>
            </a:r>
          </a:p>
          <a:p>
            <a:pPr marL="742950" lvl="2" indent="-342900">
              <a:buSzPct val="100000"/>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Category 6 (Cat-6)</a:t>
            </a:r>
          </a:p>
          <a:p>
            <a:pPr marL="0" indent="0">
              <a:buSzPct val="100000"/>
              <a:buNone/>
            </a:pPr>
            <a:endParaRPr lang="en-US" sz="32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16</a:t>
            </a:fld>
            <a:endParaRPr lang="en-US" dirty="0"/>
          </a:p>
        </p:txBody>
      </p:sp>
    </p:spTree>
    <p:extLst>
      <p:ext uri="{BB962C8B-B14F-4D97-AF65-F5344CB8AC3E}">
        <p14:creationId xmlns:p14="http://schemas.microsoft.com/office/powerpoint/2010/main" val="474669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0" y="0"/>
            <a:ext cx="9144000" cy="1600200"/>
          </a:xfrm>
        </p:spPr>
        <p:txBody>
          <a:bodyPr/>
          <a:lstStyle/>
          <a:p>
            <a:r>
              <a:rPr lang="en-US" dirty="0" smtClean="0"/>
              <a:t>Wired Transmission</a:t>
            </a:r>
            <a:br>
              <a:rPr lang="en-US" dirty="0" smtClean="0"/>
            </a:br>
            <a:r>
              <a:rPr lang="en-US" dirty="0" smtClean="0"/>
              <a:t>Media</a:t>
            </a:r>
          </a:p>
        </p:txBody>
      </p:sp>
      <p:sp>
        <p:nvSpPr>
          <p:cNvPr id="118788" name="Content Placeholder 6"/>
          <p:cNvSpPr>
            <a:spLocks noGrp="1"/>
          </p:cNvSpPr>
          <p:nvPr>
            <p:ph sz="half" idx="4294967295"/>
          </p:nvPr>
        </p:nvSpPr>
        <p:spPr>
          <a:xfrm>
            <a:off x="228600" y="1905000"/>
            <a:ext cx="4953000" cy="4114800"/>
          </a:xfrm>
          <a:prstGeom prst="rect">
            <a:avLst/>
          </a:prstGeom>
        </p:spPr>
        <p:txBody>
          <a:bodyPr>
            <a:normAutofit/>
          </a:bodyPr>
          <a:lstStyle/>
          <a:p>
            <a:pPr>
              <a:buSzPct val="100000"/>
            </a:pPr>
            <a:r>
              <a:rPr lang="en-US" sz="3600" b="1" dirty="0" smtClean="0">
                <a:solidFill>
                  <a:schemeClr val="tx1"/>
                </a:solidFill>
                <a:latin typeface="Tahoma" pitchFamily="34" charset="0"/>
                <a:ea typeface="Tahoma" pitchFamily="34" charset="0"/>
                <a:cs typeface="Tahoma" pitchFamily="34" charset="0"/>
              </a:rPr>
              <a:t>Coaxial cable</a:t>
            </a:r>
            <a:endParaRPr lang="en-US" sz="3600" dirty="0" smtClean="0">
              <a:solidFill>
                <a:schemeClr val="tx1"/>
              </a:solidFill>
              <a:latin typeface="Tahoma" pitchFamily="34" charset="0"/>
              <a:ea typeface="Tahoma" pitchFamily="34" charset="0"/>
              <a:cs typeface="Tahoma" pitchFamily="34" charset="0"/>
            </a:endParaRPr>
          </a:p>
          <a:p>
            <a:pPr lvl="1">
              <a:buSzPct val="100000"/>
            </a:pPr>
            <a:r>
              <a:rPr lang="en-US" sz="2400" dirty="0" smtClean="0">
                <a:solidFill>
                  <a:schemeClr val="tx1"/>
                </a:solidFill>
                <a:latin typeface="Tahoma" pitchFamily="34" charset="0"/>
                <a:ea typeface="Tahoma" pitchFamily="34" charset="0"/>
                <a:cs typeface="Tahoma" pitchFamily="34" charset="0"/>
              </a:rPr>
              <a:t>Consists of copper wire surrounded by insulation and braided wire</a:t>
            </a:r>
          </a:p>
          <a:p>
            <a:pPr lvl="2">
              <a:buSzPct val="100000"/>
            </a:pPr>
            <a:r>
              <a:rPr lang="en-US" sz="2400" dirty="0" smtClean="0">
                <a:solidFill>
                  <a:schemeClr val="tx1"/>
                </a:solidFill>
                <a:latin typeface="Tahoma" pitchFamily="34" charset="0"/>
                <a:ea typeface="Tahoma" pitchFamily="34" charset="0"/>
                <a:cs typeface="Tahoma" pitchFamily="34" charset="0"/>
              </a:rPr>
              <a:t>Broadband communication</a:t>
            </a:r>
          </a:p>
          <a:p>
            <a:pPr lvl="2">
              <a:buSzPct val="100000"/>
            </a:pPr>
            <a:r>
              <a:rPr lang="en-US" sz="2400" dirty="0" smtClean="0">
                <a:solidFill>
                  <a:schemeClr val="tx1"/>
                </a:solidFill>
                <a:latin typeface="Tahoma" pitchFamily="34" charset="0"/>
                <a:ea typeface="Tahoma" pitchFamily="34" charset="0"/>
                <a:cs typeface="Tahoma" pitchFamily="34" charset="0"/>
              </a:rPr>
              <a:t>Cable TV</a:t>
            </a:r>
          </a:p>
          <a:p>
            <a:pPr lvl="2">
              <a:buSzPct val="100000"/>
            </a:pPr>
            <a:r>
              <a:rPr lang="en-US" sz="2400" dirty="0" smtClean="0">
                <a:solidFill>
                  <a:schemeClr val="tx1"/>
                </a:solidFill>
                <a:latin typeface="Tahoma" pitchFamily="34" charset="0"/>
                <a:ea typeface="Tahoma" pitchFamily="34" charset="0"/>
                <a:cs typeface="Tahoma" pitchFamily="34" charset="0"/>
              </a:rPr>
              <a:t>10 Mbps transfer rate</a:t>
            </a:r>
            <a:endParaRPr lang="en-US" sz="2400" b="1" dirty="0" smtClean="0">
              <a:solidFill>
                <a:schemeClr val="tx1"/>
              </a:solidFill>
              <a:latin typeface="Tahoma" pitchFamily="34" charset="0"/>
              <a:ea typeface="Tahoma" pitchFamily="34" charset="0"/>
              <a:cs typeface="Tahoma" pitchFamily="34" charset="0"/>
            </a:endParaRPr>
          </a:p>
          <a:p>
            <a:pPr marL="0" indent="0">
              <a:buSzPct val="100000"/>
              <a:buNone/>
            </a:pPr>
            <a:endParaRPr lang="en-US" sz="2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17</a:t>
            </a:fld>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1600" y="1752600"/>
            <a:ext cx="3581400" cy="3581400"/>
          </a:xfrm>
          <a:prstGeom prst="rect">
            <a:avLst/>
          </a:prstGeom>
        </p:spPr>
      </p:pic>
    </p:spTree>
    <p:extLst>
      <p:ext uri="{BB962C8B-B14F-4D97-AF65-F5344CB8AC3E}">
        <p14:creationId xmlns:p14="http://schemas.microsoft.com/office/powerpoint/2010/main" val="893085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0" y="0"/>
            <a:ext cx="9144000" cy="1600200"/>
          </a:xfrm>
        </p:spPr>
        <p:txBody>
          <a:bodyPr/>
          <a:lstStyle/>
          <a:p>
            <a:r>
              <a:rPr lang="en-US" dirty="0" smtClean="0"/>
              <a:t>Wired Transmission</a:t>
            </a:r>
            <a:br>
              <a:rPr lang="en-US" dirty="0" smtClean="0"/>
            </a:br>
            <a:r>
              <a:rPr lang="en-US" dirty="0" smtClean="0"/>
              <a:t>Media</a:t>
            </a:r>
          </a:p>
        </p:txBody>
      </p:sp>
      <p:sp>
        <p:nvSpPr>
          <p:cNvPr id="118788" name="Content Placeholder 6"/>
          <p:cNvSpPr>
            <a:spLocks noGrp="1"/>
          </p:cNvSpPr>
          <p:nvPr>
            <p:ph sz="half" idx="4294967295"/>
          </p:nvPr>
        </p:nvSpPr>
        <p:spPr>
          <a:xfrm>
            <a:off x="533400" y="2057400"/>
            <a:ext cx="2895600" cy="4114800"/>
          </a:xfrm>
          <a:prstGeom prst="rect">
            <a:avLst/>
          </a:prstGeom>
        </p:spPr>
        <p:txBody>
          <a:bodyPr/>
          <a:lstStyle/>
          <a:p>
            <a:endParaRPr lang="en-US" sz="2600" dirty="0" smtClean="0">
              <a:cs typeface="Tahoma" pitchFamily="34" charset="0"/>
            </a:endParaRPr>
          </a:p>
          <a:p>
            <a:endParaRPr lang="en-US" sz="2600" b="1" dirty="0" smtClean="0">
              <a:cs typeface="Tahoma" pitchFamily="34" charset="0"/>
            </a:endParaRPr>
          </a:p>
          <a:p>
            <a:endParaRPr lang="en-US" sz="2600" dirty="0" smtClean="0"/>
          </a:p>
        </p:txBody>
      </p:sp>
      <p:sp>
        <p:nvSpPr>
          <p:cNvPr id="8" name="Content Placeholder 7"/>
          <p:cNvSpPr>
            <a:spLocks noGrp="1"/>
          </p:cNvSpPr>
          <p:nvPr>
            <p:ph sz="half" idx="2"/>
          </p:nvPr>
        </p:nvSpPr>
        <p:spPr>
          <a:xfrm>
            <a:off x="4419600" y="1943100"/>
            <a:ext cx="4648200" cy="4114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Fiber-optic cable</a:t>
            </a:r>
          </a:p>
          <a:p>
            <a:pPr lvl="1"/>
            <a:r>
              <a:rPr lang="en-US" sz="2400" dirty="0" smtClean="0">
                <a:solidFill>
                  <a:schemeClr val="tx1"/>
                </a:solidFill>
                <a:latin typeface="Tahoma" pitchFamily="34" charset="0"/>
                <a:ea typeface="Tahoma" pitchFamily="34" charset="0"/>
                <a:cs typeface="Tahoma" pitchFamily="34" charset="0"/>
              </a:rPr>
              <a:t>Consists of thin strands of glass or plastic that carry data through pulses of light</a:t>
            </a:r>
          </a:p>
          <a:p>
            <a:pPr lvl="2"/>
            <a:r>
              <a:rPr lang="en-US" sz="2400" dirty="0" smtClean="0">
                <a:solidFill>
                  <a:schemeClr val="tx1"/>
                </a:solidFill>
                <a:latin typeface="Tahoma" pitchFamily="34" charset="0"/>
                <a:ea typeface="Tahoma" pitchFamily="34" charset="0"/>
                <a:cs typeface="Tahoma" pitchFamily="34" charset="0"/>
              </a:rPr>
              <a:t>Broadband communication</a:t>
            </a:r>
          </a:p>
          <a:p>
            <a:pPr lvl="2"/>
            <a:r>
              <a:rPr lang="en-US" sz="2400" dirty="0" smtClean="0">
                <a:solidFill>
                  <a:schemeClr val="tx1"/>
                </a:solidFill>
                <a:latin typeface="Tahoma" pitchFamily="34" charset="0"/>
                <a:ea typeface="Tahoma" pitchFamily="34" charset="0"/>
                <a:cs typeface="Tahoma" pitchFamily="34" charset="0"/>
              </a:rPr>
              <a:t>10 Gbps transfer rate</a:t>
            </a:r>
          </a:p>
          <a:p>
            <a:endParaRPr lang="en-US" sz="2800" dirty="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18</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905000"/>
            <a:ext cx="3276600" cy="3276600"/>
          </a:xfrm>
          <a:prstGeom prst="rect">
            <a:avLst/>
          </a:prstGeom>
        </p:spPr>
      </p:pic>
    </p:spTree>
    <p:extLst>
      <p:ext uri="{BB962C8B-B14F-4D97-AF65-F5344CB8AC3E}">
        <p14:creationId xmlns:p14="http://schemas.microsoft.com/office/powerpoint/2010/main" val="2226440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a:xfrm>
            <a:off x="0" y="0"/>
            <a:ext cx="9144000" cy="1600200"/>
          </a:xfrm>
        </p:spPr>
        <p:txBody>
          <a:bodyPr/>
          <a:lstStyle/>
          <a:p>
            <a:r>
              <a:rPr lang="en-US" dirty="0" smtClean="0"/>
              <a:t>Wireless Transmission</a:t>
            </a:r>
            <a:br>
              <a:rPr lang="en-US" dirty="0" smtClean="0"/>
            </a:br>
            <a:r>
              <a:rPr lang="en-US" dirty="0" smtClean="0"/>
              <a:t>Media</a:t>
            </a:r>
          </a:p>
        </p:txBody>
      </p:sp>
      <p:sp>
        <p:nvSpPr>
          <p:cNvPr id="11" name="Rectangle 10"/>
          <p:cNvSpPr/>
          <p:nvPr/>
        </p:nvSpPr>
        <p:spPr>
          <a:xfrm>
            <a:off x="0" y="1933003"/>
            <a:ext cx="5181600" cy="4745915"/>
          </a:xfrm>
          <a:prstGeom prst="rect">
            <a:avLst/>
          </a:prstGeom>
        </p:spPr>
        <p:txBody>
          <a:bodyPr wrap="square">
            <a:spAutoFit/>
          </a:bodyPr>
          <a:lstStyle/>
          <a:p>
            <a:pPr marL="800100" lvl="1" indent="-342900">
              <a:buFont typeface="Arial" pitchFamily="34" charset="0"/>
              <a:buChar char="•"/>
            </a:pPr>
            <a:r>
              <a:rPr lang="en-US" sz="2800" b="1" kern="0" dirty="0" smtClean="0">
                <a:latin typeface="Tahoma" pitchFamily="34" charset="0"/>
                <a:ea typeface="Tahoma" pitchFamily="34" charset="0"/>
                <a:cs typeface="Tahoma" pitchFamily="34" charset="0"/>
              </a:rPr>
              <a:t>Infrared</a:t>
            </a:r>
          </a:p>
          <a:p>
            <a:pPr marL="1371600" lvl="2" indent="-457200">
              <a:buFont typeface="Courier New" pitchFamily="49" charset="0"/>
              <a:buChar char="o"/>
            </a:pPr>
            <a:r>
              <a:rPr lang="en-US" sz="2400" kern="0" dirty="0" smtClean="0">
                <a:latin typeface="Tahoma" pitchFamily="34" charset="0"/>
                <a:ea typeface="Tahoma" pitchFamily="34" charset="0"/>
                <a:cs typeface="Tahoma" pitchFamily="34" charset="0"/>
              </a:rPr>
              <a:t>Wireless transmission medium that carries data through the air using light beams</a:t>
            </a:r>
            <a:endParaRPr lang="en-US" sz="2400" dirty="0" smtClean="0">
              <a:latin typeface="Tahoma" pitchFamily="34" charset="0"/>
              <a:ea typeface="Tahoma" pitchFamily="34" charset="0"/>
              <a:cs typeface="Tahoma" pitchFamily="34" charset="0"/>
            </a:endParaRPr>
          </a:p>
          <a:p>
            <a:pPr marL="1257300" lvl="2" indent="-342900">
              <a:buClr>
                <a:schemeClr val="tx1">
                  <a:lumMod val="50000"/>
                  <a:lumOff val="50000"/>
                </a:schemeClr>
              </a:buClr>
              <a:buFont typeface="Courier New" pitchFamily="49" charset="0"/>
              <a:buChar char="o"/>
            </a:pPr>
            <a:r>
              <a:rPr lang="en-US" sz="2400" dirty="0">
                <a:latin typeface="Tahoma" pitchFamily="34" charset="0"/>
                <a:ea typeface="Tahoma" pitchFamily="34" charset="0"/>
                <a:cs typeface="Tahoma" pitchFamily="34" charset="0"/>
              </a:rPr>
              <a:t>S</a:t>
            </a:r>
            <a:r>
              <a:rPr lang="en-US" sz="2400" dirty="0" smtClean="0">
                <a:latin typeface="Tahoma" pitchFamily="34" charset="0"/>
                <a:ea typeface="Tahoma" pitchFamily="34" charset="0"/>
                <a:cs typeface="Tahoma" pitchFamily="34" charset="0"/>
              </a:rPr>
              <a:t>ending </a:t>
            </a:r>
            <a:r>
              <a:rPr lang="en-US" sz="2400" dirty="0">
                <a:latin typeface="Tahoma" pitchFamily="34" charset="0"/>
                <a:ea typeface="Tahoma" pitchFamily="34" charset="0"/>
                <a:cs typeface="Tahoma" pitchFamily="34" charset="0"/>
              </a:rPr>
              <a:t>and receiving devices must be in line of </a:t>
            </a:r>
            <a:r>
              <a:rPr lang="en-US" sz="2400" dirty="0" smtClean="0">
                <a:latin typeface="Tahoma" pitchFamily="34" charset="0"/>
                <a:ea typeface="Tahoma" pitchFamily="34" charset="0"/>
                <a:cs typeface="Tahoma" pitchFamily="34" charset="0"/>
              </a:rPr>
              <a:t>sight</a:t>
            </a:r>
          </a:p>
          <a:p>
            <a:pPr marL="1257300" lvl="2" indent="-342900">
              <a:buClr>
                <a:schemeClr val="tx1">
                  <a:lumMod val="50000"/>
                  <a:lumOff val="50000"/>
                </a:schemeClr>
              </a:buClr>
              <a:buFont typeface="Courier New" pitchFamily="49" charset="0"/>
              <a:buChar char="o"/>
            </a:pPr>
            <a:r>
              <a:rPr lang="en-US" sz="2400" dirty="0" smtClean="0">
                <a:latin typeface="Tahoma" pitchFamily="34" charset="0"/>
                <a:ea typeface="Tahoma" pitchFamily="34" charset="0"/>
                <a:cs typeface="Tahoma" pitchFamily="34" charset="0"/>
              </a:rPr>
              <a:t>Uses an </a:t>
            </a:r>
            <a:r>
              <a:rPr lang="en-US" sz="2400" b="1" dirty="0" smtClean="0">
                <a:latin typeface="Tahoma" pitchFamily="34" charset="0"/>
                <a:ea typeface="Tahoma" pitchFamily="34" charset="0"/>
                <a:cs typeface="Tahoma" pitchFamily="34" charset="0"/>
              </a:rPr>
              <a:t>IrDA port</a:t>
            </a:r>
            <a:r>
              <a:rPr lang="en-US" sz="2400" dirty="0" smtClean="0">
                <a:latin typeface="Tahoma" pitchFamily="34" charset="0"/>
                <a:ea typeface="Tahoma" pitchFamily="34" charset="0"/>
                <a:cs typeface="Tahoma" pitchFamily="34" charset="0"/>
              </a:rPr>
              <a:t> to enable data transfer</a:t>
            </a:r>
          </a:p>
          <a:p>
            <a:pPr lvl="1"/>
            <a:endParaRPr lang="en-US" sz="2000" b="1" dirty="0">
              <a:latin typeface="Tahoma" pitchFamily="34" charset="0"/>
              <a:ea typeface="Tahoma" pitchFamily="34" charset="0"/>
              <a:cs typeface="Tahoma" pitchFamily="34" charset="0"/>
            </a:endParaRPr>
          </a:p>
          <a:p>
            <a:pPr marL="457200" lvl="0" indent="-457200" eaLnBrk="0" hangingPunct="0">
              <a:spcBef>
                <a:spcPct val="20000"/>
              </a:spcBef>
              <a:buClr>
                <a:schemeClr val="tx1">
                  <a:lumMod val="50000"/>
                  <a:lumOff val="50000"/>
                </a:schemeClr>
              </a:buClr>
              <a:buSzPct val="100000"/>
              <a:buFont typeface="Arial" pitchFamily="34" charset="0"/>
              <a:buChar char="•"/>
            </a:pPr>
            <a:endParaRPr lang="en-US" sz="3200" b="1" kern="0" dirty="0" smtClean="0">
              <a:latin typeface="Tahoma" pitchFamily="34" charset="0"/>
              <a:ea typeface="Tahoma" pitchFamily="34" charset="0"/>
              <a:cs typeface="Tahoma" pitchFamily="34" charset="0"/>
            </a:endParaRPr>
          </a:p>
        </p:txBody>
      </p:sp>
      <p:pic>
        <p:nvPicPr>
          <p:cNvPr id="8194" name="Picture 2" descr="C:\Users\Tiffany\Documents\CAYF\To Edit\ppt_jpegs3\Ch8\ch08\08-09.jpg"/>
          <p:cNvPicPr>
            <a:picLocks noChangeAspect="1" noChangeArrowheads="1"/>
          </p:cNvPicPr>
          <p:nvPr/>
        </p:nvPicPr>
        <p:blipFill>
          <a:blip r:embed="rId3" cstate="print"/>
          <a:srcRect/>
          <a:stretch>
            <a:fillRect/>
          </a:stretch>
        </p:blipFill>
        <p:spPr bwMode="auto">
          <a:xfrm>
            <a:off x="5638800" y="2147600"/>
            <a:ext cx="3076231" cy="2919413"/>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19</a:t>
            </a:fld>
            <a:endParaRPr lang="en-US" dirty="0"/>
          </a:p>
        </p:txBody>
      </p:sp>
    </p:spTree>
    <p:extLst>
      <p:ext uri="{BB962C8B-B14F-4D97-AF65-F5344CB8AC3E}">
        <p14:creationId xmlns:p14="http://schemas.microsoft.com/office/powerpoint/2010/main" val="1632596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6"/>
          <p:cNvSpPr>
            <a:spLocks noGrp="1"/>
          </p:cNvSpPr>
          <p:nvPr>
            <p:ph type="title"/>
          </p:nvPr>
        </p:nvSpPr>
        <p:spPr>
          <a:xfrm>
            <a:off x="0" y="0"/>
            <a:ext cx="9144000" cy="1600200"/>
          </a:xfrm>
        </p:spPr>
        <p:txBody>
          <a:bodyPr/>
          <a:lstStyle/>
          <a:p>
            <a:r>
              <a:rPr lang="en-US" dirty="0" smtClean="0"/>
              <a:t>Wireless Transmission</a:t>
            </a:r>
            <a:br>
              <a:rPr lang="en-US" dirty="0" smtClean="0"/>
            </a:br>
            <a:r>
              <a:rPr lang="en-US" dirty="0" smtClean="0"/>
              <a:t>Media</a:t>
            </a:r>
          </a:p>
        </p:txBody>
      </p:sp>
      <p:sp>
        <p:nvSpPr>
          <p:cNvPr id="122882" name="Content Placeholder 7"/>
          <p:cNvSpPr>
            <a:spLocks noGrp="1"/>
          </p:cNvSpPr>
          <p:nvPr>
            <p:ph idx="1"/>
          </p:nvPr>
        </p:nvSpPr>
        <p:spPr>
          <a:xfrm>
            <a:off x="762000" y="1752600"/>
            <a:ext cx="8077200" cy="4495800"/>
          </a:xfrm>
        </p:spPr>
        <p:txBody>
          <a:bodyPr>
            <a:normAutofit/>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Radio transmission</a:t>
            </a:r>
          </a:p>
          <a:p>
            <a:pPr lvl="1">
              <a:spcBef>
                <a:spcPct val="0"/>
              </a:spcBef>
            </a:pPr>
            <a:r>
              <a:rPr lang="en-US" sz="2400" dirty="0" smtClean="0">
                <a:solidFill>
                  <a:schemeClr val="tx1"/>
                </a:solidFill>
                <a:latin typeface="Tahoma" pitchFamily="34" charset="0"/>
                <a:ea typeface="Tahoma" pitchFamily="34" charset="0"/>
                <a:cs typeface="Tahoma" pitchFamily="34" charset="0"/>
              </a:rPr>
              <a:t>Enables music, photos, and voice to travel through the air as radio frequency or radio waves</a:t>
            </a:r>
          </a:p>
          <a:p>
            <a:pPr lvl="1">
              <a:spcBef>
                <a:spcPct val="0"/>
              </a:spcBef>
              <a:buClr>
                <a:schemeClr val="tx1">
                  <a:lumMod val="50000"/>
                  <a:lumOff val="50000"/>
                </a:schemeClr>
              </a:buClr>
            </a:pPr>
            <a:r>
              <a:rPr lang="en-US" sz="2400" b="1" dirty="0" smtClean="0">
                <a:solidFill>
                  <a:schemeClr val="tx1"/>
                </a:solidFill>
                <a:latin typeface="Tahoma" pitchFamily="34" charset="0"/>
                <a:ea typeface="Tahoma" pitchFamily="34" charset="0"/>
                <a:cs typeface="Tahoma" pitchFamily="34" charset="0"/>
              </a:rPr>
              <a:t>Bluetooth</a:t>
            </a:r>
            <a:r>
              <a:rPr lang="en-US" sz="2400" dirty="0" smtClean="0">
                <a:solidFill>
                  <a:schemeClr val="tx1"/>
                </a:solidFill>
                <a:latin typeface="Tahoma" pitchFamily="34" charset="0"/>
                <a:ea typeface="Tahoma" pitchFamily="34" charset="0"/>
                <a:cs typeface="Tahoma" pitchFamily="34" charset="0"/>
              </a:rPr>
              <a:t>—radio transmission enables devices within 30 feet to communicate wirelessly</a:t>
            </a:r>
          </a:p>
          <a:p>
            <a:pPr lvl="1">
              <a:spcBef>
                <a:spcPct val="0"/>
              </a:spcBef>
              <a:buClr>
                <a:schemeClr val="tx1">
                  <a:lumMod val="50000"/>
                  <a:lumOff val="50000"/>
                </a:schemeClr>
              </a:buClr>
            </a:pPr>
            <a:r>
              <a:rPr lang="en-US" sz="2400" dirty="0" smtClean="0">
                <a:solidFill>
                  <a:schemeClr val="tx1"/>
                </a:solidFill>
                <a:latin typeface="Tahoma" pitchFamily="34" charset="0"/>
                <a:ea typeface="Tahoma" pitchFamily="34" charset="0"/>
                <a:cs typeface="Tahoma" pitchFamily="34" charset="0"/>
              </a:rPr>
              <a:t>Does not require direct line of sight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20</a:t>
            </a:fld>
            <a:endParaRPr kumimoji="0" lang="en-US"/>
          </a:p>
        </p:txBody>
      </p:sp>
    </p:spTree>
    <p:extLst>
      <p:ext uri="{BB962C8B-B14F-4D97-AF65-F5344CB8AC3E}">
        <p14:creationId xmlns:p14="http://schemas.microsoft.com/office/powerpoint/2010/main" val="3422097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6"/>
          <p:cNvSpPr>
            <a:spLocks noGrp="1"/>
          </p:cNvSpPr>
          <p:nvPr>
            <p:ph type="title"/>
          </p:nvPr>
        </p:nvSpPr>
        <p:spPr>
          <a:xfrm>
            <a:off x="0" y="0"/>
            <a:ext cx="9144000" cy="1600200"/>
          </a:xfrm>
        </p:spPr>
        <p:txBody>
          <a:bodyPr/>
          <a:lstStyle/>
          <a:p>
            <a:r>
              <a:rPr lang="en-US" dirty="0" smtClean="0"/>
              <a:t>Wireless Transmission</a:t>
            </a:r>
            <a:br>
              <a:rPr lang="en-US" dirty="0" smtClean="0"/>
            </a:br>
            <a:r>
              <a:rPr lang="en-US" dirty="0" smtClean="0"/>
              <a:t>Media</a:t>
            </a:r>
          </a:p>
        </p:txBody>
      </p:sp>
      <p:pic>
        <p:nvPicPr>
          <p:cNvPr id="9218" name="Picture 2" descr="C:\Users\Tiffany\Documents\CAYF\To Edit\ppt_jpegs3\Ch8\ch08\08-10.jpg"/>
          <p:cNvPicPr>
            <a:picLocks noChangeAspect="1" noChangeArrowheads="1"/>
          </p:cNvPicPr>
          <p:nvPr/>
        </p:nvPicPr>
        <p:blipFill>
          <a:blip r:embed="rId3" cstate="print"/>
          <a:srcRect/>
          <a:stretch>
            <a:fillRect/>
          </a:stretch>
        </p:blipFill>
        <p:spPr bwMode="auto">
          <a:xfrm>
            <a:off x="2057400" y="1676400"/>
            <a:ext cx="4495800" cy="4495800"/>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21</a:t>
            </a:fld>
            <a:endParaRPr kumimoji="0" lang="en-US"/>
          </a:p>
        </p:txBody>
      </p:sp>
    </p:spTree>
    <p:extLst>
      <p:ext uri="{BB962C8B-B14F-4D97-AF65-F5344CB8AC3E}">
        <p14:creationId xmlns:p14="http://schemas.microsoft.com/office/powerpoint/2010/main" val="3686280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p:cNvSpPr>
          <p:nvPr>
            <p:ph type="title"/>
          </p:nvPr>
        </p:nvSpPr>
        <p:spPr>
          <a:xfrm>
            <a:off x="0" y="0"/>
            <a:ext cx="9144000" cy="1600200"/>
          </a:xfrm>
        </p:spPr>
        <p:txBody>
          <a:bodyPr/>
          <a:lstStyle/>
          <a:p>
            <a:r>
              <a:rPr lang="en-US" dirty="0" smtClean="0"/>
              <a:t>Wireless Transmission</a:t>
            </a:r>
            <a:br>
              <a:rPr lang="en-US" dirty="0" smtClean="0"/>
            </a:br>
            <a:r>
              <a:rPr lang="en-US" dirty="0" smtClean="0"/>
              <a:t>Media</a:t>
            </a:r>
          </a:p>
        </p:txBody>
      </p:sp>
      <p:sp>
        <p:nvSpPr>
          <p:cNvPr id="124930" name="Content Placeholder 2"/>
          <p:cNvSpPr>
            <a:spLocks noGrp="1"/>
          </p:cNvSpPr>
          <p:nvPr>
            <p:ph sz="half" idx="4294967295"/>
          </p:nvPr>
        </p:nvSpPr>
        <p:spPr>
          <a:xfrm>
            <a:off x="4724400" y="1905000"/>
            <a:ext cx="4038600" cy="3733800"/>
          </a:xfrm>
          <a:prstGeom prst="rect">
            <a:avLst/>
          </a:prstGeom>
        </p:spPr>
        <p:txBody>
          <a:bodyPr>
            <a:normAutofit/>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Microwaves</a:t>
            </a:r>
          </a:p>
          <a:p>
            <a:pPr lvl="1">
              <a:spcBef>
                <a:spcPct val="0"/>
              </a:spcBef>
            </a:pPr>
            <a:r>
              <a:rPr lang="en-US" sz="2400" dirty="0" smtClean="0">
                <a:solidFill>
                  <a:schemeClr val="tx1"/>
                </a:solidFill>
                <a:latin typeface="Tahoma" pitchFamily="34" charset="0"/>
                <a:ea typeface="Tahoma" pitchFamily="34" charset="0"/>
                <a:cs typeface="Tahoma" pitchFamily="34" charset="0"/>
              </a:rPr>
              <a:t>Transmit data via electromagnetic radio waves with short frequencies </a:t>
            </a:r>
          </a:p>
          <a:p>
            <a:endParaRPr lang="en-US" sz="2800" b="1"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22</a:t>
            </a:fld>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905000"/>
            <a:ext cx="4167554" cy="3250692"/>
          </a:xfrm>
          <a:prstGeom prst="rect">
            <a:avLst/>
          </a:prstGeom>
        </p:spPr>
      </p:pic>
    </p:spTree>
    <p:extLst>
      <p:ext uri="{BB962C8B-B14F-4D97-AF65-F5344CB8AC3E}">
        <p14:creationId xmlns:p14="http://schemas.microsoft.com/office/powerpoint/2010/main" val="39499161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6"/>
          <p:cNvSpPr>
            <a:spLocks noGrp="1"/>
          </p:cNvSpPr>
          <p:nvPr>
            <p:ph type="title"/>
          </p:nvPr>
        </p:nvSpPr>
        <p:spPr>
          <a:xfrm>
            <a:off x="0" y="0"/>
            <a:ext cx="9144000" cy="1600200"/>
          </a:xfrm>
        </p:spPr>
        <p:txBody>
          <a:bodyPr/>
          <a:lstStyle/>
          <a:p>
            <a:r>
              <a:rPr lang="en-US" dirty="0" smtClean="0"/>
              <a:t>Wireless Transmission</a:t>
            </a:r>
            <a:br>
              <a:rPr lang="en-US" dirty="0" smtClean="0"/>
            </a:br>
            <a:r>
              <a:rPr lang="en-US" dirty="0"/>
              <a:t>M</a:t>
            </a:r>
            <a:r>
              <a:rPr lang="en-US" dirty="0" smtClean="0"/>
              <a:t>edia</a:t>
            </a:r>
          </a:p>
        </p:txBody>
      </p:sp>
      <p:sp>
        <p:nvSpPr>
          <p:cNvPr id="126978" name="Content Placeholder 7"/>
          <p:cNvSpPr>
            <a:spLocks noGrp="1"/>
          </p:cNvSpPr>
          <p:nvPr>
            <p:ph idx="1"/>
          </p:nvPr>
        </p:nvSpPr>
        <p:spPr>
          <a:xfrm>
            <a:off x="762000" y="1905000"/>
            <a:ext cx="8077200" cy="44196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Satellites</a:t>
            </a:r>
            <a:endParaRPr lang="en-US" sz="36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Microwave relay stations in space that transmit data through microwave signals</a:t>
            </a:r>
            <a:endParaRPr lang="en-US" sz="2400" b="1" dirty="0" smtClean="0">
              <a:solidFill>
                <a:schemeClr val="tx1"/>
              </a:solidFill>
              <a:latin typeface="Tahoma" pitchFamily="34" charset="0"/>
              <a:ea typeface="Tahoma" pitchFamily="34" charset="0"/>
              <a:cs typeface="Tahoma" pitchFamily="34" charset="0"/>
            </a:endParaRPr>
          </a:p>
          <a:p>
            <a:pPr lvl="1"/>
            <a:r>
              <a:rPr lang="en-US" sz="2400" b="1" dirty="0" smtClean="0">
                <a:solidFill>
                  <a:schemeClr val="tx1"/>
                </a:solidFill>
                <a:latin typeface="Tahoma" pitchFamily="34" charset="0"/>
                <a:ea typeface="Tahoma" pitchFamily="34" charset="0"/>
                <a:cs typeface="Tahoma" pitchFamily="34" charset="0"/>
              </a:rPr>
              <a:t>Direct broadcast satellite (DBS)</a:t>
            </a:r>
            <a:r>
              <a:rPr lang="en-US" sz="2400" dirty="0" smtClean="0">
                <a:solidFill>
                  <a:schemeClr val="tx1"/>
                </a:solidFill>
                <a:latin typeface="Tahoma" pitchFamily="34" charset="0"/>
                <a:ea typeface="Tahoma" pitchFamily="34" charset="0"/>
                <a:cs typeface="Tahoma" pitchFamily="34" charset="0"/>
              </a:rPr>
              <a:t>—consumer satellite technology that receives digital TV signals through a reception dish</a:t>
            </a:r>
          </a:p>
          <a:p>
            <a:pPr lvl="1"/>
            <a:r>
              <a:rPr lang="en-US" sz="2400" dirty="0" smtClean="0">
                <a:solidFill>
                  <a:schemeClr val="tx1"/>
                </a:solidFill>
                <a:latin typeface="Tahoma" pitchFamily="34" charset="0"/>
                <a:ea typeface="Tahoma" pitchFamily="34" charset="0"/>
                <a:cs typeface="Tahoma" pitchFamily="34" charset="0"/>
              </a:rPr>
              <a:t>Requires the computer system to have a special communications device called a </a:t>
            </a:r>
            <a:r>
              <a:rPr lang="en-US" sz="2400" b="1" dirty="0" smtClean="0">
                <a:solidFill>
                  <a:schemeClr val="tx1"/>
                </a:solidFill>
                <a:latin typeface="Tahoma" pitchFamily="34" charset="0"/>
                <a:ea typeface="Tahoma" pitchFamily="34" charset="0"/>
                <a:cs typeface="Tahoma" pitchFamily="34" charset="0"/>
              </a:rPr>
              <a:t>network access point</a:t>
            </a:r>
            <a:r>
              <a:rPr lang="en-US" sz="2400" dirty="0" smtClean="0">
                <a:solidFill>
                  <a:schemeClr val="tx1"/>
                </a:solidFill>
                <a:latin typeface="Tahoma" pitchFamily="34" charset="0"/>
                <a:ea typeface="Tahoma" pitchFamily="34" charset="0"/>
                <a:cs typeface="Tahoma" pitchFamily="34" charset="0"/>
              </a:rPr>
              <a:t>—sends and receives data between computer that contain wireless adapters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23</a:t>
            </a:fld>
            <a:endParaRPr kumimoji="0" lang="en-US"/>
          </a:p>
        </p:txBody>
      </p:sp>
    </p:spTree>
    <p:extLst>
      <p:ext uri="{BB962C8B-B14F-4D97-AF65-F5344CB8AC3E}">
        <p14:creationId xmlns:p14="http://schemas.microsoft.com/office/powerpoint/2010/main" val="952029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129026" name="Content Placeholder 6"/>
          <p:cNvSpPr>
            <a:spLocks noGrp="1"/>
          </p:cNvSpPr>
          <p:nvPr>
            <p:ph idx="1"/>
          </p:nvPr>
        </p:nvSpPr>
        <p:spPr>
          <a:xfrm>
            <a:off x="762000" y="1600200"/>
            <a:ext cx="8305800" cy="4648200"/>
          </a:xfrm>
        </p:spPr>
        <p:txBody>
          <a:bodyPr>
            <a:normAutofit fontScale="92500"/>
          </a:bodyPr>
          <a:lstStyle/>
          <a:p>
            <a:r>
              <a:rPr lang="en-US" sz="3000" b="1" dirty="0" smtClean="0">
                <a:solidFill>
                  <a:schemeClr val="tx1"/>
                </a:solidFill>
                <a:latin typeface="Tahoma" pitchFamily="34" charset="0"/>
                <a:ea typeface="Tahoma" pitchFamily="34" charset="0"/>
                <a:cs typeface="Tahoma" pitchFamily="34" charset="0"/>
              </a:rPr>
              <a:t>Public switched telephone network (PSTN)</a:t>
            </a:r>
            <a:endParaRPr lang="en-US" sz="3000" dirty="0" smtClean="0">
              <a:solidFill>
                <a:schemeClr val="tx1"/>
              </a:solidFill>
              <a:latin typeface="Tahoma" pitchFamily="34" charset="0"/>
              <a:ea typeface="Tahoma" pitchFamily="34" charset="0"/>
              <a:cs typeface="Tahoma" pitchFamily="34" charset="0"/>
            </a:endParaRPr>
          </a:p>
          <a:p>
            <a:pPr lvl="1"/>
            <a:r>
              <a:rPr lang="en-US" sz="1800" dirty="0" smtClean="0">
                <a:solidFill>
                  <a:schemeClr val="tx1"/>
                </a:solidFill>
                <a:latin typeface="Tahoma" pitchFamily="34" charset="0"/>
                <a:ea typeface="Tahoma" pitchFamily="34" charset="0"/>
                <a:cs typeface="Tahoma" pitchFamily="34" charset="0"/>
              </a:rPr>
              <a:t>Worldwide telephone system used for data </a:t>
            </a:r>
            <a:br>
              <a:rPr lang="en-US" sz="1800" dirty="0" smtClean="0">
                <a:solidFill>
                  <a:schemeClr val="tx1"/>
                </a:solidFill>
                <a:latin typeface="Tahoma" pitchFamily="34" charset="0"/>
                <a:ea typeface="Tahoma" pitchFamily="34" charset="0"/>
                <a:cs typeface="Tahoma" pitchFamily="34" charset="0"/>
              </a:rPr>
            </a:br>
            <a:r>
              <a:rPr lang="en-US" sz="1800" dirty="0" smtClean="0">
                <a:solidFill>
                  <a:schemeClr val="tx1"/>
                </a:solidFill>
                <a:latin typeface="Tahoma" pitchFamily="34" charset="0"/>
                <a:ea typeface="Tahoma" pitchFamily="34" charset="0"/>
                <a:cs typeface="Tahoma" pitchFamily="34" charset="0"/>
              </a:rPr>
              <a:t>and voice communications</a:t>
            </a:r>
          </a:p>
          <a:p>
            <a:pPr lvl="1"/>
            <a:r>
              <a:rPr lang="en-US" sz="1800" dirty="0" smtClean="0">
                <a:solidFill>
                  <a:schemeClr val="tx1"/>
                </a:solidFill>
                <a:latin typeface="Tahoma" pitchFamily="34" charset="0"/>
                <a:ea typeface="Tahoma" pitchFamily="34" charset="0"/>
                <a:cs typeface="Tahoma" pitchFamily="34" charset="0"/>
              </a:rPr>
              <a:t>Primarily digital</a:t>
            </a:r>
          </a:p>
          <a:p>
            <a:r>
              <a:rPr lang="en-US" sz="3000" b="1" dirty="0" smtClean="0">
                <a:solidFill>
                  <a:schemeClr val="tx1"/>
                </a:solidFill>
                <a:latin typeface="Tahoma" pitchFamily="34" charset="0"/>
                <a:ea typeface="Tahoma" pitchFamily="34" charset="0"/>
                <a:cs typeface="Tahoma" pitchFamily="34" charset="0"/>
              </a:rPr>
              <a:t>Subscriber loop carrier (SLC)</a:t>
            </a:r>
          </a:p>
          <a:p>
            <a:pPr lvl="1"/>
            <a:r>
              <a:rPr lang="en-US" sz="1800" dirty="0" smtClean="0">
                <a:solidFill>
                  <a:schemeClr val="tx1"/>
                </a:solidFill>
                <a:latin typeface="Tahoma" pitchFamily="34" charset="0"/>
                <a:ea typeface="Tahoma" pitchFamily="34" charset="0"/>
                <a:cs typeface="Tahoma" pitchFamily="34" charset="0"/>
              </a:rPr>
              <a:t>Links home and business telephones</a:t>
            </a:r>
          </a:p>
          <a:p>
            <a:pPr lvl="1"/>
            <a:r>
              <a:rPr lang="en-US" sz="1800" dirty="0" smtClean="0">
                <a:solidFill>
                  <a:schemeClr val="tx1"/>
                </a:solidFill>
                <a:latin typeface="Tahoma" pitchFamily="34" charset="0"/>
                <a:ea typeface="Tahoma" pitchFamily="34" charset="0"/>
                <a:cs typeface="Tahoma" pitchFamily="34" charset="0"/>
              </a:rPr>
              <a:t>Accommodates analog devices</a:t>
            </a:r>
          </a:p>
          <a:p>
            <a:r>
              <a:rPr lang="en-US" sz="3000" b="1" dirty="0" smtClean="0">
                <a:solidFill>
                  <a:schemeClr val="tx1"/>
                </a:solidFill>
                <a:latin typeface="Tahoma" pitchFamily="34" charset="0"/>
                <a:ea typeface="Tahoma" pitchFamily="34" charset="0"/>
                <a:cs typeface="Tahoma" pitchFamily="34" charset="0"/>
              </a:rPr>
              <a:t>Local loop</a:t>
            </a:r>
            <a:endParaRPr lang="en-US" sz="3000" dirty="0" smtClean="0">
              <a:solidFill>
                <a:schemeClr val="tx1"/>
              </a:solidFill>
              <a:latin typeface="Tahoma" pitchFamily="34" charset="0"/>
              <a:ea typeface="Tahoma" pitchFamily="34" charset="0"/>
              <a:cs typeface="Tahoma" pitchFamily="34" charset="0"/>
            </a:endParaRPr>
          </a:p>
          <a:p>
            <a:pPr lvl="1"/>
            <a:r>
              <a:rPr lang="en-US" sz="1800" dirty="0">
                <a:solidFill>
                  <a:schemeClr val="tx1"/>
                </a:solidFill>
                <a:latin typeface="Tahoma" pitchFamily="34" charset="0"/>
                <a:ea typeface="Tahoma" pitchFamily="34" charset="0"/>
                <a:cs typeface="Tahoma" pitchFamily="34" charset="0"/>
              </a:rPr>
              <a:t>A</a:t>
            </a:r>
            <a:r>
              <a:rPr lang="en-US" sz="1800" dirty="0" smtClean="0">
                <a:solidFill>
                  <a:schemeClr val="tx1"/>
                </a:solidFill>
                <a:latin typeface="Tahoma" pitchFamily="34" charset="0"/>
                <a:ea typeface="Tahoma" pitchFamily="34" charset="0"/>
                <a:cs typeface="Tahoma" pitchFamily="34" charset="0"/>
              </a:rPr>
              <a:t>rea served by an </a:t>
            </a:r>
            <a:r>
              <a:rPr lang="en-US" sz="1800" dirty="0" err="1" smtClean="0">
                <a:solidFill>
                  <a:schemeClr val="tx1"/>
                </a:solidFill>
                <a:latin typeface="Tahoma" pitchFamily="34" charset="0"/>
                <a:ea typeface="Tahoma" pitchFamily="34" charset="0"/>
                <a:cs typeface="Tahoma" pitchFamily="34" charset="0"/>
              </a:rPr>
              <a:t>SLC</a:t>
            </a:r>
            <a:endParaRPr lang="en-US" sz="1800" dirty="0" smtClean="0">
              <a:solidFill>
                <a:schemeClr val="tx1"/>
              </a:solidFill>
              <a:latin typeface="Tahoma" pitchFamily="34" charset="0"/>
              <a:ea typeface="Tahoma" pitchFamily="34" charset="0"/>
              <a:cs typeface="Tahoma" pitchFamily="34" charset="0"/>
            </a:endParaRPr>
          </a:p>
          <a:p>
            <a:r>
              <a:rPr lang="en-US" sz="3000" b="1" dirty="0" smtClean="0">
                <a:solidFill>
                  <a:schemeClr val="tx1"/>
                </a:solidFill>
                <a:latin typeface="Tahoma" pitchFamily="34" charset="0"/>
                <a:ea typeface="Tahoma" pitchFamily="34" charset="0"/>
                <a:cs typeface="Tahoma" pitchFamily="34" charset="0"/>
              </a:rPr>
              <a:t>Local exchange switch</a:t>
            </a:r>
          </a:p>
          <a:p>
            <a:pPr lvl="1"/>
            <a:r>
              <a:rPr lang="en-US" sz="1800" dirty="0" smtClean="0">
                <a:solidFill>
                  <a:schemeClr val="tx1"/>
                </a:solidFill>
                <a:latin typeface="Tahoma" pitchFamily="34" charset="0"/>
                <a:ea typeface="Tahoma" pitchFamily="34" charset="0"/>
                <a:cs typeface="Tahoma" pitchFamily="34" charset="0"/>
              </a:rPr>
              <a:t>Digital device capable of handling thousands of calls </a:t>
            </a:r>
          </a:p>
          <a:p>
            <a:pPr lvl="1"/>
            <a:r>
              <a:rPr lang="en-US" sz="1800" dirty="0" smtClean="0">
                <a:solidFill>
                  <a:schemeClr val="tx1"/>
                </a:solidFill>
                <a:latin typeface="Tahoma" pitchFamily="34" charset="0"/>
                <a:ea typeface="Tahoma" pitchFamily="34" charset="0"/>
                <a:cs typeface="Tahoma" pitchFamily="34" charset="0"/>
              </a:rPr>
              <a:t>Located at the local telephone’s central office</a:t>
            </a:r>
          </a:p>
          <a:p>
            <a:endParaRPr lang="en-US"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24</a:t>
            </a:fld>
            <a:endParaRPr kumimoji="0" lang="en-US"/>
          </a:p>
        </p:txBody>
      </p:sp>
    </p:spTree>
    <p:extLst>
      <p:ext uri="{BB962C8B-B14F-4D97-AF65-F5344CB8AC3E}">
        <p14:creationId xmlns:p14="http://schemas.microsoft.com/office/powerpoint/2010/main" val="2795781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2930"/>
            <a:ext cx="9144000" cy="1597269"/>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25</a:t>
            </a:fld>
            <a:endParaRPr kumimoji="0"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 y="1600199"/>
            <a:ext cx="7543800" cy="4674767"/>
          </a:xfrm>
        </p:spPr>
      </p:pic>
    </p:spTree>
    <p:extLst>
      <p:ext uri="{BB962C8B-B14F-4D97-AF65-F5344CB8AC3E}">
        <p14:creationId xmlns:p14="http://schemas.microsoft.com/office/powerpoint/2010/main" val="1064454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Content Placeholder 2"/>
          <p:cNvSpPr>
            <a:spLocks noGrp="1"/>
          </p:cNvSpPr>
          <p:nvPr>
            <p:ph idx="1"/>
          </p:nvPr>
        </p:nvSpPr>
        <p:spPr>
          <a:xfrm>
            <a:off x="762000" y="1905000"/>
            <a:ext cx="7772400" cy="4114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Digital telephony</a:t>
            </a:r>
            <a:endParaRPr lang="en-US" sz="36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Telephones and transmissions are digital</a:t>
            </a:r>
          </a:p>
          <a:p>
            <a:pPr lvl="1"/>
            <a:r>
              <a:rPr lang="en-US" sz="2400" dirty="0" smtClean="0">
                <a:solidFill>
                  <a:schemeClr val="tx1"/>
                </a:solidFill>
                <a:latin typeface="Tahoma" pitchFamily="34" charset="0"/>
                <a:ea typeface="Tahoma" pitchFamily="34" charset="0"/>
                <a:cs typeface="Tahoma" pitchFamily="34" charset="0"/>
              </a:rPr>
              <a:t>Companies—use a private branch exchange (PBX)</a:t>
            </a:r>
          </a:p>
          <a:p>
            <a:r>
              <a:rPr lang="en-US" sz="3600" b="1" dirty="0" smtClean="0">
                <a:solidFill>
                  <a:schemeClr val="tx1"/>
                </a:solidFill>
                <a:latin typeface="Tahoma" pitchFamily="34" charset="0"/>
                <a:ea typeface="Tahoma" pitchFamily="34" charset="0"/>
                <a:cs typeface="Tahoma" pitchFamily="34" charset="0"/>
              </a:rPr>
              <a:t>Multiplexing</a:t>
            </a:r>
            <a:r>
              <a:rPr lang="en-US" sz="2800" dirty="0" smtClean="0">
                <a:solidFill>
                  <a:schemeClr val="tx1"/>
                </a:solidFill>
                <a:latin typeface="Tahoma" pitchFamily="34" charset="0"/>
                <a:ea typeface="Tahoma" pitchFamily="34" charset="0"/>
                <a:cs typeface="Tahoma" pitchFamily="34" charset="0"/>
              </a:rPr>
              <a:t> </a:t>
            </a:r>
          </a:p>
          <a:p>
            <a:pPr lvl="1"/>
            <a:r>
              <a:rPr lang="en-US" sz="2400" dirty="0" smtClean="0">
                <a:solidFill>
                  <a:schemeClr val="tx1"/>
                </a:solidFill>
                <a:latin typeface="Tahoma" pitchFamily="34" charset="0"/>
                <a:ea typeface="Tahoma" pitchFamily="34" charset="0"/>
                <a:cs typeface="Tahoma" pitchFamily="34" charset="0"/>
              </a:rPr>
              <a:t>Allows multiple calls over a single line</a:t>
            </a:r>
          </a:p>
          <a:p>
            <a:pPr lvl="1"/>
            <a:r>
              <a:rPr lang="en-US" sz="2400" dirty="0" smtClean="0">
                <a:solidFill>
                  <a:schemeClr val="tx1"/>
                </a:solidFill>
                <a:latin typeface="Tahoma" pitchFamily="34" charset="0"/>
                <a:ea typeface="Tahoma" pitchFamily="34" charset="0"/>
                <a:cs typeface="Tahoma" pitchFamily="34" charset="0"/>
              </a:rPr>
              <a:t>Long-distance carriers—transmit many calls in digital format in a single circuit</a:t>
            </a:r>
          </a:p>
        </p:txBody>
      </p:sp>
      <p:sp>
        <p:nvSpPr>
          <p:cNvPr id="7"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26</a:t>
            </a:fld>
            <a:endParaRPr kumimoji="0" lang="en-US"/>
          </a:p>
        </p:txBody>
      </p:sp>
    </p:spTree>
    <p:extLst>
      <p:ext uri="{BB962C8B-B14F-4D97-AF65-F5344CB8AC3E}">
        <p14:creationId xmlns:p14="http://schemas.microsoft.com/office/powerpoint/2010/main" val="1774294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Content Placeholder 2"/>
          <p:cNvSpPr>
            <a:spLocks noGrp="1"/>
          </p:cNvSpPr>
          <p:nvPr>
            <p:ph idx="1"/>
          </p:nvPr>
        </p:nvSpPr>
        <p:spPr>
          <a:xfrm>
            <a:off x="762000" y="1905000"/>
            <a:ext cx="8153400" cy="42672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Last-mile problem</a:t>
            </a:r>
          </a:p>
          <a:p>
            <a:pPr lvl="1"/>
            <a:r>
              <a:rPr lang="en-US" sz="2400" dirty="0" smtClean="0">
                <a:solidFill>
                  <a:schemeClr val="tx1"/>
                </a:solidFill>
                <a:latin typeface="Tahoma" pitchFamily="34" charset="0"/>
                <a:ea typeface="Tahoma" pitchFamily="34" charset="0"/>
                <a:cs typeface="Tahoma" pitchFamily="34" charset="0"/>
              </a:rPr>
              <a:t>Inability to access the </a:t>
            </a:r>
            <a:r>
              <a:rPr lang="en-US" sz="2400" dirty="0" err="1" smtClean="0">
                <a:solidFill>
                  <a:schemeClr val="tx1"/>
                </a:solidFill>
                <a:latin typeface="Tahoma" pitchFamily="34" charset="0"/>
                <a:ea typeface="Tahoma" pitchFamily="34" charset="0"/>
                <a:cs typeface="Tahoma" pitchFamily="34" charset="0"/>
              </a:rPr>
              <a:t>PSTN’s</a:t>
            </a:r>
            <a:r>
              <a:rPr lang="en-US" sz="2400" dirty="0" smtClean="0">
                <a:solidFill>
                  <a:schemeClr val="tx1"/>
                </a:solidFill>
                <a:latin typeface="Tahoma" pitchFamily="34" charset="0"/>
                <a:ea typeface="Tahoma" pitchFamily="34" charset="0"/>
                <a:cs typeface="Tahoma" pitchFamily="34" charset="0"/>
              </a:rPr>
              <a:t> high-speed, fiber-optic cables </a:t>
            </a:r>
          </a:p>
          <a:p>
            <a:pPr lvl="1"/>
            <a:r>
              <a:rPr lang="en-US" sz="2400" dirty="0" smtClean="0">
                <a:solidFill>
                  <a:schemeClr val="tx1"/>
                </a:solidFill>
                <a:latin typeface="Tahoma" pitchFamily="34" charset="0"/>
                <a:ea typeface="Tahoma" pitchFamily="34" charset="0"/>
                <a:cs typeface="Tahoma" pitchFamily="34" charset="0"/>
              </a:rPr>
              <a:t>Bottleneck of data on the last mile of twisted-pair phone lines</a:t>
            </a:r>
          </a:p>
          <a:p>
            <a:r>
              <a:rPr lang="en-US" sz="3600" b="1" dirty="0" smtClean="0">
                <a:solidFill>
                  <a:schemeClr val="tx1"/>
                </a:solidFill>
                <a:latin typeface="Tahoma" pitchFamily="34" charset="0"/>
                <a:ea typeface="Tahoma" pitchFamily="34" charset="0"/>
                <a:cs typeface="Tahoma" pitchFamily="34" charset="0"/>
              </a:rPr>
              <a:t>Last-mile technologies</a:t>
            </a:r>
            <a:r>
              <a:rPr lang="en-US" sz="2800" dirty="0" smtClean="0">
                <a:solidFill>
                  <a:schemeClr val="tx1"/>
                </a:solidFill>
                <a:latin typeface="Tahoma" pitchFamily="34" charset="0"/>
                <a:ea typeface="Tahoma" pitchFamily="34" charset="0"/>
                <a:cs typeface="Tahoma" pitchFamily="34" charset="0"/>
              </a:rPr>
              <a:t> </a:t>
            </a:r>
          </a:p>
          <a:p>
            <a:pPr lvl="1"/>
            <a:r>
              <a:rPr lang="en-US" sz="2400" dirty="0" smtClean="0">
                <a:solidFill>
                  <a:schemeClr val="tx1"/>
                </a:solidFill>
                <a:latin typeface="Tahoma" pitchFamily="34" charset="0"/>
                <a:ea typeface="Tahoma" pitchFamily="34" charset="0"/>
                <a:cs typeface="Tahoma" pitchFamily="34" charset="0"/>
              </a:rPr>
              <a:t>Provide solutions for bottlenecks</a:t>
            </a:r>
          </a:p>
          <a:p>
            <a:pPr lvl="1"/>
            <a:r>
              <a:rPr lang="en-US" sz="2400" dirty="0" smtClean="0">
                <a:solidFill>
                  <a:schemeClr val="tx1"/>
                </a:solidFill>
                <a:latin typeface="Tahoma" pitchFamily="34" charset="0"/>
                <a:ea typeface="Tahoma" pitchFamily="34" charset="0"/>
                <a:cs typeface="Tahoma" pitchFamily="34" charset="0"/>
              </a:rPr>
              <a:t>Used while local loops are upgraded</a:t>
            </a:r>
          </a:p>
        </p:txBody>
      </p:sp>
      <p:sp>
        <p:nvSpPr>
          <p:cNvPr id="7"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27</a:t>
            </a:fld>
            <a:endParaRPr kumimoji="0" lang="en-US"/>
          </a:p>
        </p:txBody>
      </p:sp>
    </p:spTree>
    <p:extLst>
      <p:ext uri="{BB962C8B-B14F-4D97-AF65-F5344CB8AC3E}">
        <p14:creationId xmlns:p14="http://schemas.microsoft.com/office/powerpoint/2010/main" val="20257277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Content Placeholder 2"/>
          <p:cNvSpPr>
            <a:spLocks noGrp="1"/>
          </p:cNvSpPr>
          <p:nvPr>
            <p:ph idx="1"/>
          </p:nvPr>
        </p:nvSpPr>
        <p:spPr>
          <a:xfrm>
            <a:off x="762000" y="1905000"/>
            <a:ext cx="8153400" cy="4383088"/>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Last-mile technologies</a:t>
            </a:r>
            <a:r>
              <a:rPr lang="en-US" sz="3200" b="1" dirty="0" smtClean="0">
                <a:solidFill>
                  <a:schemeClr val="tx1"/>
                </a:solidFill>
                <a:latin typeface="Tahoma" pitchFamily="34" charset="0"/>
                <a:ea typeface="Tahoma" pitchFamily="34" charset="0"/>
                <a:cs typeface="Tahoma" pitchFamily="34" charset="0"/>
              </a:rPr>
              <a:t> (</a:t>
            </a:r>
            <a:r>
              <a:rPr lang="en-US" sz="3200" b="1" dirty="0" err="1" smtClean="0">
                <a:solidFill>
                  <a:schemeClr val="tx1"/>
                </a:solidFill>
                <a:latin typeface="Tahoma" pitchFamily="34" charset="0"/>
                <a:ea typeface="Tahoma" pitchFamily="34" charset="0"/>
                <a:cs typeface="Tahoma" pitchFamily="34" charset="0"/>
              </a:rPr>
              <a:t>con’t</a:t>
            </a:r>
            <a:r>
              <a:rPr lang="en-US" sz="3200" b="1" dirty="0" smtClean="0">
                <a:solidFill>
                  <a:schemeClr val="tx1"/>
                </a:solidFill>
                <a:latin typeface="Tahoma" pitchFamily="34" charset="0"/>
                <a:ea typeface="Tahoma" pitchFamily="34" charset="0"/>
                <a:cs typeface="Tahoma" pitchFamily="34" charset="0"/>
              </a:rPr>
              <a:t>.)</a:t>
            </a:r>
          </a:p>
          <a:p>
            <a:pPr lvl="1"/>
            <a:r>
              <a:rPr lang="en-US" sz="2400" b="1" dirty="0" smtClean="0">
                <a:solidFill>
                  <a:schemeClr val="tx1"/>
                </a:solidFill>
                <a:latin typeface="Tahoma" pitchFamily="34" charset="0"/>
                <a:ea typeface="Tahoma" pitchFamily="34" charset="0"/>
                <a:cs typeface="Tahoma" pitchFamily="34" charset="0"/>
              </a:rPr>
              <a:t>Integrated services digital networking (ISDN)</a:t>
            </a:r>
            <a:r>
              <a:rPr lang="en-US" sz="2400" dirty="0" smtClean="0">
                <a:solidFill>
                  <a:schemeClr val="tx1"/>
                </a:solidFill>
                <a:latin typeface="Tahoma" pitchFamily="34" charset="0"/>
                <a:ea typeface="Tahoma" pitchFamily="34" charset="0"/>
                <a:cs typeface="Tahoma" pitchFamily="34" charset="0"/>
              </a:rPr>
              <a:t> </a:t>
            </a:r>
          </a:p>
          <a:p>
            <a:pPr lvl="2"/>
            <a:r>
              <a:rPr lang="en-US" sz="2400" dirty="0" smtClean="0">
                <a:solidFill>
                  <a:schemeClr val="tx1"/>
                </a:solidFill>
                <a:latin typeface="Tahoma" pitchFamily="34" charset="0"/>
                <a:ea typeface="Tahoma" pitchFamily="34" charset="0"/>
                <a:cs typeface="Tahoma" pitchFamily="34" charset="0"/>
              </a:rPr>
              <a:t>Standard that provides digital telephone and data service</a:t>
            </a:r>
          </a:p>
          <a:p>
            <a:pPr lvl="2"/>
            <a:r>
              <a:rPr lang="en-US" sz="2400" dirty="0" smtClean="0">
                <a:solidFill>
                  <a:schemeClr val="tx1"/>
                </a:solidFill>
                <a:latin typeface="Tahoma" pitchFamily="34" charset="0"/>
                <a:ea typeface="Tahoma" pitchFamily="34" charset="0"/>
                <a:cs typeface="Tahoma" pitchFamily="34" charset="0"/>
              </a:rPr>
              <a:t>No lengthy dial-in procedures or connection delay</a:t>
            </a:r>
          </a:p>
          <a:p>
            <a:pPr lvl="2"/>
            <a:r>
              <a:rPr lang="en-US" sz="2400" dirty="0" smtClean="0">
                <a:solidFill>
                  <a:schemeClr val="tx1"/>
                </a:solidFill>
                <a:latin typeface="Tahoma" pitchFamily="34" charset="0"/>
                <a:ea typeface="Tahoma" pitchFamily="34" charset="0"/>
                <a:cs typeface="Tahoma" pitchFamily="34" charset="0"/>
              </a:rPr>
              <a:t>Requires an </a:t>
            </a:r>
            <a:r>
              <a:rPr lang="en-US" sz="2400" b="1" dirty="0" smtClean="0">
                <a:solidFill>
                  <a:schemeClr val="tx1"/>
                </a:solidFill>
                <a:latin typeface="Tahoma" pitchFamily="34" charset="0"/>
                <a:ea typeface="Tahoma" pitchFamily="34" charset="0"/>
                <a:cs typeface="Tahoma" pitchFamily="34" charset="0"/>
              </a:rPr>
              <a:t>ISDN adapter/digital modem</a:t>
            </a:r>
            <a:r>
              <a:rPr lang="en-US" sz="2400" dirty="0" smtClean="0">
                <a:solidFill>
                  <a:schemeClr val="tx1"/>
                </a:solidFill>
                <a:latin typeface="Tahoma" pitchFamily="34" charset="0"/>
                <a:ea typeface="Tahoma" pitchFamily="34" charset="0"/>
                <a:cs typeface="Tahoma" pitchFamily="34" charset="0"/>
              </a:rPr>
              <a:t> to connect computers to ISDN lines </a:t>
            </a:r>
          </a:p>
          <a:p>
            <a:pPr lvl="2"/>
            <a:r>
              <a:rPr lang="en-US" sz="2400" dirty="0" smtClean="0">
                <a:solidFill>
                  <a:schemeClr val="tx1"/>
                </a:solidFill>
                <a:latin typeface="Tahoma" pitchFamily="34" charset="0"/>
                <a:ea typeface="Tahoma" pitchFamily="34" charset="0"/>
                <a:cs typeface="Tahoma" pitchFamily="34" charset="0"/>
              </a:rPr>
              <a:t>May be the only broadband solution in rural areas</a:t>
            </a:r>
          </a:p>
          <a:p>
            <a:pPr lvl="1"/>
            <a:endParaRPr lang="en-US" sz="2000" b="1" dirty="0" smtClean="0">
              <a:solidFill>
                <a:schemeClr val="tx1"/>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2930"/>
            <a:ext cx="9144000" cy="1597269"/>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28</a:t>
            </a:fld>
            <a:endParaRPr kumimoji="0" lang="en-US"/>
          </a:p>
        </p:txBody>
      </p:sp>
    </p:spTree>
    <p:extLst>
      <p:ext uri="{BB962C8B-B14F-4D97-AF65-F5344CB8AC3E}">
        <p14:creationId xmlns:p14="http://schemas.microsoft.com/office/powerpoint/2010/main" val="2501732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Content Placeholder 2"/>
          <p:cNvSpPr>
            <a:spLocks noGrp="1"/>
          </p:cNvSpPr>
          <p:nvPr>
            <p:ph idx="1"/>
          </p:nvPr>
        </p:nvSpPr>
        <p:spPr>
          <a:xfrm>
            <a:off x="457200" y="1600200"/>
            <a:ext cx="8686800" cy="4724400"/>
          </a:xfrm>
        </p:spPr>
        <p:txBody>
          <a:bodyPr>
            <a:noAutofit/>
          </a:bodyPr>
          <a:lstStyle/>
          <a:p>
            <a:r>
              <a:rPr lang="en-US" sz="3600" b="1" dirty="0" smtClean="0">
                <a:solidFill>
                  <a:schemeClr val="tx1"/>
                </a:solidFill>
                <a:latin typeface="Tahoma" pitchFamily="34" charset="0"/>
                <a:ea typeface="Tahoma" pitchFamily="34" charset="0"/>
                <a:cs typeface="Tahoma" pitchFamily="34" charset="0"/>
              </a:rPr>
              <a:t>Last-mile technologies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p>
          <a:p>
            <a:pPr lvl="1"/>
            <a:r>
              <a:rPr lang="en-US" sz="2100" b="1" dirty="0" smtClean="0">
                <a:solidFill>
                  <a:schemeClr val="tx1"/>
                </a:solidFill>
                <a:latin typeface="Tahoma" pitchFamily="34" charset="0"/>
                <a:ea typeface="Tahoma" pitchFamily="34" charset="0"/>
                <a:cs typeface="Tahoma" pitchFamily="34" charset="0"/>
              </a:rPr>
              <a:t>Digital subscriber line (DSL)</a:t>
            </a:r>
            <a:r>
              <a:rPr lang="en-US" sz="2100" dirty="0">
                <a:solidFill>
                  <a:schemeClr val="tx1"/>
                </a:solidFill>
                <a:latin typeface="Tahoma" pitchFamily="34" charset="0"/>
                <a:ea typeface="Tahoma" pitchFamily="34" charset="0"/>
                <a:cs typeface="Tahoma" pitchFamily="34" charset="0"/>
              </a:rPr>
              <a:t> </a:t>
            </a:r>
            <a:r>
              <a:rPr lang="en-US" sz="2100" dirty="0" smtClean="0">
                <a:solidFill>
                  <a:schemeClr val="tx1"/>
                </a:solidFill>
                <a:latin typeface="Tahoma" pitchFamily="34" charset="0"/>
                <a:ea typeface="Tahoma" pitchFamily="34" charset="0"/>
                <a:cs typeface="Tahoma" pitchFamily="34" charset="0"/>
              </a:rPr>
              <a:t>(Also </a:t>
            </a:r>
            <a:r>
              <a:rPr lang="en-US" sz="2100" dirty="0">
                <a:solidFill>
                  <a:schemeClr val="tx1"/>
                </a:solidFill>
                <a:latin typeface="Tahoma" pitchFamily="34" charset="0"/>
                <a:ea typeface="Tahoma" pitchFamily="34" charset="0"/>
                <a:cs typeface="Tahoma" pitchFamily="34" charset="0"/>
              </a:rPr>
              <a:t>called </a:t>
            </a:r>
            <a:r>
              <a:rPr lang="en-US" sz="2100" b="1" dirty="0" err="1" smtClean="0">
                <a:solidFill>
                  <a:schemeClr val="tx1"/>
                </a:solidFill>
                <a:latin typeface="Tahoma" pitchFamily="34" charset="0"/>
                <a:ea typeface="Tahoma" pitchFamily="34" charset="0"/>
                <a:cs typeface="Tahoma" pitchFamily="34" charset="0"/>
              </a:rPr>
              <a:t>xDSL</a:t>
            </a:r>
            <a:r>
              <a:rPr lang="en-US" sz="2100" dirty="0" smtClean="0">
                <a:solidFill>
                  <a:schemeClr val="tx1"/>
                </a:solidFill>
                <a:latin typeface="Tahoma" pitchFamily="34" charset="0"/>
                <a:ea typeface="Tahoma" pitchFamily="34" charset="0"/>
                <a:cs typeface="Tahoma" pitchFamily="34" charset="0"/>
              </a:rPr>
              <a:t>)</a:t>
            </a:r>
            <a:endParaRPr lang="en-US" sz="2100" dirty="0">
              <a:solidFill>
                <a:schemeClr val="tx1"/>
              </a:solidFill>
              <a:latin typeface="Tahoma" pitchFamily="34" charset="0"/>
              <a:ea typeface="Tahoma" pitchFamily="34" charset="0"/>
              <a:cs typeface="Tahoma" pitchFamily="34" charset="0"/>
            </a:endParaRPr>
          </a:p>
          <a:p>
            <a:pPr lvl="2"/>
            <a:r>
              <a:rPr lang="en-US" sz="2100" dirty="0" smtClean="0">
                <a:solidFill>
                  <a:schemeClr val="tx1"/>
                </a:solidFill>
                <a:latin typeface="Tahoma" pitchFamily="34" charset="0"/>
                <a:ea typeface="Tahoma" pitchFamily="34" charset="0"/>
                <a:cs typeface="Tahoma" pitchFamily="34" charset="0"/>
              </a:rPr>
              <a:t>Broad term for group of technologies offering high-speed access</a:t>
            </a:r>
          </a:p>
          <a:p>
            <a:pPr lvl="3"/>
            <a:r>
              <a:rPr lang="en-US" sz="2100" b="1" dirty="0" smtClean="0">
                <a:solidFill>
                  <a:schemeClr val="tx1"/>
                </a:solidFill>
                <a:latin typeface="Tahoma" pitchFamily="34" charset="0"/>
                <a:ea typeface="Tahoma" pitchFamily="34" charset="0"/>
                <a:cs typeface="Tahoma" pitchFamily="34" charset="0"/>
              </a:rPr>
              <a:t>ADSL (asymmetric digital subscriber line)</a:t>
            </a:r>
          </a:p>
          <a:p>
            <a:pPr lvl="3"/>
            <a:r>
              <a:rPr lang="en-US" sz="2100" b="1" dirty="0" smtClean="0">
                <a:solidFill>
                  <a:schemeClr val="tx1"/>
                </a:solidFill>
                <a:latin typeface="Tahoma" pitchFamily="34" charset="0"/>
                <a:ea typeface="Tahoma" pitchFamily="34" charset="0"/>
                <a:cs typeface="Tahoma" pitchFamily="34" charset="0"/>
              </a:rPr>
              <a:t>SDSL (symmetric digital subscriber line)</a:t>
            </a:r>
          </a:p>
          <a:p>
            <a:pPr lvl="3"/>
            <a:r>
              <a:rPr lang="en-US" sz="2100" b="1" dirty="0" smtClean="0">
                <a:solidFill>
                  <a:schemeClr val="tx1"/>
                </a:solidFill>
                <a:latin typeface="Tahoma" pitchFamily="34" charset="0"/>
                <a:ea typeface="Tahoma" pitchFamily="34" charset="0"/>
                <a:cs typeface="Tahoma" pitchFamily="34" charset="0"/>
              </a:rPr>
              <a:t>HDSL (high bit-rate digital subscriber line)</a:t>
            </a:r>
          </a:p>
          <a:p>
            <a:pPr lvl="3"/>
            <a:r>
              <a:rPr lang="en-US" sz="2100" b="1" dirty="0" smtClean="0">
                <a:solidFill>
                  <a:schemeClr val="tx1"/>
                </a:solidFill>
                <a:latin typeface="Tahoma" pitchFamily="34" charset="0"/>
                <a:ea typeface="Tahoma" pitchFamily="34" charset="0"/>
                <a:cs typeface="Tahoma" pitchFamily="34" charset="0"/>
              </a:rPr>
              <a:t>VDSL (very high bit-rate digital subscriber line)</a:t>
            </a:r>
          </a:p>
          <a:p>
            <a:pPr lvl="2"/>
            <a:r>
              <a:rPr lang="en-US" sz="2100" dirty="0" smtClean="0">
                <a:solidFill>
                  <a:schemeClr val="tx1"/>
                </a:solidFill>
                <a:latin typeface="Tahoma" pitchFamily="34" charset="0"/>
                <a:ea typeface="Tahoma" pitchFamily="34" charset="0"/>
                <a:cs typeface="Tahoma" pitchFamily="34" charset="0"/>
              </a:rPr>
              <a:t>Requires </a:t>
            </a:r>
            <a:r>
              <a:rPr lang="en-US" sz="2100" b="1" dirty="0" smtClean="0">
                <a:solidFill>
                  <a:schemeClr val="tx1"/>
                </a:solidFill>
                <a:latin typeface="Tahoma" pitchFamily="34" charset="0"/>
                <a:ea typeface="Tahoma" pitchFamily="34" charset="0"/>
                <a:cs typeface="Tahoma" pitchFamily="34" charset="0"/>
              </a:rPr>
              <a:t>DSL modem</a:t>
            </a:r>
            <a:r>
              <a:rPr lang="en-US" sz="2100" dirty="0" smtClean="0">
                <a:solidFill>
                  <a:schemeClr val="tx1"/>
                </a:solidFill>
                <a:latin typeface="Tahoma" pitchFamily="34" charset="0"/>
                <a:ea typeface="Tahoma" pitchFamily="34" charset="0"/>
                <a:cs typeface="Tahoma" pitchFamily="34" charset="0"/>
              </a:rPr>
              <a:t>—modulate and demodulate analog and digital signals</a:t>
            </a:r>
          </a:p>
          <a:p>
            <a:pPr lvl="2"/>
            <a:r>
              <a:rPr lang="en-US" sz="2100" dirty="0" smtClean="0">
                <a:solidFill>
                  <a:schemeClr val="tx1"/>
                </a:solidFill>
                <a:latin typeface="Tahoma" pitchFamily="34" charset="0"/>
                <a:ea typeface="Tahoma" pitchFamily="34" charset="0"/>
                <a:cs typeface="Tahoma" pitchFamily="34" charset="0"/>
              </a:rPr>
              <a:t>More expensive than dial-up—cheaper than other broadband options</a:t>
            </a:r>
          </a:p>
          <a:p>
            <a:endParaRPr lang="en-US" sz="2800" b="1" dirty="0" smtClean="0">
              <a:solidFill>
                <a:schemeClr val="tx1"/>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29</a:t>
            </a:fld>
            <a:endParaRPr kumimoji="0" lang="en-US"/>
          </a:p>
        </p:txBody>
      </p:sp>
    </p:spTree>
    <p:extLst>
      <p:ext uri="{BB962C8B-B14F-4D97-AF65-F5344CB8AC3E}">
        <p14:creationId xmlns:p14="http://schemas.microsoft.com/office/powerpoint/2010/main" val="1933816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30</a:t>
            </a:fld>
            <a:endParaRPr kumimoji="0" lang="en-US"/>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 y="1904999"/>
            <a:ext cx="7924800" cy="3797301"/>
          </a:xfrm>
        </p:spPr>
      </p:pic>
    </p:spTree>
    <p:extLst>
      <p:ext uri="{BB962C8B-B14F-4D97-AF65-F5344CB8AC3E}">
        <p14:creationId xmlns:p14="http://schemas.microsoft.com/office/powerpoint/2010/main" val="1682726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Content Placeholder 2"/>
          <p:cNvSpPr>
            <a:spLocks noGrp="1"/>
          </p:cNvSpPr>
          <p:nvPr>
            <p:ph idx="1"/>
          </p:nvPr>
        </p:nvSpPr>
        <p:spPr>
          <a:xfrm>
            <a:off x="762000" y="1600200"/>
            <a:ext cx="8153400" cy="44196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Last-mile technologies</a:t>
            </a:r>
            <a:r>
              <a:rPr lang="en-US" sz="3200" b="1" dirty="0" smtClean="0">
                <a:solidFill>
                  <a:schemeClr val="tx1"/>
                </a:solidFill>
                <a:latin typeface="Tahoma" pitchFamily="34" charset="0"/>
                <a:ea typeface="Tahoma" pitchFamily="34" charset="0"/>
                <a:cs typeface="Tahoma" pitchFamily="34" charset="0"/>
              </a:rPr>
              <a:t> (</a:t>
            </a:r>
            <a:r>
              <a:rPr lang="en-US" sz="3200" b="1" dirty="0" err="1" smtClean="0">
                <a:solidFill>
                  <a:schemeClr val="tx1"/>
                </a:solidFill>
                <a:latin typeface="Tahoma" pitchFamily="34" charset="0"/>
                <a:ea typeface="Tahoma" pitchFamily="34" charset="0"/>
                <a:cs typeface="Tahoma" pitchFamily="34" charset="0"/>
              </a:rPr>
              <a:t>con’t</a:t>
            </a:r>
            <a:r>
              <a:rPr lang="en-US" sz="3200" b="1" dirty="0" smtClean="0">
                <a:solidFill>
                  <a:schemeClr val="tx1"/>
                </a:solidFill>
                <a:latin typeface="Tahoma" pitchFamily="34" charset="0"/>
                <a:ea typeface="Tahoma" pitchFamily="34" charset="0"/>
                <a:cs typeface="Tahoma" pitchFamily="34" charset="0"/>
              </a:rPr>
              <a:t>.)</a:t>
            </a:r>
          </a:p>
          <a:p>
            <a:pPr lvl="1"/>
            <a:r>
              <a:rPr lang="en-US" sz="2400" b="1" dirty="0" smtClean="0">
                <a:solidFill>
                  <a:schemeClr val="tx1"/>
                </a:solidFill>
                <a:latin typeface="Tahoma" pitchFamily="34" charset="0"/>
                <a:ea typeface="Tahoma" pitchFamily="34" charset="0"/>
                <a:cs typeface="Tahoma" pitchFamily="34" charset="0"/>
              </a:rPr>
              <a:t>Cable-based broadband</a:t>
            </a:r>
          </a:p>
          <a:p>
            <a:pPr lvl="2"/>
            <a:r>
              <a:rPr lang="en-US" sz="2400" dirty="0" smtClean="0">
                <a:solidFill>
                  <a:schemeClr val="tx1"/>
                </a:solidFill>
                <a:latin typeface="Tahoma" pitchFamily="34" charset="0"/>
                <a:ea typeface="Tahoma" pitchFamily="34" charset="0"/>
                <a:cs typeface="Tahoma" pitchFamily="34" charset="0"/>
              </a:rPr>
              <a:t>Provides Internet access through cable TV connections</a:t>
            </a:r>
          </a:p>
          <a:p>
            <a:pPr lvl="2"/>
            <a:r>
              <a:rPr lang="en-US" sz="2400" dirty="0" smtClean="0">
                <a:solidFill>
                  <a:schemeClr val="tx1"/>
                </a:solidFill>
                <a:latin typeface="Tahoma" pitchFamily="34" charset="0"/>
                <a:ea typeface="Tahoma" pitchFamily="34" charset="0"/>
                <a:cs typeface="Tahoma" pitchFamily="34" charset="0"/>
              </a:rPr>
              <a:t>Uses </a:t>
            </a:r>
            <a:r>
              <a:rPr lang="en-US" sz="2400" b="1" dirty="0" smtClean="0">
                <a:solidFill>
                  <a:schemeClr val="tx1"/>
                </a:solidFill>
                <a:latin typeface="Tahoma" pitchFamily="34" charset="0"/>
                <a:ea typeface="Tahoma" pitchFamily="34" charset="0"/>
                <a:cs typeface="Tahoma" pitchFamily="34" charset="0"/>
              </a:rPr>
              <a:t>cable modems</a:t>
            </a:r>
            <a:r>
              <a:rPr lang="en-US" sz="2400" dirty="0" smtClean="0">
                <a:solidFill>
                  <a:schemeClr val="tx1"/>
                </a:solidFill>
                <a:latin typeface="Tahoma" pitchFamily="34" charset="0"/>
                <a:ea typeface="Tahoma" pitchFamily="34" charset="0"/>
                <a:cs typeface="Tahoma" pitchFamily="34" charset="0"/>
              </a:rPr>
              <a:t> to obtain higher speeds than DSL</a:t>
            </a:r>
          </a:p>
          <a:p>
            <a:pPr lvl="1"/>
            <a:r>
              <a:rPr lang="en-US" sz="2400" b="1" dirty="0" smtClean="0">
                <a:solidFill>
                  <a:schemeClr val="tx1"/>
                </a:solidFill>
                <a:latin typeface="Tahoma" pitchFamily="34" charset="0"/>
                <a:ea typeface="Tahoma" pitchFamily="34" charset="0"/>
                <a:cs typeface="Tahoma" pitchFamily="34" charset="0"/>
              </a:rPr>
              <a:t>Leased lines</a:t>
            </a:r>
            <a:r>
              <a:rPr lang="en-US" sz="2400" dirty="0" smtClean="0">
                <a:solidFill>
                  <a:schemeClr val="tx1"/>
                </a:solidFill>
                <a:latin typeface="Tahoma" pitchFamily="34" charset="0"/>
                <a:ea typeface="Tahoma" pitchFamily="34" charset="0"/>
                <a:cs typeface="Tahoma" pitchFamily="34" charset="0"/>
              </a:rPr>
              <a:t> </a:t>
            </a:r>
          </a:p>
          <a:p>
            <a:pPr lvl="2"/>
            <a:r>
              <a:rPr lang="en-US" sz="2400" dirty="0" smtClean="0">
                <a:solidFill>
                  <a:schemeClr val="tx1"/>
                </a:solidFill>
                <a:latin typeface="Tahoma" pitchFamily="34" charset="0"/>
                <a:ea typeface="Tahoma" pitchFamily="34" charset="0"/>
                <a:cs typeface="Tahoma" pitchFamily="34" charset="0"/>
              </a:rPr>
              <a:t>Specially conditioned telephone lines between two points</a:t>
            </a:r>
          </a:p>
          <a:p>
            <a:pPr lvl="3"/>
            <a:r>
              <a:rPr lang="en-US" sz="2000" dirty="0" smtClean="0">
                <a:solidFill>
                  <a:schemeClr val="tx1"/>
                </a:solidFill>
                <a:latin typeface="Tahoma" pitchFamily="34" charset="0"/>
                <a:ea typeface="Tahoma" pitchFamily="34" charset="0"/>
                <a:cs typeface="Tahoma" pitchFamily="34" charset="0"/>
              </a:rPr>
              <a:t>Example:</a:t>
            </a:r>
            <a:r>
              <a:rPr lang="en-US" sz="2000" dirty="0">
                <a:solidFill>
                  <a:schemeClr val="tx1"/>
                </a:solidFill>
                <a:latin typeface="Tahoma" pitchFamily="34" charset="0"/>
                <a:ea typeface="Tahoma" pitchFamily="34" charset="0"/>
                <a:cs typeface="Tahoma" pitchFamily="34" charset="0"/>
              </a:rPr>
              <a:t> </a:t>
            </a:r>
            <a:r>
              <a:rPr lang="en-US" sz="2000" b="1" dirty="0" smtClean="0">
                <a:solidFill>
                  <a:schemeClr val="tx1"/>
                </a:solidFill>
                <a:latin typeface="Tahoma" pitchFamily="34" charset="0"/>
                <a:ea typeface="Tahoma" pitchFamily="34" charset="0"/>
                <a:cs typeface="Tahoma" pitchFamily="34" charset="0"/>
              </a:rPr>
              <a:t>T1 lines</a:t>
            </a:r>
          </a:p>
        </p:txBody>
      </p:sp>
      <p:sp>
        <p:nvSpPr>
          <p:cNvPr id="7"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31</a:t>
            </a:fld>
            <a:endParaRPr kumimoji="0" lang="en-US"/>
          </a:p>
        </p:txBody>
      </p:sp>
    </p:spTree>
    <p:extLst>
      <p:ext uri="{BB962C8B-B14F-4D97-AF65-F5344CB8AC3E}">
        <p14:creationId xmlns:p14="http://schemas.microsoft.com/office/powerpoint/2010/main" val="18599962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Content Placeholder 2"/>
          <p:cNvSpPr>
            <a:spLocks noGrp="1"/>
          </p:cNvSpPr>
          <p:nvPr>
            <p:ph idx="1"/>
          </p:nvPr>
        </p:nvSpPr>
        <p:spPr>
          <a:xfrm>
            <a:off x="762000" y="1600200"/>
            <a:ext cx="8153400" cy="44196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Last-mile technologies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r>
              <a:rPr lang="en-US" sz="3600" dirty="0" smtClean="0">
                <a:solidFill>
                  <a:schemeClr val="tx1"/>
                </a:solidFill>
                <a:latin typeface="Tahoma" pitchFamily="34" charset="0"/>
                <a:ea typeface="Tahoma" pitchFamily="34" charset="0"/>
                <a:cs typeface="Tahoma" pitchFamily="34" charset="0"/>
              </a:rPr>
              <a:t> </a:t>
            </a:r>
          </a:p>
          <a:p>
            <a:pPr lvl="1"/>
            <a:r>
              <a:rPr lang="en-US" sz="2400" b="1" dirty="0" smtClean="0">
                <a:solidFill>
                  <a:schemeClr val="tx1"/>
                </a:solidFill>
                <a:latin typeface="Tahoma" pitchFamily="34" charset="0"/>
                <a:ea typeface="Tahoma" pitchFamily="34" charset="0"/>
                <a:cs typeface="Tahoma" pitchFamily="34" charset="0"/>
              </a:rPr>
              <a:t>T2 </a:t>
            </a:r>
            <a:r>
              <a:rPr lang="en-US" sz="2400" dirty="0" smtClean="0">
                <a:solidFill>
                  <a:schemeClr val="tx1"/>
                </a:solidFill>
                <a:latin typeface="Tahoma" pitchFamily="34" charset="0"/>
                <a:ea typeface="Tahoma" pitchFamily="34" charset="0"/>
                <a:cs typeface="Tahoma" pitchFamily="34" charset="0"/>
              </a:rPr>
              <a:t>and</a:t>
            </a:r>
            <a:r>
              <a:rPr lang="en-US" sz="2400" b="1" dirty="0" smtClean="0">
                <a:solidFill>
                  <a:schemeClr val="tx1"/>
                </a:solidFill>
                <a:latin typeface="Tahoma" pitchFamily="34" charset="0"/>
                <a:ea typeface="Tahoma" pitchFamily="34" charset="0"/>
                <a:cs typeface="Tahoma" pitchFamily="34" charset="0"/>
              </a:rPr>
              <a:t> T3 lines</a:t>
            </a:r>
          </a:p>
          <a:p>
            <a:pPr lvl="1"/>
            <a:r>
              <a:rPr lang="en-US" sz="2400" b="1" dirty="0" smtClean="0">
                <a:solidFill>
                  <a:schemeClr val="tx1"/>
                </a:solidFill>
                <a:latin typeface="Tahoma" pitchFamily="34" charset="0"/>
                <a:ea typeface="Tahoma" pitchFamily="34" charset="0"/>
                <a:cs typeface="Tahoma" pitchFamily="34" charset="0"/>
              </a:rPr>
              <a:t>SONET (synchronous optical network)</a:t>
            </a:r>
          </a:p>
          <a:p>
            <a:pPr lvl="1"/>
            <a:r>
              <a:rPr lang="en-US" sz="2400" b="1" dirty="0" smtClean="0">
                <a:solidFill>
                  <a:schemeClr val="tx1"/>
                </a:solidFill>
                <a:latin typeface="Tahoma" pitchFamily="34" charset="0"/>
                <a:ea typeface="Tahoma" pitchFamily="34" charset="0"/>
                <a:cs typeface="Tahoma" pitchFamily="34" charset="0"/>
              </a:rPr>
              <a:t>MMDS (Multichannel multipoint distribution service)</a:t>
            </a:r>
          </a:p>
          <a:p>
            <a:pPr lvl="1"/>
            <a:r>
              <a:rPr lang="en-US" sz="2400" b="1" dirty="0" err="1" smtClean="0">
                <a:solidFill>
                  <a:schemeClr val="tx1"/>
                </a:solidFill>
                <a:latin typeface="Tahoma" pitchFamily="34" charset="0"/>
                <a:ea typeface="Tahoma" pitchFamily="34" charset="0"/>
                <a:cs typeface="Tahoma" pitchFamily="34" charset="0"/>
              </a:rPr>
              <a:t>WiMAX</a:t>
            </a:r>
            <a:r>
              <a:rPr lang="en-US" sz="2400" b="1" dirty="0" smtClean="0">
                <a:solidFill>
                  <a:schemeClr val="tx1"/>
                </a:solidFill>
                <a:latin typeface="Tahoma" pitchFamily="34" charset="0"/>
                <a:ea typeface="Tahoma" pitchFamily="34" charset="0"/>
                <a:cs typeface="Tahoma" pitchFamily="34" charset="0"/>
              </a:rPr>
              <a:t> (Worldwide interoperability for microwave access)</a:t>
            </a:r>
          </a:p>
          <a:p>
            <a:pPr lvl="1">
              <a:buFont typeface="Wingdings" pitchFamily="2" charset="2"/>
              <a:buNone/>
            </a:pPr>
            <a:endParaRPr lang="en-US" sz="2400" dirty="0" smtClean="0">
              <a:solidFill>
                <a:schemeClr val="tx1"/>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0"/>
            <a:ext cx="9144000" cy="1600200"/>
          </a:xfrm>
        </p:spPr>
        <p:txBody>
          <a:bodyPr/>
          <a:lstStyle/>
          <a:p>
            <a:r>
              <a:rPr lang="en-US" dirty="0" smtClean="0"/>
              <a:t>Wired Communication </a:t>
            </a:r>
            <a:br>
              <a:rPr lang="en-US" dirty="0" smtClean="0"/>
            </a:br>
            <a:r>
              <a:rPr lang="en-US" dirty="0" smtClean="0"/>
              <a:t>via the PSTN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32</a:t>
            </a:fld>
            <a:endParaRPr kumimoji="0" lang="en-US"/>
          </a:p>
        </p:txBody>
      </p:sp>
    </p:spTree>
    <p:extLst>
      <p:ext uri="{BB962C8B-B14F-4D97-AF65-F5344CB8AC3E}">
        <p14:creationId xmlns:p14="http://schemas.microsoft.com/office/powerpoint/2010/main" val="58944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Title 1"/>
          <p:cNvSpPr>
            <a:spLocks noGrp="1"/>
          </p:cNvSpPr>
          <p:nvPr>
            <p:ph type="title"/>
          </p:nvPr>
        </p:nvSpPr>
        <p:spPr>
          <a:xfrm>
            <a:off x="0" y="0"/>
            <a:ext cx="9144000" cy="1600200"/>
          </a:xfrm>
        </p:spPr>
        <p:txBody>
          <a:bodyPr/>
          <a:lstStyle/>
          <a:p>
            <a:r>
              <a:rPr lang="en-US" dirty="0"/>
              <a:t>Convergence: Is It a</a:t>
            </a:r>
            <a:br>
              <a:rPr lang="en-US" dirty="0"/>
            </a:br>
            <a:r>
              <a:rPr lang="en-US" dirty="0"/>
              <a:t>Phone or a Computer?</a:t>
            </a:r>
            <a:endParaRPr lang="en-US" dirty="0" smtClean="0"/>
          </a:p>
        </p:txBody>
      </p:sp>
      <p:sp>
        <p:nvSpPr>
          <p:cNvPr id="9" name="Rectangle 8"/>
          <p:cNvSpPr/>
          <p:nvPr/>
        </p:nvSpPr>
        <p:spPr>
          <a:xfrm>
            <a:off x="152400" y="1905000"/>
            <a:ext cx="4648200" cy="5164491"/>
          </a:xfrm>
          <a:prstGeom prst="rect">
            <a:avLst/>
          </a:prstGeom>
        </p:spPr>
        <p:txBody>
          <a:bodyPr wrap="square">
            <a:spAutoFit/>
          </a:bodyPr>
          <a:lstStyle/>
          <a:p>
            <a:pPr marL="342900" indent="-342900">
              <a:buFont typeface="Arial" pitchFamily="34" charset="0"/>
              <a:buChar char="•"/>
            </a:pPr>
            <a:r>
              <a:rPr lang="en-US" sz="3200" b="1" kern="0" dirty="0" smtClean="0">
                <a:latin typeface="Tahoma" pitchFamily="34" charset="0"/>
                <a:ea typeface="Tahoma" pitchFamily="34" charset="0"/>
                <a:cs typeface="Tahoma" pitchFamily="34" charset="0"/>
              </a:rPr>
              <a:t>Digitization</a:t>
            </a:r>
          </a:p>
          <a:p>
            <a:pPr marL="914400" lvl="1" indent="-457200">
              <a:buFont typeface="Courier New" pitchFamily="49" charset="0"/>
              <a:buChar char="o"/>
            </a:pPr>
            <a:r>
              <a:rPr lang="en-US" sz="2400" kern="0" dirty="0" smtClean="0">
                <a:latin typeface="Tahoma" pitchFamily="34" charset="0"/>
                <a:ea typeface="Tahoma" pitchFamily="34" charset="0"/>
                <a:cs typeface="Tahoma" pitchFamily="34" charset="0"/>
              </a:rPr>
              <a:t>Process of transforming data into a digital form</a:t>
            </a:r>
            <a:r>
              <a:rPr lang="en-US" sz="2000" b="1" dirty="0" smtClean="0">
                <a:latin typeface="Tahoma" pitchFamily="34" charset="0"/>
                <a:ea typeface="Tahoma" pitchFamily="34" charset="0"/>
                <a:cs typeface="Tahoma" pitchFamily="34" charset="0"/>
              </a:rPr>
              <a:t> </a:t>
            </a:r>
          </a:p>
          <a:p>
            <a:pPr marL="285750" indent="-285750">
              <a:buFont typeface="Arial" pitchFamily="34" charset="0"/>
              <a:buChar char="•"/>
            </a:pPr>
            <a:r>
              <a:rPr lang="en-US" sz="3200" b="1" dirty="0" smtClean="0">
                <a:latin typeface="Tahoma" pitchFamily="34" charset="0"/>
                <a:ea typeface="Tahoma" pitchFamily="34" charset="0"/>
                <a:cs typeface="Tahoma" pitchFamily="34" charset="0"/>
              </a:rPr>
              <a:t>Convergence</a:t>
            </a:r>
          </a:p>
          <a:p>
            <a:pPr marL="800100" lvl="1" indent="-342900">
              <a:buFont typeface="Courier New" pitchFamily="49" charset="0"/>
              <a:buChar char="o"/>
            </a:pPr>
            <a:r>
              <a:rPr lang="en-US" sz="2400" dirty="0" smtClean="0">
                <a:latin typeface="Tahoma" pitchFamily="34" charset="0"/>
                <a:ea typeface="Tahoma" pitchFamily="34" charset="0"/>
                <a:cs typeface="Tahoma" pitchFamily="34" charset="0"/>
              </a:rPr>
              <a:t>Blending</a:t>
            </a:r>
          </a:p>
          <a:p>
            <a:pPr marL="742950" lvl="1" indent="-285750">
              <a:buClr>
                <a:schemeClr val="tx1">
                  <a:lumMod val="50000"/>
                  <a:lumOff val="50000"/>
                </a:schemeClr>
              </a:buClr>
              <a:buFont typeface="Courier New" pitchFamily="49" charset="0"/>
              <a:buChar char="o"/>
            </a:pPr>
            <a:r>
              <a:rPr lang="en-US" sz="2400" dirty="0">
                <a:latin typeface="Tahoma" pitchFamily="34" charset="0"/>
                <a:ea typeface="Tahoma" pitchFamily="34" charset="0"/>
                <a:cs typeface="Tahoma" pitchFamily="34" charset="0"/>
              </a:rPr>
              <a:t>Multiple </a:t>
            </a:r>
            <a:r>
              <a:rPr lang="en-US" sz="2400" dirty="0" smtClean="0">
                <a:latin typeface="Tahoma" pitchFamily="34" charset="0"/>
                <a:ea typeface="Tahoma" pitchFamily="34" charset="0"/>
                <a:cs typeface="Tahoma" pitchFamily="34" charset="0"/>
              </a:rPr>
              <a:t>industries</a:t>
            </a:r>
          </a:p>
          <a:p>
            <a:pPr marL="1257300" lvl="2" indent="-342900">
              <a:buClr>
                <a:schemeClr val="tx1">
                  <a:lumMod val="50000"/>
                  <a:lumOff val="50000"/>
                </a:schemeClr>
              </a:buClr>
              <a:buFont typeface="Arial" pitchFamily="34" charset="0"/>
              <a:buChar char="•"/>
            </a:pPr>
            <a:r>
              <a:rPr lang="en-US" sz="2000" dirty="0" smtClean="0">
                <a:latin typeface="Tahoma" pitchFamily="34" charset="0"/>
                <a:ea typeface="Tahoma" pitchFamily="34" charset="0"/>
                <a:cs typeface="Tahoma" pitchFamily="34" charset="0"/>
              </a:rPr>
              <a:t>Examples: Computers</a:t>
            </a:r>
            <a:r>
              <a:rPr lang="en-US" sz="2000" dirty="0">
                <a:latin typeface="Tahoma" pitchFamily="34" charset="0"/>
                <a:ea typeface="Tahoma" pitchFamily="34" charset="0"/>
                <a:cs typeface="Tahoma" pitchFamily="34" charset="0"/>
              </a:rPr>
              <a:t>, consumer electronics, </a:t>
            </a:r>
            <a:r>
              <a:rPr lang="en-US" sz="2000" dirty="0" smtClean="0">
                <a:latin typeface="Tahoma" pitchFamily="34" charset="0"/>
                <a:ea typeface="Tahoma" pitchFamily="34" charset="0"/>
                <a:cs typeface="Tahoma" pitchFamily="34" charset="0"/>
              </a:rPr>
              <a:t>telecommunications</a:t>
            </a:r>
            <a:endParaRPr lang="en-US" sz="2000" dirty="0">
              <a:latin typeface="Tahoma" pitchFamily="34" charset="0"/>
              <a:ea typeface="Tahoma" pitchFamily="34" charset="0"/>
              <a:cs typeface="Tahoma" pitchFamily="34" charset="0"/>
            </a:endParaRPr>
          </a:p>
          <a:p>
            <a:pPr marL="742950" lvl="1" indent="-285750">
              <a:buClr>
                <a:schemeClr val="tx1">
                  <a:lumMod val="50000"/>
                  <a:lumOff val="50000"/>
                </a:schemeClr>
              </a:buClr>
              <a:buFont typeface="Courier New" pitchFamily="49" charset="0"/>
              <a:buChar char="o"/>
            </a:pPr>
            <a:r>
              <a:rPr lang="en-US" sz="2400" dirty="0" smtClean="0">
                <a:latin typeface="Tahoma" pitchFamily="34" charset="0"/>
                <a:ea typeface="Tahoma" pitchFamily="34" charset="0"/>
                <a:cs typeface="Tahoma" pitchFamily="34" charset="0"/>
              </a:rPr>
              <a:t>Products</a:t>
            </a:r>
          </a:p>
          <a:p>
            <a:pPr marL="1200150" lvl="2" indent="-285750">
              <a:buClr>
                <a:schemeClr val="tx1">
                  <a:lumMod val="50000"/>
                  <a:lumOff val="50000"/>
                </a:schemeClr>
              </a:buClr>
              <a:buFont typeface="Courier New" pitchFamily="49" charset="0"/>
              <a:buChar char="o"/>
            </a:pPr>
            <a:r>
              <a:rPr lang="en-US" sz="2000" dirty="0" smtClean="0">
                <a:latin typeface="Tahoma" pitchFamily="34" charset="0"/>
                <a:ea typeface="Tahoma" pitchFamily="34" charset="0"/>
                <a:cs typeface="Tahoma" pitchFamily="34" charset="0"/>
              </a:rPr>
              <a:t>Examples: Personal computers, telephones</a:t>
            </a:r>
            <a:endParaRPr lang="en-US" sz="2000" dirty="0">
              <a:latin typeface="Tahoma" pitchFamily="34" charset="0"/>
              <a:ea typeface="Tahoma" pitchFamily="34" charset="0"/>
              <a:cs typeface="Tahoma" pitchFamily="34" charset="0"/>
            </a:endParaRPr>
          </a:p>
          <a:p>
            <a:pPr marL="342900" lvl="0" indent="-342900" eaLnBrk="0" hangingPunct="0">
              <a:spcBef>
                <a:spcPct val="20000"/>
              </a:spcBef>
              <a:buClr>
                <a:schemeClr val="tx1">
                  <a:lumMod val="50000"/>
                  <a:lumOff val="50000"/>
                </a:schemeClr>
              </a:buClr>
              <a:buSzPct val="100000"/>
              <a:buFont typeface="Courier New" pitchFamily="49" charset="0"/>
              <a:buChar char="o"/>
            </a:pPr>
            <a:endParaRPr lang="en-US" sz="2800" kern="0" dirty="0" smtClean="0">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33</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799" y="2055122"/>
            <a:ext cx="4099795" cy="3736078"/>
          </a:xfrm>
          <a:prstGeom prst="rect">
            <a:avLst/>
          </a:prstGeom>
        </p:spPr>
      </p:pic>
    </p:spTree>
    <p:extLst>
      <p:ext uri="{BB962C8B-B14F-4D97-AF65-F5344CB8AC3E}">
        <p14:creationId xmlns:p14="http://schemas.microsoft.com/office/powerpoint/2010/main" val="9437328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Content Placeholder 2"/>
          <p:cNvSpPr>
            <a:spLocks noGrp="1"/>
          </p:cNvSpPr>
          <p:nvPr>
            <p:ph idx="1"/>
          </p:nvPr>
        </p:nvSpPr>
        <p:spPr>
          <a:xfrm>
            <a:off x="762000" y="1600200"/>
            <a:ext cx="7620000" cy="46482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Cellular telephones</a:t>
            </a:r>
            <a:endParaRPr lang="en-US" sz="36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Digital transmission of voice, text, images, and video</a:t>
            </a:r>
          </a:p>
          <a:p>
            <a:pPr lvl="1"/>
            <a:r>
              <a:rPr lang="en-US" sz="2400" dirty="0" smtClean="0">
                <a:solidFill>
                  <a:schemeClr val="tx1"/>
                </a:solidFill>
                <a:latin typeface="Tahoma" pitchFamily="34" charset="0"/>
                <a:ea typeface="Tahoma" pitchFamily="34" charset="0"/>
                <a:cs typeface="Tahoma" pitchFamily="34" charset="0"/>
              </a:rPr>
              <a:t>Classified by generations—4G (fourth generation)—the current generation</a:t>
            </a:r>
          </a:p>
          <a:p>
            <a:pPr lvl="1"/>
            <a:r>
              <a:rPr lang="en-US" sz="2400" b="1" dirty="0" smtClean="0">
                <a:solidFill>
                  <a:schemeClr val="tx1"/>
                </a:solidFill>
                <a:latin typeface="Tahoma" pitchFamily="34" charset="0"/>
                <a:ea typeface="Tahoma" pitchFamily="34" charset="0"/>
                <a:cs typeface="Tahoma" pitchFamily="34" charset="0"/>
              </a:rPr>
              <a:t>Cell sites</a:t>
            </a:r>
            <a:r>
              <a:rPr lang="en-US" sz="2400" dirty="0" smtClean="0">
                <a:solidFill>
                  <a:schemeClr val="tx1"/>
                </a:solidFill>
                <a:latin typeface="Tahoma" pitchFamily="34" charset="0"/>
                <a:ea typeface="Tahoma" pitchFamily="34" charset="0"/>
                <a:cs typeface="Tahoma" pitchFamily="34" charset="0"/>
              </a:rPr>
              <a:t>—network of transmitters broadcasts signals throughout geographic areas called </a:t>
            </a:r>
            <a:r>
              <a:rPr lang="en-US" sz="2400" b="1" dirty="0" smtClean="0">
                <a:solidFill>
                  <a:schemeClr val="tx1"/>
                </a:solidFill>
                <a:latin typeface="Tahoma" pitchFamily="34" charset="0"/>
                <a:ea typeface="Tahoma" pitchFamily="34" charset="0"/>
                <a:cs typeface="Tahoma" pitchFamily="34" charset="0"/>
              </a:rPr>
              <a:t>cells</a:t>
            </a:r>
            <a:endParaRPr lang="en-US" sz="2400" dirty="0" smtClean="0">
              <a:solidFill>
                <a:schemeClr val="tx1"/>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0"/>
            <a:ext cx="9144000" cy="1600200"/>
          </a:xfrm>
        </p:spPr>
        <p:txBody>
          <a:bodyPr/>
          <a:lstStyle/>
          <a:p>
            <a:r>
              <a:rPr lang="en-US" dirty="0"/>
              <a:t>Convergence: Is It </a:t>
            </a:r>
            <a:r>
              <a:rPr lang="en-US" dirty="0" smtClean="0"/>
              <a:t>A</a:t>
            </a:r>
            <a:r>
              <a:rPr lang="en-US" dirty="0"/>
              <a:t/>
            </a:r>
            <a:br>
              <a:rPr lang="en-US" dirty="0"/>
            </a:br>
            <a:r>
              <a:rPr lang="en-US" dirty="0"/>
              <a:t>Phone or </a:t>
            </a:r>
            <a:r>
              <a:rPr lang="en-US" dirty="0" smtClean="0"/>
              <a:t>A </a:t>
            </a:r>
            <a:r>
              <a:rPr lang="en-US" dirty="0"/>
              <a:t>Computer?</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34</a:t>
            </a:fld>
            <a:endParaRPr kumimoji="0" lang="en-US"/>
          </a:p>
        </p:txBody>
      </p:sp>
    </p:spTree>
    <p:extLst>
      <p:ext uri="{BB962C8B-B14F-4D97-AF65-F5344CB8AC3E}">
        <p14:creationId xmlns:p14="http://schemas.microsoft.com/office/powerpoint/2010/main" val="1196111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Content Placeholder 2"/>
          <p:cNvSpPr>
            <a:spLocks noGrp="1"/>
          </p:cNvSpPr>
          <p:nvPr>
            <p:ph sz="half" idx="4294967295"/>
          </p:nvPr>
        </p:nvSpPr>
        <p:spPr>
          <a:xfrm>
            <a:off x="762000" y="1676400"/>
            <a:ext cx="8382000" cy="1792287"/>
          </a:xfrm>
          <a:prstGeom prst="rect">
            <a:avLst/>
          </a:prstGeom>
        </p:spPr>
        <p:txBody>
          <a:bodyPr>
            <a:normAutofit/>
          </a:bodyPr>
          <a:lstStyle/>
          <a:p>
            <a:r>
              <a:rPr lang="en-US" sz="2800" dirty="0" smtClean="0">
                <a:solidFill>
                  <a:schemeClr val="tx1"/>
                </a:solidFill>
                <a:latin typeface="Tahoma" pitchFamily="34" charset="0"/>
                <a:ea typeface="Tahoma" pitchFamily="34" charset="0"/>
                <a:cs typeface="Tahoma" pitchFamily="34" charset="0"/>
              </a:rPr>
              <a:t>Each cellular network includes multiple </a:t>
            </a:r>
            <a:r>
              <a:rPr lang="en-US" sz="2800" b="1" dirty="0" smtClean="0">
                <a:solidFill>
                  <a:schemeClr val="tx1"/>
                </a:solidFill>
                <a:latin typeface="Tahoma" pitchFamily="34" charset="0"/>
                <a:ea typeface="Tahoma" pitchFamily="34" charset="0"/>
                <a:cs typeface="Tahoma" pitchFamily="34" charset="0"/>
              </a:rPr>
              <a:t>mobile switching centers (MSCs) </a:t>
            </a:r>
            <a:r>
              <a:rPr lang="en-US" sz="2800" dirty="0" smtClean="0">
                <a:solidFill>
                  <a:schemeClr val="tx1"/>
                </a:solidFill>
                <a:latin typeface="Tahoma" pitchFamily="34" charset="0"/>
                <a:ea typeface="Tahoma" pitchFamily="34" charset="0"/>
                <a:cs typeface="Tahoma" pitchFamily="34" charset="0"/>
              </a:rPr>
              <a:t>that control communication within a set of cells.</a:t>
            </a:r>
          </a:p>
          <a:p>
            <a:endParaRPr lang="en-US" sz="2800" dirty="0" smtClean="0">
              <a:solidFill>
                <a:schemeClr val="tx1"/>
              </a:solidFill>
              <a:latin typeface="Tahoma" pitchFamily="34" charset="0"/>
              <a:ea typeface="Tahoma" pitchFamily="34" charset="0"/>
              <a:cs typeface="Tahoma" pitchFamily="34" charset="0"/>
            </a:endParaRPr>
          </a:p>
        </p:txBody>
      </p:sp>
      <p:sp>
        <p:nvSpPr>
          <p:cNvPr id="9" name="Title 1"/>
          <p:cNvSpPr>
            <a:spLocks noGrp="1"/>
          </p:cNvSpPr>
          <p:nvPr>
            <p:ph type="title"/>
          </p:nvPr>
        </p:nvSpPr>
        <p:spPr>
          <a:xfrm>
            <a:off x="0" y="0"/>
            <a:ext cx="9144000" cy="1600200"/>
          </a:xfrm>
        </p:spPr>
        <p:txBody>
          <a:bodyPr/>
          <a:lstStyle/>
          <a:p>
            <a:r>
              <a:rPr lang="en-US" dirty="0"/>
              <a:t>Convergence: Is It </a:t>
            </a:r>
            <a:r>
              <a:rPr lang="en-US" dirty="0" smtClean="0"/>
              <a:t>A</a:t>
            </a:r>
            <a:r>
              <a:rPr lang="en-US" dirty="0"/>
              <a:t/>
            </a:r>
            <a:br>
              <a:rPr lang="en-US" dirty="0"/>
            </a:br>
            <a:r>
              <a:rPr lang="en-US" dirty="0"/>
              <a:t>Phone or </a:t>
            </a:r>
            <a:r>
              <a:rPr lang="en-US" dirty="0" smtClean="0"/>
              <a:t>A </a:t>
            </a:r>
            <a:r>
              <a:rPr lang="en-US" dirty="0"/>
              <a:t>Computer?</a:t>
            </a:r>
            <a:endParaRPr lang="en-US" dirty="0" smtClean="0"/>
          </a:p>
        </p:txBody>
      </p:sp>
      <p:pic>
        <p:nvPicPr>
          <p:cNvPr id="14338" name="Picture 2" descr="C:\Users\Tiffany\Documents\CAYF\To Edit\ppt_jpegs3\Ch8\ch08\08-19.jpg"/>
          <p:cNvPicPr>
            <a:picLocks noGrp="1" noChangeAspect="1" noChangeArrowheads="1"/>
          </p:cNvPicPr>
          <p:nvPr>
            <p:ph sz="half" idx="2"/>
          </p:nvPr>
        </p:nvPicPr>
        <p:blipFill>
          <a:blip r:embed="rId3" cstate="print"/>
          <a:srcRect/>
          <a:stretch>
            <a:fillRect/>
          </a:stretch>
        </p:blipFill>
        <p:spPr bwMode="auto">
          <a:xfrm>
            <a:off x="2470790" y="3428999"/>
            <a:ext cx="4202420" cy="2819401"/>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35</a:t>
            </a:fld>
            <a:endParaRPr lang="en-US" dirty="0"/>
          </a:p>
        </p:txBody>
      </p:sp>
    </p:spTree>
    <p:extLst>
      <p:ext uri="{BB962C8B-B14F-4D97-AF65-F5344CB8AC3E}">
        <p14:creationId xmlns:p14="http://schemas.microsoft.com/office/powerpoint/2010/main" val="1389451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p:cNvSpPr>
            <a:spLocks noGrp="1"/>
          </p:cNvSpPr>
          <p:nvPr>
            <p:ph idx="1"/>
          </p:nvPr>
        </p:nvSpPr>
        <p:spPr>
          <a:xfrm>
            <a:off x="304800" y="1600200"/>
            <a:ext cx="8610600" cy="4419600"/>
          </a:xfrm>
        </p:spPr>
        <p:txBody>
          <a:bodyPr>
            <a:normAutofit lnSpcReduction="10000"/>
          </a:bodyPr>
          <a:lstStyle/>
          <a:p>
            <a:pPr lvl="1">
              <a:buFont typeface="Arial" pitchFamily="34" charset="0"/>
              <a:buChar char="•"/>
            </a:pPr>
            <a:r>
              <a:rPr lang="en-US" sz="3600" b="1" dirty="0" smtClean="0">
                <a:solidFill>
                  <a:schemeClr val="tx1"/>
                </a:solidFill>
                <a:latin typeface="Tahoma" pitchFamily="34" charset="0"/>
                <a:ea typeface="Tahoma" pitchFamily="34" charset="0"/>
                <a:cs typeface="Tahoma" pitchFamily="34" charset="0"/>
              </a:rPr>
              <a:t>Personal communication service (PCS)</a:t>
            </a:r>
          </a:p>
          <a:p>
            <a:pPr lvl="2">
              <a:buFont typeface="Courier New" pitchFamily="49" charset="0"/>
              <a:buChar char="o"/>
            </a:pPr>
            <a:r>
              <a:rPr lang="en-US" sz="2400" dirty="0" smtClean="0">
                <a:solidFill>
                  <a:schemeClr val="tx1"/>
                </a:solidFill>
                <a:latin typeface="Tahoma" pitchFamily="34" charset="0"/>
                <a:ea typeface="Tahoma" pitchFamily="34" charset="0"/>
                <a:cs typeface="Tahoma" pitchFamily="34" charset="0"/>
              </a:rPr>
              <a:t>Group of digital cellular technologies replacing most analog cellular services</a:t>
            </a:r>
          </a:p>
          <a:p>
            <a:pPr lvl="2">
              <a:buClr>
                <a:schemeClr val="tx1">
                  <a:lumMod val="50000"/>
                  <a:lumOff val="50000"/>
                </a:schemeClr>
              </a:buClr>
              <a:buFont typeface="Courier New" pitchFamily="49" charset="0"/>
              <a:buChar char="o"/>
            </a:pPr>
            <a:r>
              <a:rPr lang="en-US" sz="2400" dirty="0" smtClean="0">
                <a:solidFill>
                  <a:schemeClr val="tx1"/>
                </a:solidFill>
                <a:latin typeface="Tahoma" pitchFamily="34" charset="0"/>
                <a:ea typeface="Tahoma" pitchFamily="34" charset="0"/>
                <a:cs typeface="Tahoma" pitchFamily="34" charset="0"/>
              </a:rPr>
              <a:t>2G (second generation)—used to make </a:t>
            </a:r>
            <a:r>
              <a:rPr lang="en-US" sz="2400" b="1" dirty="0" smtClean="0">
                <a:solidFill>
                  <a:schemeClr val="tx1"/>
                </a:solidFill>
                <a:latin typeface="Tahoma" pitchFamily="34" charset="0"/>
                <a:ea typeface="Tahoma" pitchFamily="34" charset="0"/>
                <a:cs typeface="Tahoma" pitchFamily="34" charset="0"/>
              </a:rPr>
              <a:t>smartphones</a:t>
            </a:r>
            <a:r>
              <a:rPr lang="en-US" sz="2400" dirty="0" smtClean="0">
                <a:solidFill>
                  <a:schemeClr val="tx1"/>
                </a:solidFill>
                <a:latin typeface="Tahoma" pitchFamily="34" charset="0"/>
                <a:ea typeface="Tahoma" pitchFamily="34" charset="0"/>
                <a:cs typeface="Tahoma" pitchFamily="34" charset="0"/>
              </a:rPr>
              <a:t>, with features of phones and computing devices</a:t>
            </a:r>
          </a:p>
          <a:p>
            <a:pPr lvl="2">
              <a:buClr>
                <a:schemeClr val="tx1">
                  <a:lumMod val="50000"/>
                  <a:lumOff val="50000"/>
                </a:schemeClr>
              </a:buClr>
              <a:buFont typeface="Courier New" pitchFamily="49" charset="0"/>
              <a:buChar char="o"/>
            </a:pPr>
            <a:r>
              <a:rPr lang="en-US" sz="2400" dirty="0" smtClean="0">
                <a:solidFill>
                  <a:schemeClr val="tx1"/>
                </a:solidFill>
                <a:latin typeface="Tahoma" pitchFamily="34" charset="0"/>
                <a:ea typeface="Tahoma" pitchFamily="34" charset="0"/>
                <a:cs typeface="Tahoma" pitchFamily="34" charset="0"/>
              </a:rPr>
              <a:t>3G—more data and voice customers and higher data transfer rates</a:t>
            </a:r>
          </a:p>
          <a:p>
            <a:pPr lvl="2">
              <a:buClr>
                <a:schemeClr val="tx1">
                  <a:lumMod val="50000"/>
                  <a:lumOff val="50000"/>
                </a:schemeClr>
              </a:buClr>
              <a:buFont typeface="Courier New" pitchFamily="49" charset="0"/>
              <a:buChar char="o"/>
            </a:pPr>
            <a:r>
              <a:rPr lang="en-US" sz="2400" dirty="0" smtClean="0">
                <a:solidFill>
                  <a:schemeClr val="tx1"/>
                </a:solidFill>
                <a:latin typeface="Tahoma" pitchFamily="34" charset="0"/>
                <a:ea typeface="Tahoma" pitchFamily="34" charset="0"/>
                <a:cs typeface="Tahoma" pitchFamily="34" charset="0"/>
              </a:rPr>
              <a:t>4G—improved connectivity, data transfer rates, and support for the next generation of multimedia</a:t>
            </a:r>
          </a:p>
        </p:txBody>
      </p:sp>
      <p:sp>
        <p:nvSpPr>
          <p:cNvPr id="7" name="Title 1"/>
          <p:cNvSpPr>
            <a:spLocks noGrp="1"/>
          </p:cNvSpPr>
          <p:nvPr>
            <p:ph type="title"/>
          </p:nvPr>
        </p:nvSpPr>
        <p:spPr>
          <a:xfrm>
            <a:off x="0" y="0"/>
            <a:ext cx="9144000" cy="1600200"/>
          </a:xfrm>
        </p:spPr>
        <p:txBody>
          <a:bodyPr/>
          <a:lstStyle/>
          <a:p>
            <a:r>
              <a:rPr lang="en-US" dirty="0" smtClean="0"/>
              <a:t>Convergence: Is It A</a:t>
            </a:r>
            <a:br>
              <a:rPr lang="en-US" dirty="0" smtClean="0"/>
            </a:br>
            <a:r>
              <a:rPr lang="en-US" dirty="0" smtClean="0"/>
              <a:t>Phone or A Computer?</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5" name="Slide Number Placeholder 2"/>
          <p:cNvSpPr>
            <a:spLocks noGrp="1"/>
          </p:cNvSpPr>
          <p:nvPr>
            <p:ph type="sldNum" sz="quarter" idx="12"/>
          </p:nvPr>
        </p:nvSpPr>
        <p:spPr>
          <a:xfrm>
            <a:off x="8543278" y="6356350"/>
            <a:ext cx="561975" cy="365125"/>
          </a:xfrm>
        </p:spPr>
        <p:txBody>
          <a:bodyPr/>
          <a:lstStyle/>
          <a:p>
            <a:pPr>
              <a:defRPr/>
            </a:pPr>
            <a:fld id="{ADECFD27-E205-4F2F-9A8F-1FE9A8E016E3}" type="slidenum">
              <a:rPr lang="en-US" smtClean="0"/>
              <a:pPr>
                <a:defRPr/>
              </a:pPr>
              <a:t>36</a:t>
            </a:fld>
            <a:endParaRPr lang="en-US" dirty="0"/>
          </a:p>
        </p:txBody>
      </p:sp>
    </p:spTree>
    <p:extLst>
      <p:ext uri="{BB962C8B-B14F-4D97-AF65-F5344CB8AC3E}">
        <p14:creationId xmlns:p14="http://schemas.microsoft.com/office/powerpoint/2010/main" val="3901547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Content Placeholder 2"/>
          <p:cNvSpPr>
            <a:spLocks noGrp="1"/>
          </p:cNvSpPr>
          <p:nvPr>
            <p:ph idx="1"/>
          </p:nvPr>
        </p:nvSpPr>
        <p:spPr>
          <a:xfrm>
            <a:off x="228600" y="1905000"/>
            <a:ext cx="4572000" cy="4114800"/>
          </a:xfrm>
        </p:spPr>
        <p:txBody>
          <a:bodyPr>
            <a:normAutofit fontScale="92500" lnSpcReduction="10000"/>
          </a:bodyPr>
          <a:lstStyle/>
          <a:p>
            <a:r>
              <a:rPr lang="en-US" sz="3200" b="1" dirty="0" smtClean="0">
                <a:solidFill>
                  <a:schemeClr val="tx1"/>
                </a:solidFill>
                <a:latin typeface="Tahoma" pitchFamily="34" charset="0"/>
                <a:ea typeface="Tahoma" pitchFamily="34" charset="0"/>
                <a:cs typeface="Tahoma" pitchFamily="34" charset="0"/>
              </a:rPr>
              <a:t>Web-enabled devices</a:t>
            </a:r>
            <a:r>
              <a:rPr lang="en-US" sz="3200" dirty="0" smtClean="0">
                <a:solidFill>
                  <a:schemeClr val="tx1"/>
                </a:solidFill>
                <a:latin typeface="Tahoma" pitchFamily="34" charset="0"/>
                <a:ea typeface="Tahoma" pitchFamily="34" charset="0"/>
                <a:cs typeface="Tahoma" pitchFamily="34" charset="0"/>
              </a:rPr>
              <a:t> </a:t>
            </a:r>
          </a:p>
          <a:p>
            <a:pPr lvl="1"/>
            <a:r>
              <a:rPr lang="en-US" sz="2400" dirty="0" smtClean="0">
                <a:solidFill>
                  <a:schemeClr val="tx1"/>
                </a:solidFill>
                <a:latin typeface="Tahoma" pitchFamily="34" charset="0"/>
                <a:ea typeface="Tahoma" pitchFamily="34" charset="0"/>
                <a:cs typeface="Tahoma" pitchFamily="34" charset="0"/>
              </a:rPr>
              <a:t>Display and respond to markup languages</a:t>
            </a:r>
          </a:p>
          <a:p>
            <a:pPr lvl="2"/>
            <a:r>
              <a:rPr lang="en-US" sz="2400" dirty="0" smtClean="0">
                <a:solidFill>
                  <a:schemeClr val="tx1"/>
                </a:solidFill>
                <a:latin typeface="Tahoma" pitchFamily="34" charset="0"/>
                <a:ea typeface="Tahoma" pitchFamily="34" charset="0"/>
                <a:cs typeface="Tahoma" pitchFamily="34" charset="0"/>
              </a:rPr>
              <a:t>Examples: HTML, XML—used to build Web pages</a:t>
            </a:r>
          </a:p>
          <a:p>
            <a:pPr lvl="1"/>
            <a:r>
              <a:rPr lang="en-US" sz="2400" dirty="0" smtClean="0">
                <a:solidFill>
                  <a:schemeClr val="tx1"/>
                </a:solidFill>
                <a:latin typeface="Tahoma" pitchFamily="34" charset="0"/>
                <a:ea typeface="Tahoma" pitchFamily="34" charset="0"/>
                <a:cs typeface="Tahoma" pitchFamily="34" charset="0"/>
              </a:rPr>
              <a:t>Examples</a:t>
            </a:r>
          </a:p>
          <a:p>
            <a:pPr lvl="2"/>
            <a:r>
              <a:rPr lang="en-US" sz="2400" dirty="0" smtClean="0">
                <a:solidFill>
                  <a:schemeClr val="tx1"/>
                </a:solidFill>
                <a:latin typeface="Tahoma" pitchFamily="34" charset="0"/>
                <a:ea typeface="Tahoma" pitchFamily="34" charset="0"/>
                <a:cs typeface="Tahoma" pitchFamily="34" charset="0"/>
              </a:rPr>
              <a:t>PDAs </a:t>
            </a:r>
          </a:p>
          <a:p>
            <a:pPr lvl="2"/>
            <a:r>
              <a:rPr lang="en-US" sz="2400" dirty="0" smtClean="0">
                <a:solidFill>
                  <a:schemeClr val="tx1"/>
                </a:solidFill>
                <a:latin typeface="Tahoma" pitchFamily="34" charset="0"/>
                <a:ea typeface="Tahoma" pitchFamily="34" charset="0"/>
                <a:cs typeface="Tahoma" pitchFamily="34" charset="0"/>
              </a:rPr>
              <a:t>Smartphones—replacing PDAs</a:t>
            </a:r>
          </a:p>
          <a:p>
            <a:pPr lvl="2"/>
            <a:r>
              <a:rPr lang="en-US" sz="2400" dirty="0" smtClean="0">
                <a:solidFill>
                  <a:schemeClr val="tx1"/>
                </a:solidFill>
                <a:latin typeface="Tahoma" pitchFamily="34" charset="0"/>
                <a:ea typeface="Tahoma" pitchFamily="34" charset="0"/>
                <a:cs typeface="Tahoma" pitchFamily="34" charset="0"/>
              </a:rPr>
              <a:t>Notebooks</a:t>
            </a:r>
          </a:p>
        </p:txBody>
      </p:sp>
      <p:sp>
        <p:nvSpPr>
          <p:cNvPr id="7" name="Title 1"/>
          <p:cNvSpPr>
            <a:spLocks noGrp="1"/>
          </p:cNvSpPr>
          <p:nvPr>
            <p:ph type="title"/>
          </p:nvPr>
        </p:nvSpPr>
        <p:spPr>
          <a:xfrm>
            <a:off x="0" y="0"/>
            <a:ext cx="9144000" cy="1600200"/>
          </a:xfrm>
        </p:spPr>
        <p:txBody>
          <a:bodyPr/>
          <a:lstStyle/>
          <a:p>
            <a:r>
              <a:rPr lang="en-US" dirty="0"/>
              <a:t>Convergence: Is It </a:t>
            </a:r>
            <a:r>
              <a:rPr lang="en-US" dirty="0" smtClean="0"/>
              <a:t>A</a:t>
            </a:r>
            <a:r>
              <a:rPr lang="en-US" dirty="0"/>
              <a:t/>
            </a:r>
            <a:br>
              <a:rPr lang="en-US" dirty="0"/>
            </a:br>
            <a:r>
              <a:rPr lang="en-US" dirty="0"/>
              <a:t>Phone or </a:t>
            </a:r>
            <a:r>
              <a:rPr lang="en-US" dirty="0" smtClean="0"/>
              <a:t>A </a:t>
            </a:r>
            <a:r>
              <a:rPr lang="en-US" dirty="0"/>
              <a:t>Computer?</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37</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599" y="1981200"/>
            <a:ext cx="3995055" cy="3742900"/>
          </a:xfrm>
          <a:prstGeom prst="rect">
            <a:avLst/>
          </a:prstGeom>
        </p:spPr>
      </p:pic>
    </p:spTree>
    <p:extLst>
      <p:ext uri="{BB962C8B-B14F-4D97-AF65-F5344CB8AC3E}">
        <p14:creationId xmlns:p14="http://schemas.microsoft.com/office/powerpoint/2010/main" val="3186947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Content Placeholder 2"/>
          <p:cNvSpPr>
            <a:spLocks noGrp="1"/>
          </p:cNvSpPr>
          <p:nvPr>
            <p:ph idx="1"/>
          </p:nvPr>
        </p:nvSpPr>
        <p:spPr>
          <a:xfrm>
            <a:off x="762000" y="1905000"/>
            <a:ext cx="7772400" cy="4114800"/>
          </a:xfrm>
        </p:spPr>
        <p:txBody>
          <a:bodyPr>
            <a:normAutofit lnSpcReduction="10000"/>
          </a:bodyPr>
          <a:lstStyle/>
          <a:p>
            <a:r>
              <a:rPr lang="en-US" sz="3600" b="1" dirty="0" smtClean="0">
                <a:solidFill>
                  <a:schemeClr val="tx1"/>
                </a:solidFill>
                <a:latin typeface="Tahoma" pitchFamily="34" charset="0"/>
                <a:ea typeface="Tahoma" pitchFamily="34" charset="0"/>
                <a:cs typeface="Tahoma" pitchFamily="34" charset="0"/>
              </a:rPr>
              <a:t>WAP (Wireless Application Protocol)</a:t>
            </a:r>
          </a:p>
          <a:p>
            <a:pPr lvl="1"/>
            <a:r>
              <a:rPr lang="en-US" sz="2400" dirty="0" smtClean="0">
                <a:solidFill>
                  <a:schemeClr val="tx1"/>
                </a:solidFill>
                <a:latin typeface="Tahoma" pitchFamily="34" charset="0"/>
                <a:ea typeface="Tahoma" pitchFamily="34" charset="0"/>
                <a:cs typeface="Tahoma" pitchFamily="34" charset="0"/>
              </a:rPr>
              <a:t>Standard—specifies how users can access the Web securely using:</a:t>
            </a:r>
          </a:p>
          <a:p>
            <a:pPr lvl="2"/>
            <a:r>
              <a:rPr lang="en-US" sz="2400" dirty="0" smtClean="0">
                <a:solidFill>
                  <a:schemeClr val="tx1"/>
                </a:solidFill>
                <a:latin typeface="Tahoma" pitchFamily="34" charset="0"/>
                <a:ea typeface="Tahoma" pitchFamily="34" charset="0"/>
                <a:cs typeface="Tahoma" pitchFamily="34" charset="0"/>
              </a:rPr>
              <a:t>Pagers</a:t>
            </a:r>
          </a:p>
          <a:p>
            <a:pPr lvl="2"/>
            <a:r>
              <a:rPr lang="en-US" sz="2400" dirty="0" smtClean="0">
                <a:solidFill>
                  <a:schemeClr val="tx1"/>
                </a:solidFill>
                <a:latin typeface="Tahoma" pitchFamily="34" charset="0"/>
                <a:ea typeface="Tahoma" pitchFamily="34" charset="0"/>
                <a:cs typeface="Tahoma" pitchFamily="34" charset="0"/>
              </a:rPr>
              <a:t>Smartphones</a:t>
            </a:r>
          </a:p>
          <a:p>
            <a:pPr lvl="2"/>
            <a:r>
              <a:rPr lang="en-US" sz="2400" dirty="0" smtClean="0">
                <a:solidFill>
                  <a:schemeClr val="tx1"/>
                </a:solidFill>
                <a:latin typeface="Tahoma" pitchFamily="34" charset="0"/>
                <a:ea typeface="Tahoma" pitchFamily="34" charset="0"/>
                <a:cs typeface="Tahoma" pitchFamily="34" charset="0"/>
              </a:rPr>
              <a:t>PDAs</a:t>
            </a:r>
          </a:p>
          <a:p>
            <a:pPr lvl="2"/>
            <a:r>
              <a:rPr lang="en-US" sz="2400" dirty="0" smtClean="0">
                <a:solidFill>
                  <a:schemeClr val="tx1"/>
                </a:solidFill>
                <a:latin typeface="Tahoma" pitchFamily="34" charset="0"/>
                <a:ea typeface="Tahoma" pitchFamily="34" charset="0"/>
                <a:cs typeface="Tahoma" pitchFamily="34" charset="0"/>
              </a:rPr>
              <a:t>Other wireless devices</a:t>
            </a:r>
          </a:p>
          <a:p>
            <a:pPr lvl="1"/>
            <a:r>
              <a:rPr lang="en-US" sz="2400" dirty="0" smtClean="0">
                <a:solidFill>
                  <a:schemeClr val="tx1"/>
                </a:solidFill>
                <a:latin typeface="Tahoma" pitchFamily="34" charset="0"/>
                <a:ea typeface="Tahoma" pitchFamily="34" charset="0"/>
                <a:cs typeface="Tahoma" pitchFamily="34" charset="0"/>
              </a:rPr>
              <a:t>Requires a </a:t>
            </a:r>
            <a:r>
              <a:rPr lang="en-US" sz="2400" b="1" dirty="0" err="1" smtClean="0">
                <a:solidFill>
                  <a:schemeClr val="tx1"/>
                </a:solidFill>
                <a:latin typeface="Tahoma" pitchFamily="34" charset="0"/>
                <a:ea typeface="Tahoma" pitchFamily="34" charset="0"/>
                <a:cs typeface="Tahoma" pitchFamily="34" charset="0"/>
              </a:rPr>
              <a:t>microbrowser</a:t>
            </a:r>
            <a:endParaRPr lang="en-US" sz="2400" dirty="0" smtClean="0">
              <a:solidFill>
                <a:schemeClr val="tx1"/>
              </a:solidFill>
              <a:latin typeface="Tahoma" pitchFamily="34" charset="0"/>
              <a:ea typeface="Tahoma" pitchFamily="34" charset="0"/>
              <a:cs typeface="Tahoma" pitchFamily="34" charset="0"/>
            </a:endParaRPr>
          </a:p>
          <a:p>
            <a:pPr lvl="1"/>
            <a:endParaRPr lang="en-US" sz="2800" dirty="0" smtClean="0">
              <a:solidFill>
                <a:schemeClr val="tx1"/>
              </a:solidFill>
              <a:latin typeface="Tahoma" pitchFamily="34" charset="0"/>
              <a:ea typeface="Tahoma" pitchFamily="34" charset="0"/>
              <a:cs typeface="Tahoma" pitchFamily="34" charset="0"/>
            </a:endParaRPr>
          </a:p>
        </p:txBody>
      </p:sp>
      <p:sp>
        <p:nvSpPr>
          <p:cNvPr id="7" name="Title 1"/>
          <p:cNvSpPr>
            <a:spLocks noGrp="1"/>
          </p:cNvSpPr>
          <p:nvPr>
            <p:ph type="title"/>
          </p:nvPr>
        </p:nvSpPr>
        <p:spPr>
          <a:xfrm>
            <a:off x="0" y="0"/>
            <a:ext cx="9144000" cy="1600200"/>
          </a:xfrm>
        </p:spPr>
        <p:txBody>
          <a:bodyPr/>
          <a:lstStyle/>
          <a:p>
            <a:r>
              <a:rPr lang="en-US" dirty="0"/>
              <a:t>Convergence: Is It </a:t>
            </a:r>
            <a:r>
              <a:rPr lang="en-US" dirty="0" smtClean="0"/>
              <a:t>A</a:t>
            </a:r>
            <a:r>
              <a:rPr lang="en-US" dirty="0"/>
              <a:t/>
            </a:r>
            <a:br>
              <a:rPr lang="en-US" dirty="0"/>
            </a:br>
            <a:r>
              <a:rPr lang="en-US" dirty="0"/>
              <a:t>Phone or </a:t>
            </a:r>
            <a:r>
              <a:rPr lang="en-US" dirty="0" smtClean="0"/>
              <a:t>A </a:t>
            </a:r>
            <a:r>
              <a:rPr lang="en-US" dirty="0"/>
              <a:t>Computer?</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38</a:t>
            </a:fld>
            <a:endParaRPr kumimoji="0" lang="en-US"/>
          </a:p>
        </p:txBody>
      </p:sp>
    </p:spTree>
    <p:extLst>
      <p:ext uri="{BB962C8B-B14F-4D97-AF65-F5344CB8AC3E}">
        <p14:creationId xmlns:p14="http://schemas.microsoft.com/office/powerpoint/2010/main" val="108376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Title 6"/>
          <p:cNvSpPr>
            <a:spLocks noGrp="1"/>
          </p:cNvSpPr>
          <p:nvPr>
            <p:ph type="title"/>
          </p:nvPr>
        </p:nvSpPr>
        <p:spPr>
          <a:xfrm>
            <a:off x="0" y="0"/>
            <a:ext cx="9144000" cy="1600200"/>
          </a:xfrm>
        </p:spPr>
        <p:txBody>
          <a:bodyPr/>
          <a:lstStyle/>
          <a:p>
            <a:r>
              <a:rPr lang="en-US" dirty="0" smtClean="0"/>
              <a:t>Wired and Wireless Applications</a:t>
            </a:r>
          </a:p>
        </p:txBody>
      </p:sp>
      <p:sp>
        <p:nvSpPr>
          <p:cNvPr id="154626" name="Content Placeholder 7"/>
          <p:cNvSpPr>
            <a:spLocks noGrp="1"/>
          </p:cNvSpPr>
          <p:nvPr>
            <p:ph idx="1"/>
          </p:nvPr>
        </p:nvSpPr>
        <p:spPr>
          <a:xfrm>
            <a:off x="762000" y="1600200"/>
            <a:ext cx="8153400" cy="47244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Internet telephony, or VoIP (Voice over Internet Protocol)</a:t>
            </a:r>
            <a:r>
              <a:rPr lang="en-US" sz="2800" dirty="0" smtClean="0">
                <a:solidFill>
                  <a:schemeClr val="tx1"/>
                </a:solidFill>
                <a:latin typeface="Tahoma" pitchFamily="34" charset="0"/>
                <a:ea typeface="Tahoma" pitchFamily="34" charset="0"/>
                <a:cs typeface="Tahoma" pitchFamily="34" charset="0"/>
              </a:rPr>
              <a:t>  </a:t>
            </a:r>
          </a:p>
          <a:p>
            <a:pPr lvl="1"/>
            <a:r>
              <a:rPr lang="en-US" sz="2400" dirty="0" smtClean="0">
                <a:solidFill>
                  <a:schemeClr val="tx1"/>
                </a:solidFill>
                <a:latin typeface="Tahoma" pitchFamily="34" charset="0"/>
                <a:ea typeface="Tahoma" pitchFamily="34" charset="0"/>
                <a:cs typeface="Tahoma" pitchFamily="34" charset="0"/>
              </a:rPr>
              <a:t>Offers computer-to-phone and phone-to-phone transmission through the Internet</a:t>
            </a:r>
          </a:p>
          <a:p>
            <a:pPr lvl="1"/>
            <a:r>
              <a:rPr lang="en-US" sz="2400" dirty="0" smtClean="0">
                <a:solidFill>
                  <a:schemeClr val="tx1"/>
                </a:solidFill>
                <a:latin typeface="Tahoma" pitchFamily="34" charset="0"/>
                <a:ea typeface="Tahoma" pitchFamily="34" charset="0"/>
                <a:cs typeface="Tahoma" pitchFamily="34" charset="0"/>
              </a:rPr>
              <a:t>Placing calls requires: </a:t>
            </a:r>
          </a:p>
          <a:p>
            <a:pPr lvl="2"/>
            <a:r>
              <a:rPr lang="en-US" sz="2400" dirty="0" smtClean="0">
                <a:solidFill>
                  <a:schemeClr val="tx1"/>
                </a:solidFill>
                <a:latin typeface="Tahoma" pitchFamily="34" charset="0"/>
                <a:ea typeface="Tahoma" pitchFamily="34" charset="0"/>
                <a:cs typeface="Tahoma" pitchFamily="34" charset="0"/>
              </a:rPr>
              <a:t>Computer with a microphone, speakers or headphones </a:t>
            </a:r>
          </a:p>
          <a:p>
            <a:pPr lvl="2"/>
            <a:r>
              <a:rPr lang="en-US" sz="2400" dirty="0" smtClean="0">
                <a:solidFill>
                  <a:schemeClr val="tx1"/>
                </a:solidFill>
                <a:latin typeface="Tahoma" pitchFamily="34" charset="0"/>
                <a:ea typeface="Tahoma" pitchFamily="34" charset="0"/>
                <a:cs typeface="Tahoma" pitchFamily="34" charset="0"/>
              </a:rPr>
              <a:t>Internet connection</a:t>
            </a:r>
          </a:p>
          <a:p>
            <a:pPr lvl="2"/>
            <a:r>
              <a:rPr lang="en-US" sz="2400" dirty="0" smtClean="0">
                <a:solidFill>
                  <a:schemeClr val="tx1"/>
                </a:solidFill>
                <a:latin typeface="Tahoma" pitchFamily="34" charset="0"/>
                <a:ea typeface="Tahoma" pitchFamily="34" charset="0"/>
                <a:cs typeface="Tahoma" pitchFamily="34" charset="0"/>
              </a:rPr>
              <a:t>Telephony-enabled program</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39</a:t>
            </a:fld>
            <a:endParaRPr kumimoji="0" lang="en-US"/>
          </a:p>
        </p:txBody>
      </p:sp>
    </p:spTree>
    <p:extLst>
      <p:ext uri="{BB962C8B-B14F-4D97-AF65-F5344CB8AC3E}">
        <p14:creationId xmlns:p14="http://schemas.microsoft.com/office/powerpoint/2010/main" val="20287410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1"/>
          <p:cNvSpPr>
            <a:spLocks noGrp="1"/>
          </p:cNvSpPr>
          <p:nvPr>
            <p:ph type="title"/>
          </p:nvPr>
        </p:nvSpPr>
        <p:spPr>
          <a:xfrm>
            <a:off x="0" y="0"/>
            <a:ext cx="9144000" cy="1600200"/>
          </a:xfrm>
        </p:spPr>
        <p:txBody>
          <a:bodyPr/>
          <a:lstStyle/>
          <a:p>
            <a:r>
              <a:rPr lang="en-US" dirty="0" smtClean="0"/>
              <a:t>Wired and Wireless Applications</a:t>
            </a:r>
          </a:p>
        </p:txBody>
      </p:sp>
      <p:sp>
        <p:nvSpPr>
          <p:cNvPr id="156677" name="Content Placeholder 7"/>
          <p:cNvSpPr>
            <a:spLocks noGrp="1"/>
          </p:cNvSpPr>
          <p:nvPr>
            <p:ph sz="half" idx="2"/>
          </p:nvPr>
        </p:nvSpPr>
        <p:spPr>
          <a:xfrm>
            <a:off x="762000" y="1676400"/>
            <a:ext cx="8229600" cy="4800600"/>
          </a:xfrm>
        </p:spPr>
        <p:txBody>
          <a:bodyPr>
            <a:normAutofit lnSpcReduction="10000"/>
          </a:bodyPr>
          <a:lstStyle/>
          <a:p>
            <a:r>
              <a:rPr lang="en-US" sz="3600" b="1" dirty="0" smtClean="0">
                <a:solidFill>
                  <a:schemeClr val="tx1"/>
                </a:solidFill>
                <a:latin typeface="Tahoma" pitchFamily="34" charset="0"/>
                <a:ea typeface="Tahoma" pitchFamily="34" charset="0"/>
                <a:cs typeface="Tahoma" pitchFamily="34" charset="0"/>
              </a:rPr>
              <a:t>Internet telephony</a:t>
            </a:r>
          </a:p>
          <a:p>
            <a:pPr lvl="1"/>
            <a:r>
              <a:rPr lang="en-US" sz="2400" b="1" dirty="0" smtClean="0">
                <a:solidFill>
                  <a:schemeClr val="tx1"/>
                </a:solidFill>
                <a:latin typeface="Tahoma" pitchFamily="34" charset="0"/>
                <a:ea typeface="Tahoma" pitchFamily="34" charset="0"/>
                <a:cs typeface="Tahoma" pitchFamily="34" charset="0"/>
              </a:rPr>
              <a:t>Videoconferencing (Web conferencing)</a:t>
            </a:r>
            <a:r>
              <a:rPr lang="en-US" sz="2400" dirty="0" smtClean="0">
                <a:solidFill>
                  <a:schemeClr val="tx1"/>
                </a:solidFill>
                <a:latin typeface="Tahoma" pitchFamily="34" charset="0"/>
                <a:ea typeface="Tahoma" pitchFamily="34" charset="0"/>
                <a:cs typeface="Tahoma" pitchFamily="34" charset="0"/>
              </a:rPr>
              <a:t>—transmits sound and video images using:</a:t>
            </a:r>
          </a:p>
          <a:p>
            <a:pPr lvl="2"/>
            <a:r>
              <a:rPr lang="en-US" sz="2400" dirty="0" smtClean="0">
                <a:solidFill>
                  <a:schemeClr val="tx1"/>
                </a:solidFill>
                <a:latin typeface="Tahoma" pitchFamily="34" charset="0"/>
                <a:ea typeface="Tahoma" pitchFamily="34" charset="0"/>
                <a:cs typeface="Tahoma" pitchFamily="34" charset="0"/>
              </a:rPr>
              <a:t>Video camera (Webcams)</a:t>
            </a:r>
          </a:p>
          <a:p>
            <a:pPr lvl="2"/>
            <a:r>
              <a:rPr lang="en-US" sz="2400" dirty="0" smtClean="0">
                <a:solidFill>
                  <a:schemeClr val="tx1"/>
                </a:solidFill>
                <a:latin typeface="Tahoma" pitchFamily="34" charset="0"/>
                <a:ea typeface="Tahoma" pitchFamily="34" charset="0"/>
                <a:cs typeface="Tahoma" pitchFamily="34" charset="0"/>
              </a:rPr>
              <a:t>Skype software</a:t>
            </a:r>
          </a:p>
          <a:p>
            <a:pPr lvl="1"/>
            <a:r>
              <a:rPr lang="en-US" sz="2400" b="1" dirty="0" smtClean="0">
                <a:solidFill>
                  <a:schemeClr val="tx1"/>
                </a:solidFill>
                <a:latin typeface="Tahoma" pitchFamily="34" charset="0"/>
                <a:ea typeface="Tahoma" pitchFamily="34" charset="0"/>
                <a:cs typeface="Tahoma" pitchFamily="34" charset="0"/>
              </a:rPr>
              <a:t>Whiteboards</a:t>
            </a:r>
            <a:r>
              <a:rPr lang="en-US" sz="2400" dirty="0" smtClean="0">
                <a:solidFill>
                  <a:schemeClr val="tx1"/>
                </a:solidFill>
                <a:latin typeface="Tahoma" pitchFamily="34" charset="0"/>
                <a:ea typeface="Tahoma" pitchFamily="34" charset="0"/>
                <a:cs typeface="Tahoma" pitchFamily="34" charset="0"/>
              </a:rPr>
              <a:t>—enable participants to create a shared workspace</a:t>
            </a:r>
          </a:p>
          <a:p>
            <a:pPr lvl="1"/>
            <a:r>
              <a:rPr lang="en-US" sz="2400" b="1" dirty="0" smtClean="0">
                <a:solidFill>
                  <a:schemeClr val="tx1"/>
                </a:solidFill>
                <a:latin typeface="Tahoma" pitchFamily="34" charset="0"/>
                <a:ea typeface="Tahoma" pitchFamily="34" charset="0"/>
                <a:cs typeface="Tahoma" pitchFamily="34" charset="0"/>
              </a:rPr>
              <a:t>Webcams</a:t>
            </a:r>
            <a:r>
              <a:rPr lang="en-US" sz="2400" dirty="0" smtClean="0">
                <a:solidFill>
                  <a:schemeClr val="tx1"/>
                </a:solidFill>
                <a:latin typeface="Tahoma" pitchFamily="34" charset="0"/>
                <a:ea typeface="Tahoma" pitchFamily="34" charset="0"/>
                <a:cs typeface="Tahoma" pitchFamily="34" charset="0"/>
              </a:rPr>
              <a:t>—inexpensive, low-resolution analog or digital video cameras</a:t>
            </a:r>
          </a:p>
          <a:p>
            <a:pPr lvl="1"/>
            <a:r>
              <a:rPr lang="en-US" sz="2400" b="1" dirty="0" smtClean="0">
                <a:solidFill>
                  <a:schemeClr val="tx1"/>
                </a:solidFill>
                <a:latin typeface="Tahoma" pitchFamily="34" charset="0"/>
                <a:ea typeface="Tahoma" pitchFamily="34" charset="0"/>
                <a:cs typeface="Tahoma" pitchFamily="34" charset="0"/>
              </a:rPr>
              <a:t>Internet TV</a:t>
            </a:r>
            <a:r>
              <a:rPr lang="en-US" sz="2400" dirty="0" smtClean="0">
                <a:solidFill>
                  <a:schemeClr val="tx1"/>
                </a:solidFill>
                <a:latin typeface="Tahoma" pitchFamily="34" charset="0"/>
                <a:ea typeface="Tahoma" pitchFamily="34" charset="0"/>
                <a:cs typeface="Tahoma" pitchFamily="34" charset="0"/>
              </a:rPr>
              <a:t>—ability to view television shows, videos, and movies over the Internet</a:t>
            </a:r>
          </a:p>
          <a:p>
            <a:pPr marL="457200" lvl="1" indent="0">
              <a:buNone/>
            </a:pPr>
            <a:r>
              <a:rPr lang="en-US" sz="1800" dirty="0">
                <a:solidFill>
                  <a:schemeClr val="tx1"/>
                </a:solidFill>
                <a:latin typeface="Tahoma" pitchFamily="34" charset="0"/>
                <a:ea typeface="Tahoma" pitchFamily="34" charset="0"/>
                <a:cs typeface="Tahoma" pitchFamily="34" charset="0"/>
              </a:rPr>
              <a:t>	</a:t>
            </a:r>
            <a:endParaRPr lang="en-US" sz="1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40</a:t>
            </a:fld>
            <a:endParaRPr lang="en-US" dirty="0"/>
          </a:p>
        </p:txBody>
      </p:sp>
    </p:spTree>
    <p:extLst>
      <p:ext uri="{BB962C8B-B14F-4D97-AF65-F5344CB8AC3E}">
        <p14:creationId xmlns:p14="http://schemas.microsoft.com/office/powerpoint/2010/main" val="31080252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1"/>
          <p:cNvSpPr>
            <a:spLocks noGrp="1"/>
          </p:cNvSpPr>
          <p:nvPr>
            <p:ph type="title"/>
          </p:nvPr>
        </p:nvSpPr>
        <p:spPr>
          <a:xfrm>
            <a:off x="0" y="0"/>
            <a:ext cx="9144000" cy="1600200"/>
          </a:xfrm>
        </p:spPr>
        <p:txBody>
          <a:bodyPr/>
          <a:lstStyle/>
          <a:p>
            <a:r>
              <a:rPr lang="en-US" dirty="0" smtClean="0"/>
              <a:t>Wired and Wireless Applications</a:t>
            </a:r>
          </a:p>
        </p:txBody>
      </p:sp>
      <p:pic>
        <p:nvPicPr>
          <p:cNvPr id="16386" name="Picture 2" descr="C:\Users\Tiffany\Documents\CAYF\To Edit\ppt_jpegs3\Ch8\ch08\08-26.jpg"/>
          <p:cNvPicPr>
            <a:picLocks noChangeAspect="1" noChangeArrowheads="1"/>
          </p:cNvPicPr>
          <p:nvPr/>
        </p:nvPicPr>
        <p:blipFill>
          <a:blip r:embed="rId3" cstate="print"/>
          <a:srcRect/>
          <a:stretch>
            <a:fillRect/>
          </a:stretch>
        </p:blipFill>
        <p:spPr bwMode="auto">
          <a:xfrm>
            <a:off x="1676400" y="1905000"/>
            <a:ext cx="5791200" cy="4043068"/>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41</a:t>
            </a:fld>
            <a:endParaRPr lang="en-US" dirty="0"/>
          </a:p>
        </p:txBody>
      </p:sp>
    </p:spTree>
    <p:extLst>
      <p:ext uri="{BB962C8B-B14F-4D97-AF65-F5344CB8AC3E}">
        <p14:creationId xmlns:p14="http://schemas.microsoft.com/office/powerpoint/2010/main" val="2800377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6"/>
          <p:cNvSpPr>
            <a:spLocks noGrp="1"/>
          </p:cNvSpPr>
          <p:nvPr>
            <p:ph type="title"/>
          </p:nvPr>
        </p:nvSpPr>
        <p:spPr>
          <a:xfrm>
            <a:off x="0" y="0"/>
            <a:ext cx="9144000" cy="1600200"/>
          </a:xfrm>
        </p:spPr>
        <p:txBody>
          <a:bodyPr/>
          <a:lstStyle/>
          <a:p>
            <a:r>
              <a:rPr lang="en-US" dirty="0" smtClean="0"/>
              <a:t>Wired and Wireless Applications</a:t>
            </a:r>
          </a:p>
        </p:txBody>
      </p:sp>
      <p:sp>
        <p:nvSpPr>
          <p:cNvPr id="158722" name="Content Placeholder 7"/>
          <p:cNvSpPr>
            <a:spLocks noGrp="1"/>
          </p:cNvSpPr>
          <p:nvPr>
            <p:ph idx="1"/>
          </p:nvPr>
        </p:nvSpPr>
        <p:spPr>
          <a:xfrm>
            <a:off x="762000" y="1905000"/>
            <a:ext cx="7924800" cy="4114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Facsimile transmission (fax)</a:t>
            </a:r>
            <a:endParaRPr lang="en-US" sz="3600" dirty="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Transmits documents over a telephone line or the Internet using either:</a:t>
            </a:r>
          </a:p>
          <a:p>
            <a:pPr lvl="2"/>
            <a:r>
              <a:rPr lang="en-US" sz="2400" dirty="0" smtClean="0">
                <a:solidFill>
                  <a:schemeClr val="tx1"/>
                </a:solidFill>
                <a:latin typeface="Tahoma" pitchFamily="34" charset="0"/>
                <a:ea typeface="Tahoma" pitchFamily="34" charset="0"/>
                <a:cs typeface="Tahoma" pitchFamily="34" charset="0"/>
              </a:rPr>
              <a:t>Standalone fax machine</a:t>
            </a:r>
          </a:p>
          <a:p>
            <a:pPr lvl="2"/>
            <a:r>
              <a:rPr lang="en-US" sz="2400" dirty="0" smtClean="0">
                <a:solidFill>
                  <a:schemeClr val="tx1"/>
                </a:solidFill>
                <a:latin typeface="Tahoma" pitchFamily="34" charset="0"/>
                <a:ea typeface="Tahoma" pitchFamily="34" charset="0"/>
                <a:cs typeface="Tahoma" pitchFamily="34" charset="0"/>
              </a:rPr>
              <a:t>Computer with a </a:t>
            </a:r>
            <a:r>
              <a:rPr lang="en-US" sz="2400" b="1" dirty="0" smtClean="0">
                <a:solidFill>
                  <a:schemeClr val="tx1"/>
                </a:solidFill>
                <a:latin typeface="Tahoma" pitchFamily="34" charset="0"/>
                <a:ea typeface="Tahoma" pitchFamily="34" charset="0"/>
                <a:cs typeface="Tahoma" pitchFamily="34" charset="0"/>
              </a:rPr>
              <a:t>fax modem</a:t>
            </a:r>
            <a:r>
              <a:rPr lang="en-US" sz="2400" dirty="0" smtClean="0">
                <a:solidFill>
                  <a:schemeClr val="tx1"/>
                </a:solidFill>
                <a:latin typeface="Tahoma" pitchFamily="34" charset="0"/>
                <a:ea typeface="Tahoma" pitchFamily="34" charset="0"/>
                <a:cs typeface="Tahoma" pitchFamily="34" charset="0"/>
              </a:rPr>
              <a:t> and a scanner</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42</a:t>
            </a:fld>
            <a:endParaRPr kumimoji="0" lang="en-US"/>
          </a:p>
        </p:txBody>
      </p:sp>
    </p:spTree>
    <p:extLst>
      <p:ext uri="{BB962C8B-B14F-4D97-AF65-F5344CB8AC3E}">
        <p14:creationId xmlns:p14="http://schemas.microsoft.com/office/powerpoint/2010/main" val="418978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1"/>
          <p:cNvSpPr>
            <a:spLocks noGrp="1"/>
          </p:cNvSpPr>
          <p:nvPr>
            <p:ph type="title"/>
          </p:nvPr>
        </p:nvSpPr>
        <p:spPr>
          <a:xfrm>
            <a:off x="0" y="0"/>
            <a:ext cx="9144000" cy="1600200"/>
          </a:xfrm>
        </p:spPr>
        <p:txBody>
          <a:bodyPr/>
          <a:lstStyle/>
          <a:p>
            <a:r>
              <a:rPr lang="en-US" dirty="0" smtClean="0"/>
              <a:t>Wired and Wireless Applications</a:t>
            </a:r>
          </a:p>
        </p:txBody>
      </p:sp>
      <p:sp>
        <p:nvSpPr>
          <p:cNvPr id="162818" name="Content Placeholder 2"/>
          <p:cNvSpPr>
            <a:spLocks noGrp="1"/>
          </p:cNvSpPr>
          <p:nvPr>
            <p:ph idx="1"/>
          </p:nvPr>
        </p:nvSpPr>
        <p:spPr>
          <a:xfrm>
            <a:off x="762000" y="1905000"/>
            <a:ext cx="8153400" cy="4114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Satellite technology</a:t>
            </a:r>
            <a:r>
              <a:rPr lang="en-US" sz="3200" dirty="0" smtClean="0">
                <a:solidFill>
                  <a:schemeClr val="tx1"/>
                </a:solidFill>
                <a:latin typeface="Tahoma" pitchFamily="34" charset="0"/>
                <a:ea typeface="Tahoma" pitchFamily="34" charset="0"/>
                <a:cs typeface="Tahoma" pitchFamily="34" charset="0"/>
              </a:rPr>
              <a:t> </a:t>
            </a:r>
          </a:p>
          <a:p>
            <a:pPr lvl="1"/>
            <a:r>
              <a:rPr lang="en-US" sz="2400" b="1" dirty="0" smtClean="0">
                <a:solidFill>
                  <a:schemeClr val="tx1"/>
                </a:solidFill>
                <a:latin typeface="Tahoma" pitchFamily="34" charset="0"/>
                <a:ea typeface="Tahoma" pitchFamily="34" charset="0"/>
                <a:cs typeface="Tahoma" pitchFamily="34" charset="0"/>
              </a:rPr>
              <a:t>Satellite radio</a:t>
            </a:r>
            <a:r>
              <a:rPr lang="en-US" sz="2400" dirty="0" smtClean="0">
                <a:solidFill>
                  <a:schemeClr val="tx1"/>
                </a:solidFill>
                <a:latin typeface="Tahoma" pitchFamily="34" charset="0"/>
                <a:ea typeface="Tahoma" pitchFamily="34" charset="0"/>
                <a:cs typeface="Tahoma" pitchFamily="34" charset="0"/>
              </a:rPr>
              <a:t> </a:t>
            </a:r>
          </a:p>
          <a:p>
            <a:pPr lvl="2"/>
            <a:r>
              <a:rPr lang="en-US" sz="2400" dirty="0" smtClean="0">
                <a:solidFill>
                  <a:schemeClr val="tx1"/>
                </a:solidFill>
                <a:latin typeface="Tahoma" pitchFamily="34" charset="0"/>
                <a:ea typeface="Tahoma" pitchFamily="34" charset="0"/>
                <a:cs typeface="Tahoma" pitchFamily="34" charset="0"/>
              </a:rPr>
              <a:t>Not affected by location, distance, or obstructions</a:t>
            </a:r>
          </a:p>
          <a:p>
            <a:pPr lvl="2"/>
            <a:r>
              <a:rPr lang="en-US" sz="2400" dirty="0" smtClean="0">
                <a:solidFill>
                  <a:schemeClr val="tx1"/>
                </a:solidFill>
                <a:latin typeface="Tahoma" pitchFamily="34" charset="0"/>
                <a:ea typeface="Tahoma" pitchFamily="34" charset="0"/>
                <a:cs typeface="Tahoma" pitchFamily="34" charset="0"/>
              </a:rPr>
              <a:t>Uses satellites orbiting the Earth</a:t>
            </a:r>
          </a:p>
          <a:p>
            <a:pPr lvl="2"/>
            <a:r>
              <a:rPr lang="en-US" sz="2400" dirty="0" smtClean="0">
                <a:solidFill>
                  <a:schemeClr val="tx1"/>
                </a:solidFill>
                <a:latin typeface="Tahoma" pitchFamily="34" charset="0"/>
                <a:ea typeface="Tahoma" pitchFamily="34" charset="0"/>
                <a:cs typeface="Tahoma" pitchFamily="34" charset="0"/>
              </a:rPr>
              <a:t>Permits usage in areas with restricted local radio stations or poor AM/FM reception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43</a:t>
            </a:fld>
            <a:endParaRPr kumimoji="0" lang="en-US"/>
          </a:p>
        </p:txBody>
      </p:sp>
    </p:spTree>
    <p:extLst>
      <p:ext uri="{BB962C8B-B14F-4D97-AF65-F5344CB8AC3E}">
        <p14:creationId xmlns:p14="http://schemas.microsoft.com/office/powerpoint/2010/main" val="500396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
          <p:cNvSpPr>
            <a:spLocks noGrp="1"/>
          </p:cNvSpPr>
          <p:nvPr>
            <p:ph type="title"/>
          </p:nvPr>
        </p:nvSpPr>
        <p:spPr>
          <a:xfrm>
            <a:off x="0" y="0"/>
            <a:ext cx="9144000" cy="1600200"/>
          </a:xfrm>
        </p:spPr>
        <p:txBody>
          <a:bodyPr/>
          <a:lstStyle/>
          <a:p>
            <a:r>
              <a:rPr lang="en-US" dirty="0" smtClean="0"/>
              <a:t>Wired and Wireless Applications</a:t>
            </a:r>
          </a:p>
        </p:txBody>
      </p:sp>
      <p:sp>
        <p:nvSpPr>
          <p:cNvPr id="166914" name="Content Placeholder 2"/>
          <p:cNvSpPr>
            <a:spLocks noGrp="1"/>
          </p:cNvSpPr>
          <p:nvPr>
            <p:ph sz="half" idx="4294967295"/>
          </p:nvPr>
        </p:nvSpPr>
        <p:spPr>
          <a:xfrm>
            <a:off x="762000" y="1905000"/>
            <a:ext cx="7467600" cy="4191000"/>
          </a:xfrm>
          <a:prstGeom prst="rect">
            <a:avLst/>
          </a:prstGeom>
        </p:spPr>
        <p:txBody>
          <a:bodyPr>
            <a:normAutofit/>
          </a:bodyPr>
          <a:lstStyle/>
          <a:p>
            <a:r>
              <a:rPr lang="en-US" sz="3600" b="1" dirty="0" smtClean="0">
                <a:solidFill>
                  <a:schemeClr val="tx1"/>
                </a:solidFill>
                <a:latin typeface="Tahoma" pitchFamily="34" charset="0"/>
                <a:ea typeface="Tahoma" pitchFamily="34" charset="0"/>
                <a:cs typeface="Tahoma" pitchFamily="34" charset="0"/>
              </a:rPr>
              <a:t>Satellite technology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r>
              <a:rPr lang="en-US" sz="3200" dirty="0" smtClean="0">
                <a:solidFill>
                  <a:schemeClr val="tx1"/>
                </a:solidFill>
                <a:latin typeface="Tahoma" pitchFamily="34" charset="0"/>
                <a:ea typeface="Tahoma" pitchFamily="34" charset="0"/>
                <a:cs typeface="Tahoma" pitchFamily="34" charset="0"/>
              </a:rPr>
              <a:t> </a:t>
            </a:r>
          </a:p>
          <a:p>
            <a:pPr lvl="1"/>
            <a:r>
              <a:rPr lang="en-US" sz="2400" b="1" dirty="0" smtClean="0">
                <a:solidFill>
                  <a:schemeClr val="tx1"/>
                </a:solidFill>
                <a:latin typeface="Tahoma" pitchFamily="34" charset="0"/>
                <a:ea typeface="Tahoma" pitchFamily="34" charset="0"/>
                <a:cs typeface="Tahoma" pitchFamily="34" charset="0"/>
              </a:rPr>
              <a:t>GPS (Global Positioning System) </a:t>
            </a:r>
          </a:p>
          <a:p>
            <a:pPr lvl="2"/>
            <a:r>
              <a:rPr lang="en-US" sz="2400" dirty="0" smtClean="0">
                <a:solidFill>
                  <a:schemeClr val="tx1"/>
                </a:solidFill>
                <a:latin typeface="Tahoma" pitchFamily="34" charset="0"/>
                <a:ea typeface="Tahoma" pitchFamily="34" charset="0"/>
                <a:cs typeface="Tahoma" pitchFamily="34" charset="0"/>
              </a:rPr>
              <a:t>System of 27 satellites allowing a receiver to pinpoint locations</a:t>
            </a:r>
          </a:p>
          <a:p>
            <a:pPr lvl="2"/>
            <a:r>
              <a:rPr lang="en-US" sz="2400" dirty="0" smtClean="0">
                <a:solidFill>
                  <a:schemeClr val="tx1"/>
                </a:solidFill>
                <a:latin typeface="Tahoma" pitchFamily="34" charset="0"/>
                <a:ea typeface="Tahoma" pitchFamily="34" charset="0"/>
                <a:cs typeface="Tahoma" pitchFamily="34" charset="0"/>
              </a:rPr>
              <a:t>Mobile units for cars</a:t>
            </a:r>
          </a:p>
          <a:p>
            <a:pPr lvl="2"/>
            <a:r>
              <a:rPr lang="en-US" sz="2400" dirty="0" smtClean="0">
                <a:solidFill>
                  <a:schemeClr val="tx1"/>
                </a:solidFill>
                <a:latin typeface="Tahoma" pitchFamily="34" charset="0"/>
                <a:ea typeface="Tahoma" pitchFamily="34" charset="0"/>
                <a:cs typeface="Tahoma" pitchFamily="34" charset="0"/>
              </a:rPr>
              <a:t>Installed car systems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44</a:t>
            </a:fld>
            <a:endParaRPr lang="en-US" dirty="0"/>
          </a:p>
        </p:txBody>
      </p:sp>
    </p:spTree>
    <p:extLst>
      <p:ext uri="{BB962C8B-B14F-4D97-AF65-F5344CB8AC3E}">
        <p14:creationId xmlns:p14="http://schemas.microsoft.com/office/powerpoint/2010/main" val="31002705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
          <p:cNvSpPr>
            <a:spLocks noGrp="1"/>
          </p:cNvSpPr>
          <p:nvPr>
            <p:ph type="title"/>
          </p:nvPr>
        </p:nvSpPr>
        <p:spPr>
          <a:xfrm>
            <a:off x="0" y="0"/>
            <a:ext cx="9144000" cy="1600200"/>
          </a:xfrm>
        </p:spPr>
        <p:txBody>
          <a:bodyPr/>
          <a:lstStyle/>
          <a:p>
            <a:r>
              <a:rPr lang="en-US" dirty="0" smtClean="0"/>
              <a:t>Wired and Wireless Applications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45</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676399"/>
            <a:ext cx="8077200" cy="4260501"/>
          </a:xfrm>
          <a:prstGeom prst="rect">
            <a:avLst/>
          </a:prstGeom>
        </p:spPr>
      </p:pic>
    </p:spTree>
    <p:extLst>
      <p:ext uri="{BB962C8B-B14F-4D97-AF65-F5344CB8AC3E}">
        <p14:creationId xmlns:p14="http://schemas.microsoft.com/office/powerpoint/2010/main" val="2089415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
          <p:cNvSpPr>
            <a:spLocks noGrp="1"/>
          </p:cNvSpPr>
          <p:nvPr>
            <p:ph type="title"/>
          </p:nvPr>
        </p:nvSpPr>
        <p:spPr>
          <a:xfrm>
            <a:off x="0" y="0"/>
            <a:ext cx="9144000" cy="1600200"/>
          </a:xfrm>
        </p:spPr>
        <p:txBody>
          <a:bodyPr/>
          <a:lstStyle/>
          <a:p>
            <a:r>
              <a:rPr lang="en-US" dirty="0" smtClean="0"/>
              <a:t>Wired and Wireless Applications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46</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76400"/>
            <a:ext cx="7772400" cy="4572000"/>
          </a:xfrm>
          <a:prstGeom prst="rect">
            <a:avLst/>
          </a:prstGeom>
        </p:spPr>
      </p:pic>
    </p:spTree>
    <p:extLst>
      <p:ext uri="{BB962C8B-B14F-4D97-AF65-F5344CB8AC3E}">
        <p14:creationId xmlns:p14="http://schemas.microsoft.com/office/powerpoint/2010/main" val="33009179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6"/>
          <p:cNvSpPr>
            <a:spLocks noGrp="1"/>
          </p:cNvSpPr>
          <p:nvPr>
            <p:ph type="title"/>
          </p:nvPr>
        </p:nvSpPr>
        <p:spPr>
          <a:xfrm>
            <a:off x="0" y="0"/>
            <a:ext cx="9144000" cy="1600200"/>
          </a:xfrm>
        </p:spPr>
        <p:txBody>
          <a:bodyPr/>
          <a:lstStyle/>
          <a:p>
            <a:r>
              <a:rPr lang="en-US" dirty="0" smtClean="0"/>
              <a:t>Wired and Wireless Applications</a:t>
            </a:r>
          </a:p>
        </p:txBody>
      </p:sp>
      <p:sp>
        <p:nvSpPr>
          <p:cNvPr id="168962" name="Content Placeholder 8"/>
          <p:cNvSpPr>
            <a:spLocks noGrp="1"/>
          </p:cNvSpPr>
          <p:nvPr>
            <p:ph sz="half" idx="4294967295"/>
          </p:nvPr>
        </p:nvSpPr>
        <p:spPr>
          <a:xfrm>
            <a:off x="304800" y="1905000"/>
            <a:ext cx="4267200" cy="4191000"/>
          </a:xfrm>
          <a:prstGeom prst="rect">
            <a:avLst/>
          </a:prstGeom>
        </p:spPr>
        <p:txBody>
          <a:bodyPr>
            <a:normAutofit/>
          </a:bodyPr>
          <a:lstStyle/>
          <a:p>
            <a:r>
              <a:rPr lang="en-US" sz="3200" b="1" dirty="0" smtClean="0">
                <a:solidFill>
                  <a:schemeClr val="tx1"/>
                </a:solidFill>
                <a:latin typeface="Tahoma" pitchFamily="34" charset="0"/>
                <a:ea typeface="Tahoma" pitchFamily="34" charset="0"/>
                <a:cs typeface="Tahoma" pitchFamily="34" charset="0"/>
              </a:rPr>
              <a:t>Text messaging (</a:t>
            </a:r>
            <a:r>
              <a:rPr lang="en-US" sz="3200" b="1" dirty="0" err="1" smtClean="0">
                <a:solidFill>
                  <a:schemeClr val="tx1"/>
                </a:solidFill>
                <a:latin typeface="Tahoma" pitchFamily="34" charset="0"/>
                <a:ea typeface="Tahoma" pitchFamily="34" charset="0"/>
                <a:cs typeface="Tahoma" pitchFamily="34" charset="0"/>
              </a:rPr>
              <a:t>SMS</a:t>
            </a:r>
            <a:r>
              <a:rPr lang="en-US" sz="3200" b="1" dirty="0" smtClean="0">
                <a:solidFill>
                  <a:schemeClr val="tx1"/>
                </a:solidFill>
                <a:latin typeface="Tahoma" pitchFamily="34" charset="0"/>
                <a:ea typeface="Tahoma" pitchFamily="34" charset="0"/>
                <a:cs typeface="Tahoma" pitchFamily="34" charset="0"/>
              </a:rPr>
              <a:t>)</a:t>
            </a:r>
          </a:p>
          <a:p>
            <a:pPr lvl="1"/>
            <a:r>
              <a:rPr lang="en-US" sz="2400" dirty="0" smtClean="0">
                <a:solidFill>
                  <a:schemeClr val="tx1"/>
                </a:solidFill>
                <a:latin typeface="Tahoma" pitchFamily="34" charset="0"/>
                <a:ea typeface="Tahoma" pitchFamily="34" charset="0"/>
                <a:cs typeface="Tahoma" pitchFamily="34" charset="0"/>
              </a:rPr>
              <a:t>Using cell phone for applications previously used on computers</a:t>
            </a:r>
            <a:endParaRPr lang="en-US" sz="2400" b="1"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Instant messaging</a:t>
            </a:r>
          </a:p>
          <a:p>
            <a:pPr lvl="1"/>
            <a:r>
              <a:rPr lang="en-US" sz="2400" dirty="0" smtClean="0">
                <a:solidFill>
                  <a:schemeClr val="tx1"/>
                </a:solidFill>
                <a:latin typeface="Tahoma" pitchFamily="34" charset="0"/>
                <a:ea typeface="Tahoma" pitchFamily="34" charset="0"/>
                <a:cs typeface="Tahoma" pitchFamily="34" charset="0"/>
              </a:rPr>
              <a:t>Brief e-mail</a:t>
            </a:r>
          </a:p>
          <a:p>
            <a:pPr lvl="1"/>
            <a:endParaRPr lang="en-US" sz="1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47</a:t>
            </a:fld>
            <a:endParaRPr lang="en-US" dirty="0"/>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1752600"/>
            <a:ext cx="3352800" cy="3352800"/>
          </a:xfrm>
        </p:spPr>
      </p:pic>
    </p:spTree>
    <p:extLst>
      <p:ext uri="{BB962C8B-B14F-4D97-AF65-F5344CB8AC3E}">
        <p14:creationId xmlns:p14="http://schemas.microsoft.com/office/powerpoint/2010/main" val="428729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itle 1"/>
          <p:cNvSpPr>
            <a:spLocks noGrp="1"/>
          </p:cNvSpPr>
          <p:nvPr>
            <p:ph type="title"/>
          </p:nvPr>
        </p:nvSpPr>
        <p:spPr>
          <a:xfrm>
            <a:off x="0" y="0"/>
            <a:ext cx="9144000" cy="1600200"/>
          </a:xfrm>
        </p:spPr>
        <p:txBody>
          <a:bodyPr/>
          <a:lstStyle/>
          <a:p>
            <a:r>
              <a:rPr lang="en-US" dirty="0" smtClean="0"/>
              <a:t>Wired and Wireless Applications</a:t>
            </a:r>
          </a:p>
        </p:txBody>
      </p:sp>
      <p:sp>
        <p:nvSpPr>
          <p:cNvPr id="9" name="Rectangle 8"/>
          <p:cNvSpPr/>
          <p:nvPr/>
        </p:nvSpPr>
        <p:spPr>
          <a:xfrm>
            <a:off x="762000" y="1905000"/>
            <a:ext cx="8059737" cy="4610493"/>
          </a:xfrm>
          <a:prstGeom prst="rect">
            <a:avLst/>
          </a:prstGeom>
        </p:spPr>
        <p:txBody>
          <a:bodyPr wrap="square">
            <a:spAutoFit/>
          </a:bodyPr>
          <a:lstStyle/>
          <a:p>
            <a:pPr marL="342900" indent="-342900">
              <a:buFont typeface="Arial" pitchFamily="34" charset="0"/>
              <a:buChar char="•"/>
            </a:pPr>
            <a:r>
              <a:rPr lang="en-US" sz="3600" b="1" dirty="0" smtClean="0">
                <a:latin typeface="Tahoma" pitchFamily="34" charset="0"/>
                <a:ea typeface="Tahoma" pitchFamily="34" charset="0"/>
                <a:cs typeface="Tahoma" pitchFamily="34" charset="0"/>
              </a:rPr>
              <a:t>Picture messaging</a:t>
            </a:r>
            <a:r>
              <a:rPr lang="en-US" sz="2800" b="1" dirty="0" smtClean="0">
                <a:latin typeface="Tahoma" pitchFamily="34" charset="0"/>
                <a:ea typeface="Tahoma" pitchFamily="34" charset="0"/>
                <a:cs typeface="Tahoma" pitchFamily="34" charset="0"/>
              </a:rPr>
              <a:t> </a:t>
            </a:r>
          </a:p>
          <a:p>
            <a:pPr marL="800100" lvl="1" indent="-342900">
              <a:buFont typeface="Courier New" pitchFamily="49" charset="0"/>
              <a:buChar char="o"/>
            </a:pPr>
            <a:r>
              <a:rPr lang="en-US" sz="2400" b="1" dirty="0" smtClean="0">
                <a:latin typeface="Tahoma" pitchFamily="34" charset="0"/>
                <a:ea typeface="Tahoma" pitchFamily="34" charset="0"/>
                <a:cs typeface="Tahoma" pitchFamily="34" charset="0"/>
              </a:rPr>
              <a:t>MMS </a:t>
            </a:r>
            <a:r>
              <a:rPr lang="en-US" sz="2400" dirty="0" smtClean="0">
                <a:latin typeface="Tahoma" pitchFamily="34" charset="0"/>
                <a:ea typeface="Tahoma" pitchFamily="34" charset="0"/>
                <a:cs typeface="Tahoma" pitchFamily="34" charset="0"/>
              </a:rPr>
              <a:t>(multimedia messaging system)</a:t>
            </a:r>
            <a:endParaRPr lang="en-US" sz="2400" dirty="0">
              <a:latin typeface="Tahoma" pitchFamily="34" charset="0"/>
              <a:ea typeface="Tahoma" pitchFamily="34" charset="0"/>
              <a:cs typeface="Tahoma" pitchFamily="34" charset="0"/>
            </a:endParaRPr>
          </a:p>
          <a:p>
            <a:pPr marL="742950" lvl="1" indent="-285750">
              <a:buFont typeface="Courier New" pitchFamily="49" charset="0"/>
              <a:buChar char="o"/>
            </a:pPr>
            <a:r>
              <a:rPr lang="en-US" sz="2400" dirty="0">
                <a:latin typeface="Tahoma" pitchFamily="34" charset="0"/>
                <a:ea typeface="Tahoma" pitchFamily="34" charset="0"/>
                <a:cs typeface="Tahoma" pitchFamily="34" charset="0"/>
              </a:rPr>
              <a:t>Transmits color pictures and backgrounds </a:t>
            </a:r>
          </a:p>
          <a:p>
            <a:pPr marL="742950" lvl="1" indent="-285750">
              <a:buFont typeface="Courier New" pitchFamily="49" charset="0"/>
              <a:buChar char="o"/>
            </a:pPr>
            <a:r>
              <a:rPr lang="en-US" sz="2400" dirty="0">
                <a:latin typeface="Tahoma" pitchFamily="34" charset="0"/>
                <a:ea typeface="Tahoma" pitchFamily="34" charset="0"/>
                <a:cs typeface="Tahoma" pitchFamily="34" charset="0"/>
              </a:rPr>
              <a:t>Cellular telephone acts as a </a:t>
            </a:r>
            <a:r>
              <a:rPr lang="en-US" sz="2400" dirty="0" smtClean="0">
                <a:latin typeface="Tahoma" pitchFamily="34" charset="0"/>
                <a:ea typeface="Tahoma" pitchFamily="34" charset="0"/>
                <a:cs typeface="Tahoma" pitchFamily="34" charset="0"/>
              </a:rPr>
              <a:t>camera</a:t>
            </a:r>
          </a:p>
          <a:p>
            <a:pPr marL="342900" indent="-342900">
              <a:buFont typeface="Arial" pitchFamily="34" charset="0"/>
              <a:buChar char="•"/>
            </a:pPr>
            <a:r>
              <a:rPr lang="en-US" sz="3600" b="1" dirty="0">
                <a:latin typeface="Tahoma" pitchFamily="34" charset="0"/>
                <a:ea typeface="Tahoma" pitchFamily="34" charset="0"/>
                <a:cs typeface="Tahoma" pitchFamily="34" charset="0"/>
              </a:rPr>
              <a:t>Location</a:t>
            </a:r>
            <a:r>
              <a:rPr lang="en-US" sz="3600" dirty="0" smtClean="0">
                <a:latin typeface="Tahoma" pitchFamily="34" charset="0"/>
                <a:ea typeface="Tahoma" pitchFamily="34" charset="0"/>
                <a:cs typeface="Tahoma" pitchFamily="34" charset="0"/>
              </a:rPr>
              <a:t> </a:t>
            </a:r>
            <a:r>
              <a:rPr lang="en-US" sz="3600" b="1" dirty="0" smtClean="0">
                <a:latin typeface="Tahoma" pitchFamily="34" charset="0"/>
                <a:ea typeface="Tahoma" pitchFamily="34" charset="0"/>
                <a:cs typeface="Tahoma" pitchFamily="34" charset="0"/>
              </a:rPr>
              <a:t>awareness</a:t>
            </a:r>
          </a:p>
          <a:p>
            <a:pPr marL="742950" lvl="1" indent="-285750">
              <a:buClr>
                <a:schemeClr val="tx1">
                  <a:lumMod val="50000"/>
                  <a:lumOff val="50000"/>
                </a:schemeClr>
              </a:buClr>
              <a:buFont typeface="Courier New" pitchFamily="49" charset="0"/>
              <a:buChar char="o"/>
            </a:pPr>
            <a:r>
              <a:rPr lang="en-US" sz="2400" dirty="0" smtClean="0">
                <a:latin typeface="Tahoma" pitchFamily="34" charset="0"/>
                <a:ea typeface="Tahoma" pitchFamily="34" charset="0"/>
                <a:cs typeface="Tahoma" pitchFamily="34" charset="0"/>
              </a:rPr>
              <a:t>Also known as </a:t>
            </a:r>
            <a:r>
              <a:rPr lang="en-US" sz="2400" b="1" dirty="0" smtClean="0">
                <a:latin typeface="Tahoma" pitchFamily="34" charset="0"/>
                <a:ea typeface="Tahoma" pitchFamily="34" charset="0"/>
                <a:cs typeface="Tahoma" pitchFamily="34" charset="0"/>
              </a:rPr>
              <a:t>position awareness</a:t>
            </a:r>
          </a:p>
          <a:p>
            <a:pPr marL="742950" lvl="1" indent="-285750">
              <a:buClr>
                <a:schemeClr val="tx1">
                  <a:lumMod val="50000"/>
                  <a:lumOff val="50000"/>
                </a:schemeClr>
              </a:buClr>
              <a:buFont typeface="Courier New" pitchFamily="49" charset="0"/>
              <a:buChar char="o"/>
            </a:pPr>
            <a:r>
              <a:rPr lang="en-US" sz="2400" dirty="0" smtClean="0">
                <a:latin typeface="Tahoma" pitchFamily="34" charset="0"/>
                <a:ea typeface="Tahoma" pitchFamily="34" charset="0"/>
                <a:cs typeface="Tahoma" pitchFamily="34" charset="0"/>
              </a:rPr>
              <a:t>Uses GPS-enabled chips to pinpoint the location of a cell phone</a:t>
            </a:r>
          </a:p>
          <a:p>
            <a:pPr marL="742950" lvl="1" indent="-285750">
              <a:buClr>
                <a:schemeClr val="tx1">
                  <a:lumMod val="50000"/>
                  <a:lumOff val="50000"/>
                </a:schemeClr>
              </a:buClr>
              <a:buFont typeface="Courier New" pitchFamily="49" charset="0"/>
              <a:buChar char="o"/>
            </a:pPr>
            <a:r>
              <a:rPr lang="en-US" sz="2400" dirty="0" smtClean="0">
                <a:latin typeface="Tahoma" pitchFamily="34" charset="0"/>
                <a:ea typeface="Tahoma" pitchFamily="34" charset="0"/>
                <a:cs typeface="Tahoma" pitchFamily="34" charset="0"/>
              </a:rPr>
              <a:t>Popular with parents of teenagers</a:t>
            </a:r>
            <a:endParaRPr lang="en-US" sz="2400" dirty="0">
              <a:latin typeface="Tahoma" pitchFamily="34" charset="0"/>
              <a:ea typeface="Tahoma" pitchFamily="34" charset="0"/>
              <a:cs typeface="Tahoma" pitchFamily="34" charset="0"/>
            </a:endParaRPr>
          </a:p>
          <a:p>
            <a:pPr marL="285750" indent="-285750">
              <a:buFont typeface="Courier New" pitchFamily="49" charset="0"/>
              <a:buChar char="o"/>
            </a:pPr>
            <a:endParaRPr lang="en-US" sz="2000" b="1" dirty="0">
              <a:latin typeface="Tahoma" pitchFamily="34" charset="0"/>
              <a:ea typeface="Tahoma" pitchFamily="34" charset="0"/>
              <a:cs typeface="Tahoma" pitchFamily="34" charset="0"/>
            </a:endParaRPr>
          </a:p>
          <a:p>
            <a:pPr marL="342900" lvl="0" indent="-342900" eaLnBrk="0" hangingPunct="0">
              <a:spcBef>
                <a:spcPct val="20000"/>
              </a:spcBef>
              <a:buClr>
                <a:schemeClr val="tx1">
                  <a:lumMod val="50000"/>
                  <a:lumOff val="50000"/>
                </a:schemeClr>
              </a:buClr>
              <a:buSzPct val="100000"/>
              <a:buFont typeface="Arial" pitchFamily="34" charset="0"/>
              <a:buChar char="•"/>
            </a:pPr>
            <a:endParaRPr lang="en-US" sz="2800" kern="0" dirty="0" smtClean="0">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48</a:t>
            </a:fld>
            <a:endParaRPr kumimoji="0" lang="en-US"/>
          </a:p>
        </p:txBody>
      </p:sp>
    </p:spTree>
    <p:extLst>
      <p:ext uri="{BB962C8B-B14F-4D97-AF65-F5344CB8AC3E}">
        <p14:creationId xmlns:p14="http://schemas.microsoft.com/office/powerpoint/2010/main" val="4175919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itle 1"/>
          <p:cNvSpPr>
            <a:spLocks noGrp="1"/>
          </p:cNvSpPr>
          <p:nvPr>
            <p:ph type="title"/>
          </p:nvPr>
        </p:nvSpPr>
        <p:spPr>
          <a:xfrm>
            <a:off x="0" y="0"/>
            <a:ext cx="9144000" cy="1600200"/>
          </a:xfrm>
        </p:spPr>
        <p:txBody>
          <a:bodyPr/>
          <a:lstStyle/>
          <a:p>
            <a:r>
              <a:rPr lang="en-US" dirty="0" smtClean="0"/>
              <a:t>Wired and Wireless Applications</a:t>
            </a:r>
          </a:p>
        </p:txBody>
      </p:sp>
      <p:sp>
        <p:nvSpPr>
          <p:cNvPr id="171010" name="Content Placeholder 7"/>
          <p:cNvSpPr>
            <a:spLocks noGrp="1"/>
          </p:cNvSpPr>
          <p:nvPr>
            <p:ph idx="1"/>
          </p:nvPr>
        </p:nvSpPr>
        <p:spPr>
          <a:xfrm>
            <a:off x="762000" y="1676400"/>
            <a:ext cx="8153400" cy="46482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Surfing safely at public wireless hot spots</a:t>
            </a:r>
          </a:p>
          <a:p>
            <a:pPr lvl="1"/>
            <a:r>
              <a:rPr lang="en-US" sz="2400" b="1" dirty="0" smtClean="0">
                <a:solidFill>
                  <a:schemeClr val="tx1"/>
                </a:solidFill>
                <a:latin typeface="Tahoma" pitchFamily="34" charset="0"/>
                <a:ea typeface="Tahoma" pitchFamily="34" charset="0"/>
                <a:cs typeface="Tahoma" pitchFamily="34" charset="0"/>
              </a:rPr>
              <a:t>Malicious network </a:t>
            </a:r>
            <a:r>
              <a:rPr lang="en-US" sz="2400" dirty="0" smtClean="0">
                <a:solidFill>
                  <a:schemeClr val="tx1"/>
                </a:solidFill>
                <a:latin typeface="Tahoma" pitchFamily="34" charset="0"/>
                <a:ea typeface="Tahoma" pitchFamily="34" charset="0"/>
                <a:cs typeface="Tahoma" pitchFamily="34" charset="0"/>
              </a:rPr>
              <a:t>(evil twin)—network set up by a hacker within the operating area of a legitimate hot spot</a:t>
            </a:r>
          </a:p>
          <a:p>
            <a:pPr lvl="1"/>
            <a:r>
              <a:rPr lang="en-US" sz="2400" dirty="0" smtClean="0">
                <a:solidFill>
                  <a:schemeClr val="tx1"/>
                </a:solidFill>
                <a:latin typeface="Tahoma" pitchFamily="34" charset="0"/>
                <a:ea typeface="Tahoma" pitchFamily="34" charset="0"/>
                <a:cs typeface="Tahoma" pitchFamily="34" charset="0"/>
              </a:rPr>
              <a:t>Use firewalls and antivirus software</a:t>
            </a:r>
          </a:p>
          <a:p>
            <a:pPr lvl="1"/>
            <a:r>
              <a:rPr lang="en-US" sz="2400" dirty="0" smtClean="0">
                <a:solidFill>
                  <a:schemeClr val="tx1"/>
                </a:solidFill>
                <a:latin typeface="Tahoma" pitchFamily="34" charset="0"/>
                <a:ea typeface="Tahoma" pitchFamily="34" charset="0"/>
                <a:cs typeface="Tahoma" pitchFamily="34" charset="0"/>
              </a:rPr>
              <a:t>Use legitimate networks to avoid “evil twins”</a:t>
            </a:r>
          </a:p>
          <a:p>
            <a:pPr lvl="1"/>
            <a:r>
              <a:rPr lang="en-US" sz="2400" dirty="0" smtClean="0">
                <a:solidFill>
                  <a:schemeClr val="tx1"/>
                </a:solidFill>
                <a:latin typeface="Tahoma" pitchFamily="34" charset="0"/>
                <a:ea typeface="Tahoma" pitchFamily="34" charset="0"/>
                <a:cs typeface="Tahoma" pitchFamily="34" charset="0"/>
              </a:rPr>
              <a:t>Do not perform financial transactions</a:t>
            </a:r>
          </a:p>
          <a:p>
            <a:pPr lvl="1"/>
            <a:r>
              <a:rPr lang="en-US" sz="2400" dirty="0" smtClean="0">
                <a:solidFill>
                  <a:schemeClr val="tx1"/>
                </a:solidFill>
                <a:latin typeface="Tahoma" pitchFamily="34" charset="0"/>
                <a:ea typeface="Tahoma" pitchFamily="34" charset="0"/>
                <a:cs typeface="Tahoma" pitchFamily="34" charset="0"/>
              </a:rPr>
              <a:t>Select appropriate operating system settings to avoid being detected</a:t>
            </a:r>
          </a:p>
          <a:p>
            <a:pPr lvl="1"/>
            <a:endParaRPr lang="en-US" sz="2000" dirty="0" smtClean="0">
              <a:solidFill>
                <a:schemeClr val="tx1"/>
              </a:solidFill>
              <a:latin typeface="Tahoma" pitchFamily="34" charset="0"/>
              <a:ea typeface="Tahoma" pitchFamily="34" charset="0"/>
              <a:cs typeface="Tahoma" pitchFamily="34" charset="0"/>
            </a:endParaRPr>
          </a:p>
          <a:p>
            <a:pPr>
              <a:buFont typeface="Wingdings" pitchFamily="2" charset="2"/>
              <a:buNone/>
            </a:pPr>
            <a:endParaRPr lang="en-US" sz="3200" b="1"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49</a:t>
            </a:fld>
            <a:endParaRPr kumimoji="0" lang="en-US"/>
          </a:p>
        </p:txBody>
      </p:sp>
    </p:spTree>
    <p:extLst>
      <p:ext uri="{BB962C8B-B14F-4D97-AF65-F5344CB8AC3E}">
        <p14:creationId xmlns:p14="http://schemas.microsoft.com/office/powerpoint/2010/main" val="2626878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itle 1"/>
          <p:cNvSpPr>
            <a:spLocks noGrp="1"/>
          </p:cNvSpPr>
          <p:nvPr>
            <p:ph type="title"/>
          </p:nvPr>
        </p:nvSpPr>
        <p:spPr>
          <a:xfrm>
            <a:off x="0" y="0"/>
            <a:ext cx="9144000" cy="1600200"/>
          </a:xfrm>
        </p:spPr>
        <p:txBody>
          <a:bodyPr/>
          <a:lstStyle/>
          <a:p>
            <a:r>
              <a:rPr lang="en-US" dirty="0" smtClean="0"/>
              <a:t>Wired and Wireless Applications</a:t>
            </a:r>
          </a:p>
        </p:txBody>
      </p:sp>
      <p:pic>
        <p:nvPicPr>
          <p:cNvPr id="19458" name="Picture 2" descr="C:\Users\Tiffany\Documents\CAYF\To Edit\ppt_jpegs3\Ch8\ch08\08-33.jpg"/>
          <p:cNvPicPr>
            <a:picLocks noChangeAspect="1" noChangeArrowheads="1"/>
          </p:cNvPicPr>
          <p:nvPr/>
        </p:nvPicPr>
        <p:blipFill>
          <a:blip r:embed="rId3" cstate="print"/>
          <a:srcRect/>
          <a:stretch>
            <a:fillRect/>
          </a:stretch>
        </p:blipFill>
        <p:spPr bwMode="auto">
          <a:xfrm>
            <a:off x="1447800" y="1905000"/>
            <a:ext cx="6215949" cy="4495800"/>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50</a:t>
            </a:fld>
            <a:endParaRPr kumimoji="0" lang="en-US"/>
          </a:p>
        </p:txBody>
      </p:sp>
    </p:spTree>
    <p:extLst>
      <p:ext uri="{BB962C8B-B14F-4D97-AF65-F5344CB8AC3E}">
        <p14:creationId xmlns:p14="http://schemas.microsoft.com/office/powerpoint/2010/main" val="51465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0" y="-17585"/>
            <a:ext cx="9144000" cy="1312986"/>
          </a:xfrm>
        </p:spPr>
        <p:txBody>
          <a:bodyPr lIns="92075" tIns="46038" rIns="92075" bIns="46038" anchor="b"/>
          <a:lstStyle/>
          <a:p>
            <a:r>
              <a:rPr lang="en-US" dirty="0"/>
              <a:t>Summary</a:t>
            </a:r>
            <a:endParaRPr lang="en-US" dirty="0" smtClean="0"/>
          </a:p>
        </p:txBody>
      </p:sp>
      <p:sp>
        <p:nvSpPr>
          <p:cNvPr id="102402" name="Rectangle 3"/>
          <p:cNvSpPr>
            <a:spLocks noGrp="1" noChangeArrowheads="1"/>
          </p:cNvSpPr>
          <p:nvPr>
            <p:ph type="body" idx="1"/>
          </p:nvPr>
        </p:nvSpPr>
        <p:spPr>
          <a:xfrm>
            <a:off x="685800" y="1600200"/>
            <a:ext cx="8153400" cy="4724400"/>
          </a:xfrm>
        </p:spPr>
        <p:txBody>
          <a:bodyPr lIns="182562" tIns="46038" rIns="182562" bIns="46038">
            <a:normAutofit/>
          </a:bodyPr>
          <a:lstStyle/>
          <a:p>
            <a:pPr eaLnBrk="1" hangingPunct="1"/>
            <a:r>
              <a:rPr lang="en-US" sz="3200" dirty="0" smtClean="0">
                <a:solidFill>
                  <a:schemeClr val="tx1"/>
                </a:solidFill>
                <a:latin typeface="Tahoma" pitchFamily="34" charset="0"/>
                <a:ea typeface="Tahoma" pitchFamily="34" charset="0"/>
                <a:cs typeface="Tahoma" pitchFamily="34" charset="0"/>
              </a:rPr>
              <a:t>Differentiate between </a:t>
            </a:r>
            <a:r>
              <a:rPr lang="en-US" sz="3200" i="1" dirty="0" smtClean="0">
                <a:solidFill>
                  <a:schemeClr val="tx1"/>
                </a:solidFill>
                <a:latin typeface="Tahoma" pitchFamily="34" charset="0"/>
                <a:ea typeface="Tahoma" pitchFamily="34" charset="0"/>
                <a:cs typeface="Tahoma" pitchFamily="34" charset="0"/>
              </a:rPr>
              <a:t>bandwidth</a:t>
            </a:r>
            <a:r>
              <a:rPr lang="en-US" sz="3200" dirty="0" smtClean="0">
                <a:solidFill>
                  <a:schemeClr val="tx1"/>
                </a:solidFill>
                <a:latin typeface="Tahoma" pitchFamily="34" charset="0"/>
                <a:ea typeface="Tahoma" pitchFamily="34" charset="0"/>
                <a:cs typeface="Tahoma" pitchFamily="34" charset="0"/>
              </a:rPr>
              <a:t> and </a:t>
            </a:r>
            <a:r>
              <a:rPr lang="en-US" sz="3200" i="1" dirty="0" smtClean="0">
                <a:solidFill>
                  <a:schemeClr val="tx1"/>
                </a:solidFill>
                <a:latin typeface="Tahoma" pitchFamily="34" charset="0"/>
                <a:ea typeface="Tahoma" pitchFamily="34" charset="0"/>
                <a:cs typeface="Tahoma" pitchFamily="34" charset="0"/>
              </a:rPr>
              <a:t>throughput</a:t>
            </a:r>
            <a:r>
              <a:rPr lang="en-US" sz="3200" dirty="0" smtClean="0">
                <a:solidFill>
                  <a:schemeClr val="tx1"/>
                </a:solidFill>
                <a:latin typeface="Tahoma" pitchFamily="34" charset="0"/>
                <a:ea typeface="Tahoma" pitchFamily="34" charset="0"/>
                <a:cs typeface="Tahoma" pitchFamily="34" charset="0"/>
              </a:rPr>
              <a:t>, and discuss the bandwidth needs of typical users.</a:t>
            </a:r>
          </a:p>
          <a:p>
            <a:pPr eaLnBrk="1" hangingPunct="1"/>
            <a:r>
              <a:rPr lang="en-US" sz="3200" dirty="0" smtClean="0">
                <a:solidFill>
                  <a:schemeClr val="tx1"/>
                </a:solidFill>
                <a:latin typeface="Tahoma" pitchFamily="34" charset="0"/>
                <a:ea typeface="Tahoma" pitchFamily="34" charset="0"/>
                <a:cs typeface="Tahoma" pitchFamily="34" charset="0"/>
              </a:rPr>
              <a:t>Discuss how modems transform digital computer signals into analog signals and analog into digital.</a:t>
            </a:r>
          </a:p>
          <a:p>
            <a:pPr eaLnBrk="1" hangingPunct="1"/>
            <a:r>
              <a:rPr lang="en-US" sz="3200" dirty="0" smtClean="0">
                <a:solidFill>
                  <a:schemeClr val="tx1"/>
                </a:solidFill>
                <a:latin typeface="Tahoma" pitchFamily="34" charset="0"/>
                <a:ea typeface="Tahoma" pitchFamily="34" charset="0"/>
                <a:cs typeface="Tahoma" pitchFamily="34" charset="0"/>
              </a:rPr>
              <a:t>List various physical and wireless transmission media and explain several transmission methods.</a:t>
            </a:r>
          </a:p>
          <a:p>
            <a:pPr eaLnBrk="1" hangingPunct="1">
              <a:buFont typeface="Wingdings" pitchFamily="2" charset="2"/>
              <a:buNone/>
            </a:pPr>
            <a:endParaRPr lang="en-US" sz="28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51</a:t>
            </a:fld>
            <a:endParaRPr kumimoji="0" lang="en-US"/>
          </a:p>
        </p:txBody>
      </p:sp>
    </p:spTree>
    <p:extLst>
      <p:ext uri="{BB962C8B-B14F-4D97-AF65-F5344CB8AC3E}">
        <p14:creationId xmlns:p14="http://schemas.microsoft.com/office/powerpoint/2010/main" val="38599226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p:cNvSpPr>
            <a:spLocks noGrp="1"/>
          </p:cNvSpPr>
          <p:nvPr>
            <p:ph type="title"/>
          </p:nvPr>
        </p:nvSpPr>
        <p:spPr>
          <a:xfrm>
            <a:off x="0" y="0"/>
            <a:ext cx="9144000" cy="1371600"/>
          </a:xfrm>
        </p:spPr>
        <p:txBody>
          <a:bodyPr/>
          <a:lstStyle/>
          <a:p>
            <a:r>
              <a:rPr lang="en-US" dirty="0"/>
              <a:t>Summary</a:t>
            </a:r>
            <a:endParaRPr lang="en-US" dirty="0" smtClean="0"/>
          </a:p>
        </p:txBody>
      </p:sp>
      <p:sp>
        <p:nvSpPr>
          <p:cNvPr id="103426" name="Content Placeholder 2"/>
          <p:cNvSpPr>
            <a:spLocks noGrp="1"/>
          </p:cNvSpPr>
          <p:nvPr>
            <p:ph idx="1"/>
          </p:nvPr>
        </p:nvSpPr>
        <p:spPr>
          <a:xfrm>
            <a:off x="762000" y="1752600"/>
            <a:ext cx="7772400" cy="4267200"/>
          </a:xfrm>
        </p:spPr>
        <p:txBody>
          <a:bodyPr>
            <a:normAutofit lnSpcReduction="10000"/>
          </a:bodyPr>
          <a:lstStyle/>
          <a:p>
            <a:r>
              <a:rPr lang="en-US" sz="3200" dirty="0" smtClean="0">
                <a:solidFill>
                  <a:schemeClr val="tx1"/>
                </a:solidFill>
                <a:latin typeface="Tahoma" pitchFamily="34" charset="0"/>
                <a:ea typeface="Tahoma" pitchFamily="34" charset="0"/>
                <a:cs typeface="Tahoma" pitchFamily="34" charset="0"/>
              </a:rPr>
              <a:t>Explain the limitations of the public switched telephone network (PSTN) for sending and receiving computer data.</a:t>
            </a:r>
          </a:p>
          <a:p>
            <a:r>
              <a:rPr lang="en-US" sz="3200" dirty="0" smtClean="0">
                <a:solidFill>
                  <a:schemeClr val="tx1"/>
                </a:solidFill>
                <a:latin typeface="Tahoma" pitchFamily="34" charset="0"/>
                <a:ea typeface="Tahoma" pitchFamily="34" charset="0"/>
                <a:cs typeface="Tahoma" pitchFamily="34" charset="0"/>
              </a:rPr>
              <a:t>Describe </a:t>
            </a:r>
            <a:r>
              <a:rPr lang="en-US" sz="3200" dirty="0">
                <a:solidFill>
                  <a:schemeClr val="tx1"/>
                </a:solidFill>
                <a:latin typeface="Tahoma" pitchFamily="34" charset="0"/>
                <a:ea typeface="Tahoma" pitchFamily="34" charset="0"/>
                <a:cs typeface="Tahoma" pitchFamily="34" charset="0"/>
              </a:rPr>
              <a:t>digital </a:t>
            </a:r>
            <a:r>
              <a:rPr lang="en-US" sz="3200" dirty="0" smtClean="0">
                <a:solidFill>
                  <a:schemeClr val="tx1"/>
                </a:solidFill>
                <a:latin typeface="Tahoma" pitchFamily="34" charset="0"/>
                <a:ea typeface="Tahoma" pitchFamily="34" charset="0"/>
                <a:cs typeface="Tahoma" pitchFamily="34" charset="0"/>
              </a:rPr>
              <a:t>telephony and multiplexing, including their impact on line usage.</a:t>
            </a:r>
          </a:p>
          <a:p>
            <a:r>
              <a:rPr lang="en-US" sz="3200" dirty="0">
                <a:solidFill>
                  <a:schemeClr val="tx1"/>
                </a:solidFill>
                <a:latin typeface="Tahoma" pitchFamily="34" charset="0"/>
                <a:ea typeface="Tahoma" pitchFamily="34" charset="0"/>
                <a:cs typeface="Tahoma" pitchFamily="34" charset="0"/>
              </a:rPr>
              <a:t>Discuss last-mile technologies that connect users with their communication providers.</a:t>
            </a:r>
          </a:p>
          <a:p>
            <a:endParaRPr lang="en-US" sz="3200" dirty="0" smtClean="0">
              <a:solidFill>
                <a:schemeClr val="tx1"/>
              </a:solidFill>
              <a:latin typeface="Tahoma" pitchFamily="34" charset="0"/>
              <a:ea typeface="Tahoma" pitchFamily="34" charset="0"/>
              <a:cs typeface="Tahoma" pitchFamily="34" charset="0"/>
            </a:endParaRPr>
          </a:p>
          <a:p>
            <a:pPr>
              <a:buFont typeface="Wingdings" pitchFamily="2" charset="2"/>
              <a:buNone/>
            </a:pPr>
            <a:endParaRPr lang="en-US" sz="3200" dirty="0" smtClean="0">
              <a:solidFill>
                <a:schemeClr val="tx1"/>
              </a:solidFill>
              <a:latin typeface="Tahoma" pitchFamily="34" charset="0"/>
              <a:ea typeface="Tahoma" pitchFamily="34" charset="0"/>
              <a:cs typeface="Tahoma" pitchFamily="34" charset="0"/>
            </a:endParaRPr>
          </a:p>
          <a:p>
            <a:endParaRPr lang="en-US" sz="3200"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52</a:t>
            </a:fld>
            <a:endParaRPr kumimoji="0" lang="en-US"/>
          </a:p>
        </p:txBody>
      </p:sp>
    </p:spTree>
    <p:extLst>
      <p:ext uri="{BB962C8B-B14F-4D97-AF65-F5344CB8AC3E}">
        <p14:creationId xmlns:p14="http://schemas.microsoft.com/office/powerpoint/2010/main" val="30724385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a:xfrm>
            <a:off x="0" y="0"/>
            <a:ext cx="9144000" cy="1600200"/>
          </a:xfrm>
        </p:spPr>
        <p:txBody>
          <a:bodyPr/>
          <a:lstStyle/>
          <a:p>
            <a:r>
              <a:rPr lang="en-US" dirty="0"/>
              <a:t>Summary</a:t>
            </a:r>
            <a:endParaRPr lang="en-US" dirty="0" smtClean="0"/>
          </a:p>
        </p:txBody>
      </p:sp>
      <p:sp>
        <p:nvSpPr>
          <p:cNvPr id="104450" name="Content Placeholder 2"/>
          <p:cNvSpPr>
            <a:spLocks noGrp="1"/>
          </p:cNvSpPr>
          <p:nvPr>
            <p:ph idx="1"/>
          </p:nvPr>
        </p:nvSpPr>
        <p:spPr>
          <a:xfrm>
            <a:off x="762000" y="1905000"/>
            <a:ext cx="7772400" cy="4114800"/>
          </a:xfrm>
        </p:spPr>
        <p:txBody>
          <a:bodyPr>
            <a:normAutofit/>
          </a:bodyPr>
          <a:lstStyle/>
          <a:p>
            <a:r>
              <a:rPr lang="en-US" sz="3200" dirty="0" smtClean="0">
                <a:solidFill>
                  <a:schemeClr val="tx1"/>
                </a:solidFill>
                <a:latin typeface="Tahoma" pitchFamily="34" charset="0"/>
                <a:ea typeface="Tahoma" pitchFamily="34" charset="0"/>
                <a:cs typeface="Tahoma" pitchFamily="34" charset="0"/>
              </a:rPr>
              <a:t>Provide examples of how digitization and convergence are blurring the boundaries that distinguish popular communications devices, including phones and computers.</a:t>
            </a:r>
          </a:p>
          <a:p>
            <a:r>
              <a:rPr lang="en-US" sz="3200" dirty="0" smtClean="0">
                <a:solidFill>
                  <a:schemeClr val="tx1"/>
                </a:solidFill>
                <a:latin typeface="Tahoma" pitchFamily="34" charset="0"/>
                <a:ea typeface="Tahoma" pitchFamily="34" charset="0"/>
                <a:cs typeface="Tahoma" pitchFamily="34" charset="0"/>
              </a:rPr>
              <a:t>Discuss various wired and wireless applications.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53</a:t>
            </a:fld>
            <a:endParaRPr kumimoji="0" lang="en-US"/>
          </a:p>
        </p:txBody>
      </p:sp>
    </p:spTree>
    <p:extLst>
      <p:ext uri="{BB962C8B-B14F-4D97-AF65-F5344CB8AC3E}">
        <p14:creationId xmlns:p14="http://schemas.microsoft.com/office/powerpoint/2010/main" val="281869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3725863" y="2297113"/>
            <a:ext cx="9144001" cy="0"/>
          </a:xfrm>
          <a:prstGeom prst="rect">
            <a:avLst/>
          </a:prstGeom>
          <a:noFill/>
          <a:ln w="25400">
            <a:noFill/>
            <a:miter lim="800000"/>
            <a:headEnd/>
            <a:tailEnd/>
          </a:ln>
        </p:spPr>
        <p:txBody>
          <a:bodyPr wrap="none" anchor="ctr">
            <a:spAutoFit/>
          </a:bodyPr>
          <a:lstStyle/>
          <a:p>
            <a:pPr eaLnBrk="0" hangingPunct="0"/>
            <a:endParaRPr lang="en-US" dirty="0"/>
          </a:p>
        </p:txBody>
      </p:sp>
      <p:pic>
        <p:nvPicPr>
          <p:cNvPr id="99331" name="Picture 4" descr="cid:3287383400_2177562"/>
          <p:cNvPicPr>
            <a:picLocks noChangeAspect="1" noChangeArrowheads="1"/>
          </p:cNvPicPr>
          <p:nvPr/>
        </p:nvPicPr>
        <p:blipFill>
          <a:blip r:embed="rId3" r:link="rId4" cstate="print"/>
          <a:srcRect/>
          <a:stretch>
            <a:fillRect/>
          </a:stretch>
        </p:blipFill>
        <p:spPr bwMode="auto">
          <a:xfrm>
            <a:off x="0" y="923131"/>
            <a:ext cx="8423275" cy="2747963"/>
          </a:xfrm>
          <a:prstGeom prst="rect">
            <a:avLst/>
          </a:prstGeom>
          <a:solidFill>
            <a:schemeClr val="hlink"/>
          </a:solidFill>
          <a:ln w="9525">
            <a:solidFill>
              <a:schemeClr val="bg1"/>
            </a:solidFill>
            <a:miter lim="800000"/>
            <a:headEnd/>
            <a:tailEnd/>
          </a:ln>
        </p:spPr>
      </p:pic>
      <p:sp>
        <p:nvSpPr>
          <p:cNvPr id="99332" name="Rectangle 5"/>
          <p:cNvSpPr>
            <a:spLocks noChangeArrowheads="1"/>
          </p:cNvSpPr>
          <p:nvPr/>
        </p:nvSpPr>
        <p:spPr bwMode="auto">
          <a:xfrm>
            <a:off x="708025" y="3894138"/>
            <a:ext cx="7589838" cy="1069975"/>
          </a:xfrm>
          <a:prstGeom prst="rect">
            <a:avLst/>
          </a:prstGeom>
          <a:noFill/>
          <a:ln w="25400">
            <a:noFill/>
            <a:miter lim="800000"/>
            <a:headEnd/>
            <a:tailEnd/>
          </a:ln>
        </p:spPr>
        <p:txBody>
          <a:bodyPr anchor="ctr">
            <a:spAutoFit/>
          </a:bodyPr>
          <a:lstStyle/>
          <a:p>
            <a:pPr algn="ctr" eaLnBrk="0" hangingPunct="0"/>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2" name="Footer Placeholder 1"/>
          <p:cNvSpPr>
            <a:spLocks noGrp="1"/>
          </p:cNvSpPr>
          <p:nvPr>
            <p:ph type="ftr" sz="quarter" idx="11"/>
          </p:nvPr>
        </p:nvSpPr>
        <p:spPr>
          <a:xfrm>
            <a:off x="659165" y="6356350"/>
            <a:ext cx="5284435" cy="365125"/>
          </a:xfrm>
        </p:spPr>
        <p:txBody>
          <a:bodyPr/>
          <a:lstStyle/>
          <a:p>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fld id="{6E2D2B3B-882E-40F3-A32F-6DD516915044}" type="slidenum">
              <a:rPr lang="en-US" smtClean="0"/>
              <a:pPr/>
              <a:t>54</a:t>
            </a:fld>
            <a:endParaRPr lang="en-US"/>
          </a:p>
        </p:txBody>
      </p:sp>
    </p:spTree>
  </p:cSld>
  <p:clrMapOvr>
    <a:masterClrMapping/>
  </p:clrMapOvr>
  <p:transition/>
  <p:timing>
    <p:tnLst>
      <p:par>
        <p:cTn id="1" dur="indefinite" restart="never" nodeType="tmRoot"/>
      </p:par>
    </p:tnLst>
  </p:timing>
</p:sld>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6_Custom Desig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Staff training presentation</Template>
  <TotalTime>5437</TotalTime>
  <Words>2536</Words>
  <Application>Microsoft Office PowerPoint</Application>
  <PresentationFormat>On-screen Show (4:3)</PresentationFormat>
  <Paragraphs>593</Paragraphs>
  <Slides>54</Slides>
  <Notes>54</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54</vt:i4>
      </vt:variant>
    </vt:vector>
  </HeadingPairs>
  <TitlesOfParts>
    <vt:vector size="70" baseType="lpstr">
      <vt:lpstr>Arial</vt:lpstr>
      <vt:lpstr>Calibri</vt:lpstr>
      <vt:lpstr>Century Gothic</vt:lpstr>
      <vt:lpstr>Courier New</vt:lpstr>
      <vt:lpstr>Palatino Linotype</vt:lpstr>
      <vt:lpstr>Tahoma</vt:lpstr>
      <vt:lpstr>Times New Roman</vt:lpstr>
      <vt:lpstr>Wingdings</vt:lpstr>
      <vt:lpstr>6_Custom Design</vt:lpstr>
      <vt:lpstr>5_Custom Design</vt:lpstr>
      <vt:lpstr>4_Custom Design</vt:lpstr>
      <vt:lpstr>3_Custom Design</vt:lpstr>
      <vt:lpstr>2_Custom Design</vt:lpstr>
      <vt:lpstr>1_Custom Design</vt:lpstr>
      <vt:lpstr>Custom Design</vt:lpstr>
      <vt:lpstr>Executive</vt:lpstr>
      <vt:lpstr>Computers Are Your Future Twelfth Edition</vt:lpstr>
      <vt:lpstr>Wired and Wireless Communication</vt:lpstr>
      <vt:lpstr>Objectives </vt:lpstr>
      <vt:lpstr>Objectives </vt:lpstr>
      <vt:lpstr>Objectives </vt:lpstr>
      <vt:lpstr>Moving Data:  Bandwidth and Modems</vt:lpstr>
      <vt:lpstr>Moving Data:  Bandwidth and Modems</vt:lpstr>
      <vt:lpstr>Moving Data: Bandwidth and Modems</vt:lpstr>
      <vt:lpstr>Moving Data:  Bandwidth and Modems</vt:lpstr>
      <vt:lpstr>Moving Data:  Bandwidth and Modems</vt:lpstr>
      <vt:lpstr>Moving Data:  Bandwidth and Modems</vt:lpstr>
      <vt:lpstr>Moving Data:  Bandwidth and Modems</vt:lpstr>
      <vt:lpstr>Moving Data:  Bandwidth and Modems</vt:lpstr>
      <vt:lpstr>Wired Transmission Media</vt:lpstr>
      <vt:lpstr>Wired Transmission Media</vt:lpstr>
      <vt:lpstr>Wired Transmission Media</vt:lpstr>
      <vt:lpstr>Wired Transmission Media</vt:lpstr>
      <vt:lpstr>Wired Transmission Media</vt:lpstr>
      <vt:lpstr>Wireless Transmission Media</vt:lpstr>
      <vt:lpstr>Wireless Transmission Media</vt:lpstr>
      <vt:lpstr>Wireless Transmission Media</vt:lpstr>
      <vt:lpstr>Wireless Transmission Media</vt:lpstr>
      <vt:lpstr>Wireless Transmission Media</vt:lpstr>
      <vt:lpstr>Wired Communication  via the PSTN</vt:lpstr>
      <vt:lpstr>Wired Communication  via the PSTN</vt:lpstr>
      <vt:lpstr>Wired Communication  via the PSTN</vt:lpstr>
      <vt:lpstr>Wired Communication  via the PSTN</vt:lpstr>
      <vt:lpstr>Wired Communication  via the PSTN</vt:lpstr>
      <vt:lpstr>Wired Communication  via the PSTN</vt:lpstr>
      <vt:lpstr>Wired Communication  via the PSTN</vt:lpstr>
      <vt:lpstr>Wired Communication  via the PSTN</vt:lpstr>
      <vt:lpstr>Wired Communication  via the PSTN</vt:lpstr>
      <vt:lpstr>Convergence: Is It a Phone or a Computer?</vt:lpstr>
      <vt:lpstr>Convergence: Is It A Phone or A Computer?</vt:lpstr>
      <vt:lpstr>Convergence: Is It A Phone or A Computer?</vt:lpstr>
      <vt:lpstr>Convergence: Is It A Phone or A Computer?</vt:lpstr>
      <vt:lpstr>Convergence: Is It A Phone or A Computer?</vt:lpstr>
      <vt:lpstr>Convergence: Is It A Phone or A Computer?</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Wired and Wireless Applications</vt:lpstr>
      <vt:lpstr>Summary</vt:lpstr>
      <vt:lpstr>Summary</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Are Your Future Twelfth Edition</dc:title>
  <dc:creator>Computers Are Your Future</dc:creator>
  <cp:lastModifiedBy>Windows User</cp:lastModifiedBy>
  <cp:revision>2</cp:revision>
  <dcterms:created xsi:type="dcterms:W3CDTF">2008-05-17T17:07:47Z</dcterms:created>
  <dcterms:modified xsi:type="dcterms:W3CDTF">2018-01-24T14:23:11Z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TC010130221033</vt:lpwstr>
  </property>
</Properties>
</file>