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 id="2147483733" r:id="rId2"/>
    <p:sldMasterId id="2147483721" r:id="rId3"/>
    <p:sldMasterId id="2147483709" r:id="rId4"/>
    <p:sldMasterId id="2147483697" r:id="rId5"/>
    <p:sldMasterId id="2147483685" r:id="rId6"/>
    <p:sldMasterId id="2147483673" r:id="rId7"/>
    <p:sldMasterId id="2147483858" r:id="rId8"/>
    <p:sldMasterId id="2147483859" r:id="rId9"/>
  </p:sldMasterIdLst>
  <p:notesMasterIdLst>
    <p:notesMasterId r:id="rId57"/>
  </p:notesMasterIdLst>
  <p:sldIdLst>
    <p:sldId id="271" r:id="rId10"/>
    <p:sldId id="304" r:id="rId11"/>
    <p:sldId id="305" r:id="rId12"/>
    <p:sldId id="306" r:id="rId13"/>
    <p:sldId id="307" r:id="rId14"/>
    <p:sldId id="427" r:id="rId15"/>
    <p:sldId id="309" r:id="rId16"/>
    <p:sldId id="428" r:id="rId17"/>
    <p:sldId id="308" r:id="rId18"/>
    <p:sldId id="426" r:id="rId19"/>
    <p:sldId id="311" r:id="rId20"/>
    <p:sldId id="378" r:id="rId21"/>
    <p:sldId id="379" r:id="rId22"/>
    <p:sldId id="384" r:id="rId23"/>
    <p:sldId id="380" r:id="rId24"/>
    <p:sldId id="381" r:id="rId25"/>
    <p:sldId id="390" r:id="rId26"/>
    <p:sldId id="382" r:id="rId27"/>
    <p:sldId id="317" r:id="rId28"/>
    <p:sldId id="383" r:id="rId29"/>
    <p:sldId id="319" r:id="rId30"/>
    <p:sldId id="320" r:id="rId31"/>
    <p:sldId id="321" r:id="rId32"/>
    <p:sldId id="326" r:id="rId33"/>
    <p:sldId id="386" r:id="rId34"/>
    <p:sldId id="388" r:id="rId35"/>
    <p:sldId id="389" r:id="rId36"/>
    <p:sldId id="393" r:id="rId37"/>
    <p:sldId id="394" r:id="rId38"/>
    <p:sldId id="360" r:id="rId39"/>
    <p:sldId id="359" r:id="rId40"/>
    <p:sldId id="336" r:id="rId41"/>
    <p:sldId id="376" r:id="rId42"/>
    <p:sldId id="339" r:id="rId43"/>
    <p:sldId id="364" r:id="rId44"/>
    <p:sldId id="392" r:id="rId45"/>
    <p:sldId id="429" r:id="rId46"/>
    <p:sldId id="340" r:id="rId47"/>
    <p:sldId id="341" r:id="rId48"/>
    <p:sldId id="342" r:id="rId49"/>
    <p:sldId id="343" r:id="rId50"/>
    <p:sldId id="344" r:id="rId51"/>
    <p:sldId id="377" r:id="rId52"/>
    <p:sldId id="345" r:id="rId53"/>
    <p:sldId id="346" r:id="rId54"/>
    <p:sldId id="347" r:id="rId55"/>
    <p:sldId id="272" r:id="rId56"/>
  </p:sldIdLst>
  <p:sldSz cx="9144000" cy="6858000" type="screen4x3"/>
  <p:notesSz cx="6997700" cy="92837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sym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78"/>
      </p:cViewPr>
      <p:guideLst>
        <p:guide orient="horz" pos="2160"/>
        <p:guide pos="2880"/>
      </p:guideLst>
    </p:cSldViewPr>
  </p:slideViewPr>
  <p:notesTextViewPr>
    <p:cViewPr>
      <p:scale>
        <a:sx n="1" d="1"/>
        <a:sy n="1" d="1"/>
      </p:scale>
      <p:origin x="0" y="0"/>
    </p:cViewPr>
  </p:notesTextViewPr>
  <p:gridSpacing cx="69848" cy="6984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tableStyles" Target="tableStyle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8" Type="http://schemas.openxmlformats.org/officeDocument/2006/relationships/slideMaster" Target="slideMasters/slideMaster8.xml"/><Relationship Id="rId51" Type="http://schemas.openxmlformats.org/officeDocument/2006/relationships/slide" Target="slides/slide42.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notesMaster" Target="notesMasters/notesMaster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idx="4294967295"/>
          </p:nvPr>
        </p:nvSpPr>
        <p:spPr bwMode="auto">
          <a:xfrm>
            <a:off x="0"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19381" tIns="0" rIns="19381" bIns="0" numCol="1" anchor="t" anchorCtr="0" compatLnSpc="1">
            <a:prstTxWarp prst="textNoShape">
              <a:avLst/>
            </a:prstTxWarp>
          </a:bodyPr>
          <a:lstStyle>
            <a:lvl1pPr>
              <a:defRPr sz="1000" i="1">
                <a:latin typeface="Tahoma" pitchFamily="34" charset="0"/>
              </a:defRPr>
            </a:lvl1pPr>
          </a:lstStyle>
          <a:p>
            <a:pPr>
              <a:defRPr/>
            </a:pPr>
            <a:r>
              <a:rPr lang="en-US"/>
              <a:t>*</a:t>
            </a:r>
          </a:p>
        </p:txBody>
      </p:sp>
      <p:sp>
        <p:nvSpPr>
          <p:cNvPr id="10243" name="Rectangle 3"/>
          <p:cNvSpPr>
            <a:spLocks noGrp="1" noChangeArrowheads="1"/>
          </p:cNvSpPr>
          <p:nvPr>
            <p:ph type="dt" idx="1"/>
          </p:nvPr>
        </p:nvSpPr>
        <p:spPr bwMode="auto">
          <a:xfrm>
            <a:off x="3965575"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19381" tIns="0" rIns="19381" bIns="0" numCol="1" anchor="t" anchorCtr="0" compatLnSpc="1">
            <a:prstTxWarp prst="textNoShape">
              <a:avLst/>
            </a:prstTxWarp>
          </a:bodyPr>
          <a:lstStyle>
            <a:lvl1pPr algn="r">
              <a:defRPr sz="1000" i="1">
                <a:latin typeface="Tahoma" pitchFamily="34" charset="0"/>
              </a:defRPr>
            </a:lvl1pPr>
          </a:lstStyle>
          <a:p>
            <a:pPr>
              <a:defRPr/>
            </a:pPr>
            <a:r>
              <a:rPr lang="en-US"/>
              <a:t>07/16/96</a:t>
            </a:r>
            <a:endParaRPr lang="en-US" sz="1200"/>
          </a:p>
        </p:txBody>
      </p:sp>
      <p:sp>
        <p:nvSpPr>
          <p:cNvPr id="58372" name="Rectangle 4"/>
          <p:cNvSpPr>
            <a:spLocks noGrp="1" noRot="1" noChangeAspect="1" noChangeArrowheads="1"/>
          </p:cNvSpPr>
          <p:nvPr>
            <p:ph type="sldImg" idx="2"/>
          </p:nvPr>
        </p:nvSpPr>
        <p:spPr bwMode="auto">
          <a:xfrm>
            <a:off x="1177925" y="696913"/>
            <a:ext cx="4641850" cy="348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chemeClr val="tx1"/>
                </a:solidFill>
                <a:miter lim="800000"/>
                <a:headEnd/>
                <a:tailEnd/>
              </a14:hiddenLine>
            </a:ext>
          </a:extLst>
        </p:spPr>
      </p:sp>
      <p:sp>
        <p:nvSpPr>
          <p:cNvPr id="55301" name="Rectangle 5"/>
          <p:cNvSpPr>
            <a:spLocks noGrp="1" noRot="1" noChangeAspect="1" noChangeArrowheads="1"/>
          </p:cNvSpPr>
          <p:nvPr/>
        </p:nvSpPr>
        <p:spPr bwMode="auto">
          <a:xfrm>
            <a:off x="931863" y="4410075"/>
            <a:ext cx="51339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chemeClr val="tx1"/>
                </a:solidFill>
                <a:miter lim="800000"/>
                <a:headEnd/>
                <a:tailEnd/>
              </a14:hiddenLine>
            </a:ext>
          </a:extLst>
        </p:spPr>
        <p:txBody>
          <a:bodyPr lIns="93675" tIns="46838" rIns="93675" bIns="46838"/>
          <a:lstStyle>
            <a:lvl1pPr defTabSz="0">
              <a:defRPr>
                <a:solidFill>
                  <a:schemeClr val="tx1"/>
                </a:solidFill>
                <a:latin typeface="Arial" pitchFamily="34" charset="0"/>
                <a:ea typeface="宋体" pitchFamily="2" charset="-122"/>
                <a:sym typeface="Arial" pitchFamily="34" charset="0"/>
              </a:defRPr>
            </a:lvl1pPr>
            <a:lvl2pPr marL="742950" indent="-285750" defTabSz="0">
              <a:defRPr>
                <a:solidFill>
                  <a:schemeClr val="tx1"/>
                </a:solidFill>
                <a:latin typeface="Arial" pitchFamily="34" charset="0"/>
                <a:ea typeface="宋体" pitchFamily="2" charset="-122"/>
                <a:sym typeface="Arial" pitchFamily="34" charset="0"/>
              </a:defRPr>
            </a:lvl2pPr>
            <a:lvl3pPr marL="1143000" indent="-228600" defTabSz="0">
              <a:defRPr>
                <a:solidFill>
                  <a:schemeClr val="tx1"/>
                </a:solidFill>
                <a:latin typeface="Arial" pitchFamily="34" charset="0"/>
                <a:ea typeface="宋体" pitchFamily="2" charset="-122"/>
                <a:sym typeface="Arial" pitchFamily="34" charset="0"/>
              </a:defRPr>
            </a:lvl3pPr>
            <a:lvl4pPr marL="1600200" indent="-228600" defTabSz="0">
              <a:defRPr>
                <a:solidFill>
                  <a:schemeClr val="tx1"/>
                </a:solidFill>
                <a:latin typeface="Arial" pitchFamily="34" charset="0"/>
                <a:ea typeface="宋体" pitchFamily="2" charset="-122"/>
                <a:sym typeface="Arial" pitchFamily="34" charset="0"/>
              </a:defRPr>
            </a:lvl4pPr>
            <a:lvl5pPr marL="2057400" indent="-228600" defTabSz="0">
              <a:defRPr>
                <a:solidFill>
                  <a:schemeClr val="tx1"/>
                </a:solidFill>
                <a:latin typeface="Arial" pitchFamily="34" charset="0"/>
                <a:ea typeface="宋体" pitchFamily="2" charset="-122"/>
                <a:sym typeface="Arial" pitchFamily="34" charset="0"/>
              </a:defRPr>
            </a:lvl5pPr>
            <a:lvl6pPr marL="2514600" indent="-228600" defTabSz="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6pPr>
            <a:lvl7pPr marL="2971800" indent="-228600" defTabSz="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7pPr>
            <a:lvl8pPr marL="3429000" indent="-228600" defTabSz="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8pPr>
            <a:lvl9pPr marL="3886200" indent="-228600" defTabSz="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9pPr>
          </a:lstStyle>
          <a:p>
            <a:pPr>
              <a:spcBef>
                <a:spcPct val="30000"/>
              </a:spcBef>
              <a:buFontTx/>
              <a:buNone/>
              <a:defRPr/>
            </a:pPr>
            <a:r>
              <a:rPr lang="tr-TR" altLang="zh-CN" sz="1200" smtClean="0"/>
              <a:t>Click to edit Master text styles</a:t>
            </a:r>
          </a:p>
          <a:p>
            <a:pPr>
              <a:spcBef>
                <a:spcPct val="30000"/>
              </a:spcBef>
              <a:buFontTx/>
              <a:buNone/>
              <a:defRPr/>
            </a:pPr>
            <a:r>
              <a:rPr lang="tr-TR" altLang="zh-CN" sz="1200" smtClean="0"/>
              <a:t>Second level</a:t>
            </a:r>
          </a:p>
          <a:p>
            <a:pPr>
              <a:spcBef>
                <a:spcPct val="30000"/>
              </a:spcBef>
              <a:buFontTx/>
              <a:buNone/>
              <a:defRPr/>
            </a:pPr>
            <a:r>
              <a:rPr lang="tr-TR" altLang="zh-CN" sz="1200" smtClean="0"/>
              <a:t>Third level</a:t>
            </a:r>
          </a:p>
          <a:p>
            <a:pPr>
              <a:spcBef>
                <a:spcPct val="30000"/>
              </a:spcBef>
              <a:buFontTx/>
              <a:buNone/>
              <a:defRPr/>
            </a:pPr>
            <a:r>
              <a:rPr lang="tr-TR" altLang="zh-CN" sz="1200" smtClean="0"/>
              <a:t>Fourth level</a:t>
            </a:r>
          </a:p>
          <a:p>
            <a:pPr>
              <a:spcBef>
                <a:spcPct val="30000"/>
              </a:spcBef>
              <a:buFontTx/>
              <a:buNone/>
              <a:defRPr/>
            </a:pPr>
            <a:r>
              <a:rPr lang="tr-TR" altLang="zh-CN" sz="1200" smtClean="0"/>
              <a:t>Fifth level</a:t>
            </a:r>
          </a:p>
        </p:txBody>
      </p:sp>
      <p:sp>
        <p:nvSpPr>
          <p:cNvPr id="10246" name="Rectangle 6"/>
          <p:cNvSpPr>
            <a:spLocks noGrp="1" noChangeArrowheads="1"/>
          </p:cNvSpPr>
          <p:nvPr>
            <p:ph type="ftr" sz="quarter" idx="4"/>
          </p:nvPr>
        </p:nvSpPr>
        <p:spPr bwMode="auto">
          <a:xfrm>
            <a:off x="0"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19381" tIns="0" rIns="19381" bIns="0" numCol="1" anchor="b" anchorCtr="0" compatLnSpc="1">
            <a:prstTxWarp prst="textNoShape">
              <a:avLst/>
            </a:prstTxWarp>
          </a:bodyPr>
          <a:lstStyle>
            <a:lvl1pPr>
              <a:defRPr sz="1000" i="1">
                <a:latin typeface="Tahoma" pitchFamily="34" charset="0"/>
              </a:defRPr>
            </a:lvl1pPr>
          </a:lstStyle>
          <a:p>
            <a:pPr>
              <a:defRPr/>
            </a:pPr>
            <a:r>
              <a:rPr lang="en-US"/>
              <a:t>*</a:t>
            </a:r>
            <a:endParaRPr lang="en-US" sz="1200"/>
          </a:p>
        </p:txBody>
      </p:sp>
      <p:sp>
        <p:nvSpPr>
          <p:cNvPr id="10247" name="Rectangle 7"/>
          <p:cNvSpPr>
            <a:spLocks noGrp="1" noChangeArrowheads="1"/>
          </p:cNvSpPr>
          <p:nvPr>
            <p:ph type="sldNum" sz="quarter" idx="5"/>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miter lim="800000"/>
                <a:headEnd/>
                <a:tailEnd/>
              </a14:hiddenLine>
            </a:ext>
          </a:extLst>
        </p:spPr>
        <p:txBody>
          <a:bodyPr vert="horz" wrap="square" lIns="19381" tIns="0" rIns="19381" bIns="0" numCol="1" anchor="b" anchorCtr="0" compatLnSpc="1">
            <a:prstTxWarp prst="textNoShape">
              <a:avLst/>
            </a:prstTxWarp>
          </a:bodyPr>
          <a:lstStyle>
            <a:lvl1pPr algn="r">
              <a:defRPr sz="1000" i="1">
                <a:latin typeface="Tahoma" pitchFamily="34" charset="0"/>
              </a:defRPr>
            </a:lvl1pPr>
          </a:lstStyle>
          <a:p>
            <a:pPr>
              <a:defRPr/>
            </a:pPr>
            <a:r>
              <a:rPr lang="en-US"/>
              <a:t>##</a:t>
            </a:r>
            <a:endParaRPr lang="en-US" sz="1200"/>
          </a:p>
        </p:txBody>
      </p:sp>
    </p:spTree>
  </p:cSld>
  <p:clrMap bg1="lt1" tx1="dk1" bg2="lt2" tx2="dk2" accent1="accent1" accent2="accent2" accent3="accent3" accent4="accent4" accent5="accent5" accent6="accent6" hlink="hlink" folHlink="folHlink"/>
  <p:hf/>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9394" name="Slide Image Placeholder 1"/>
          <p:cNvSpPr>
            <a:spLocks noGrp="1" noRot="1" noChangeAspect="1" noChangeArrowheads="1" noTextEdit="1"/>
          </p:cNvSpPr>
          <p:nvPr>
            <p:ph type="sldImg" idx="4294967295"/>
          </p:nvPr>
        </p:nvSpPr>
        <p:spPr>
          <a:xfrm>
            <a:off x="2147483647" y="19050"/>
            <a:ext cx="0" cy="2147483647"/>
          </a:xfrm>
          <a:ln/>
          <a:extLst>
            <a:ext uri="{91240B29-F687-4F45-9708-019B960494DF}">
              <a14:hiddenLine xmlns:a14="http://schemas.microsoft.com/office/drawing/2010/main" w="9525">
                <a:solidFill>
                  <a:schemeClr val="tx1"/>
                </a:solidFill>
                <a:miter lim="800000"/>
                <a:headEnd/>
                <a:tailEnd/>
              </a14:hiddenLine>
            </a:ext>
          </a:extLst>
        </p:spPr>
      </p:sp>
      <p:sp>
        <p:nvSpPr>
          <p:cNvPr id="59395" name="Notes Placeholder 2"/>
          <p:cNvSpPr>
            <a:spLocks noGrp="1" noRot="1" noChangeAspect="1" noChangeArrowheads="1"/>
          </p:cNvSpPr>
          <p:nvPr>
            <p:ph type="body" idx="1"/>
          </p:nvPr>
        </p:nvSpPr>
        <p:spPr bwMode="auto">
          <a:xfrm>
            <a:off x="457200" y="1600200"/>
            <a:ext cx="8229600" cy="4525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smtClean="0">
                <a:ea typeface="宋体" panose="02010600030101010101" pitchFamily="2" charset="-122"/>
              </a:rPr>
              <a:t>Bilgisayarimizdaki OS’i yukledikten sonra farkli OS’ler oldugunu, temel islevlerinin ayni oldugunu ama yapma bicimlerinin ve altyapilarinin farkli oldugunu soyleyelim. Ardindan da farkli OS’lerin desktop’larini gosterelim.</a:t>
            </a:r>
            <a:endParaRPr lang="tr-TR" altLang="en-US" smtClean="0">
              <a:ea typeface="宋体" panose="02010600030101010101" pitchFamily="2" charset="-122"/>
            </a:endParaRPr>
          </a:p>
          <a:p>
            <a:endParaRPr lang="tr-TR" altLang="en-US" smtClean="0">
              <a:ea typeface="宋体" panose="02010600030101010101" pitchFamily="2" charset="-122"/>
            </a:endParaRPr>
          </a:p>
        </p:txBody>
      </p:sp>
      <p:sp>
        <p:nvSpPr>
          <p:cNvPr id="59396" name="Header Placeholder 3"/>
          <p:cNvSpPr>
            <a:spLocks noGrp="1" noChangeArrowheads="1"/>
          </p:cNvSpPr>
          <p:nvPr/>
        </p:nvSpPr>
        <p:spPr bwMode="auto">
          <a:xfrm>
            <a:off x="492125" y="1841500"/>
            <a:ext cx="8891588"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381" tIns="0" rIns="19381" bIns="0"/>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r>
              <a:rPr lang="en-US" altLang="tr-TR"/>
              <a:t>*</a:t>
            </a: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Slide Image Placeholder 1"/>
          <p:cNvSpPr>
            <a:spLocks noGrp="1" noRot="1" noChangeAspect="1" noChangeArrowheads="1" noTextEdit="1"/>
          </p:cNvSpPr>
          <p:nvPr>
            <p:ph type="sldImg" idx="4294967295"/>
          </p:nvPr>
        </p:nvSpPr>
        <p:spPr>
          <a:xfrm>
            <a:off x="2147483647" y="19050"/>
            <a:ext cx="0" cy="2147483647"/>
          </a:xfrm>
          <a:ln/>
          <a:extLst>
            <a:ext uri="{91240B29-F687-4F45-9708-019B960494DF}">
              <a14:hiddenLine xmlns:a14="http://schemas.microsoft.com/office/drawing/2010/main" w="9525" cmpd="sng">
                <a:solidFill>
                  <a:schemeClr val="tx1"/>
                </a:solidFill>
                <a:bevel/>
                <a:headEnd/>
                <a:tailEnd/>
              </a14:hiddenLine>
            </a:ext>
          </a:extLst>
        </p:spPr>
      </p:sp>
      <p:sp>
        <p:nvSpPr>
          <p:cNvPr id="60419" name="Notes Placeholder 2"/>
          <p:cNvSpPr>
            <a:spLocks noGrp="1" noRot="1" noChangeAspect="1" noChangeArrowheads="1"/>
          </p:cNvSpPr>
          <p:nvPr>
            <p:ph type="body" idx="1"/>
          </p:nvPr>
        </p:nvSpPr>
        <p:spPr bwMode="auto">
          <a:xfrm>
            <a:off x="4648200" y="1600200"/>
            <a:ext cx="4038600" cy="4525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lstStyle/>
          <a:p>
            <a:r>
              <a:rPr lang="en-US" altLang="tr-TR" smtClean="0">
                <a:ea typeface="宋体" panose="02010600030101010101" pitchFamily="2" charset="-122"/>
              </a:rPr>
              <a:t>Burada bence tum OS’lerin multitasking is yapmaya calistigini anlatalim, daha onceki core, multi-processing turu tartismalara da atifa bulunabiliriz. Bir sonraki slide’da da ayni anda youtube’da mac izlerken Word’de birseyler yazabilirisiniz diyebiliriz.</a:t>
            </a:r>
          </a:p>
        </p:txBody>
      </p:sp>
      <p:sp>
        <p:nvSpPr>
          <p:cNvPr id="60420" name="Header Placeholder 3"/>
          <p:cNvSpPr>
            <a:spLocks noGrp="1" noChangeArrowheads="1"/>
          </p:cNvSpPr>
          <p:nvPr/>
        </p:nvSpPr>
        <p:spPr bwMode="auto">
          <a:xfrm>
            <a:off x="5021263" y="1841500"/>
            <a:ext cx="4362450"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381" tIns="0" rIns="19381" bIns="0"/>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r>
              <a:rPr lang="en-US" altLang="tr-TR"/>
              <a:t>*</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idx="4294967295"/>
          </p:nvPr>
        </p:nvSpPr>
        <p:spPr>
          <a:xfrm>
            <a:off x="1173195838" y="0"/>
            <a:ext cx="0" cy="2147483647"/>
          </a:xfrm>
          <a:ln/>
          <a:extLst>
            <a:ext uri="{91240B29-F687-4F45-9708-019B960494DF}">
              <a14:hiddenLine xmlns:a14="http://schemas.microsoft.com/office/drawing/2010/main" w="9525" cmpd="sng">
                <a:solidFill>
                  <a:schemeClr val="tx1"/>
                </a:solidFill>
                <a:bevel/>
                <a:headEnd/>
                <a:tailEnd/>
              </a14:hiddenLine>
            </a:ext>
          </a:extLst>
        </p:spPr>
      </p:sp>
      <p:sp>
        <p:nvSpPr>
          <p:cNvPr id="61443" name="Notes Placeholder 2"/>
          <p:cNvSpPr>
            <a:spLocks noGrp="1" noRot="1" noChangeAspect="1" noChangeArrowheads="1"/>
          </p:cNvSpPr>
          <p:nvPr>
            <p:ph type="body" idx="1"/>
          </p:nvPr>
        </p:nvSpPr>
        <p:spPr bwMode="auto">
          <a:xfrm>
            <a:off x="4648200" y="1600200"/>
            <a:ext cx="4038600" cy="45259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a:lstStyle/>
          <a:p>
            <a:r>
              <a:rPr lang="en-US" altLang="tr-TR" smtClean="0">
                <a:ea typeface="宋体" panose="02010600030101010101" pitchFamily="2" charset="-122"/>
              </a:rPr>
              <a:t>Bir onceki slide’la birlestirebilir miyiz? Yine onceki derslere atifta bulunabiliriz.</a:t>
            </a:r>
          </a:p>
        </p:txBody>
      </p:sp>
      <p:sp>
        <p:nvSpPr>
          <p:cNvPr id="61444" name="Header Placeholder 3"/>
          <p:cNvSpPr>
            <a:spLocks noGrp="1" noChangeArrowheads="1"/>
          </p:cNvSpPr>
          <p:nvPr/>
        </p:nvSpPr>
        <p:spPr bwMode="auto">
          <a:xfrm>
            <a:off x="5021263" y="1841500"/>
            <a:ext cx="4362450"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381" tIns="0" rIns="19381" bIns="0"/>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r>
              <a:rPr lang="en-US" altLang="tr-TR"/>
              <a:t>*</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A9410CB6-C674-4F40-93E1-2E4505172E3E}"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94782851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DEF2109F-FF60-4968-BF72-A116DF1EA82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03876555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0A515536-9B19-4F3F-AA57-92DD7FBFD6EC}"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75446519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590230E3-0C24-4C17-AB26-86297979003D}"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21723306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D6C376A6-1D06-4645-86E4-49912C1E45A4}"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9295475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B620864B-69A2-48C0-851B-807A3919E7DB}"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38154217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C71D58EE-9479-43D4-BB45-EA06D9539BB2}"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76473810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77C075F7-9BBF-4892-A268-4CDBF0182779}"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9108272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A87B9A10-ADC0-4F1E-B572-A9F8F96D40EC}"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84482996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00BD45AB-0B4C-4B7F-8C78-742ED48F7455}"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9527601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8D227C39-9E18-4510-A17D-6BB4148C7D4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2878268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5765B0C7-E58E-4CF4-B87D-79A5662EAD71}"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09140368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5B4D2252-7028-4534-B02B-0C759692F99A}"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8012017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FEA94771-2AAA-4D95-B50D-456D7D517A3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10521100"/>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19BDB715-8029-4551-BF40-CBFF1EA348B8}"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02991058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E638D980-DACB-4688-A581-CA033383B3A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96948117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26BCD707-20A4-4AEF-B315-422621D5FED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20209729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D327D569-D93B-4E58-8E14-68F83A6EE144}"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90258420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2DA5B4C5-1FED-445B-AB5F-CB77BE4D4FAE}"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58047656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727752EC-1716-4C48-92D4-75B01EE14832}"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77022536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4F9612F2-FF6B-4430-9A80-BF8117BF3B6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687304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E8C23310-4BDC-4728-9038-0762029DC40E}"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05209024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0CA6D5CE-09AF-4A45-BA8C-7AA372062268}"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79462265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B12C56B3-A68D-475C-9E47-5530F236A8F0}"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430635586"/>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88DC5368-C981-45DB-AA61-F4C485D05AC2}"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80099971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6A454A7F-76B3-46FA-BB29-37B8B00B4F51}"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8052539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9F4BC825-E22B-4BD5-8E5A-E2CEFE49CEA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57691369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D9D27AC1-BFF7-42B8-A9B4-B7A63EEE19D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14960574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58CCFB8A-A9C6-4762-B4AA-6B988E4CFA38}"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07092085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8432B8AE-054F-41C4-B195-05262EDBF9CB}"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961802663"/>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E22CB0CF-A33B-47A4-B798-5995B475060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711929631"/>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DFAD9287-2972-40A4-97E4-10E0BC0250D1}"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94076183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1CB48410-9D27-4449-8203-00CA143E1E60}"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11125569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E867EA51-F2EF-45CE-84B1-47A484BB9220}"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23200330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0DD98202-BBF9-489A-9D9A-214EF25F5039}"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34892154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D86EFCBE-73C0-4515-96AE-DA539AD9A835}"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05027448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7FA21DD3-96EF-4D60-A043-08A8CEF43A6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90586224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B049C7AA-3B89-4776-8B85-20A68536053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91256751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996F5CC5-3FA1-4443-A944-5FD309DBEAC1}"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838048112"/>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8959BCB6-95AC-4A2A-B75E-DE3AD09EC4D0}"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6813020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C555F698-882E-4C2C-ABCF-A37CE2DF0A0A}"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34322733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7B98BA2C-6CCC-43F8-8F06-0341BD6F5BE5}"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979669882"/>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D2E04D41-0FDC-4C00-9948-941E2377986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97504915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D6222EEC-C6F6-433C-8AFB-25FD6227F940}"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678846482"/>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059F6FEA-72F2-43BE-833A-095747B08703}"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291036911"/>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7DCBD17A-3FCC-4D39-8B1C-111C2AECF129}"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23425271"/>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20587D70-DCE9-4FDF-9075-43EAC88C6585}"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7137256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85B9A5F4-7523-460B-99BE-0EA03508202E}"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08707864"/>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009D1F0D-12C2-4716-9F33-BED1440803D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90591198"/>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9E3F041A-068D-4801-87C1-382E028AA9E8}"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091433562"/>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42F9C22B-6C3B-4051-AC97-040C4CFFFB78}"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060896790"/>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BE01F443-6F11-40DB-A390-452BBD4DE822}"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758249188"/>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819967E9-0DED-4C6C-AEAD-72E0E390B79D}"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75407501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4BF31E4B-6383-41DF-93E5-E990F984FA5B}"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665294722"/>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DFCA5C7C-CAF9-4D7E-B7E1-7CE46FFBF76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065468335"/>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AE563387-2C53-4A23-B010-4A97F09BDB0A}"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39088130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6A8E67B5-62A2-40E6-BA7B-A3342D2E8903}"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925958166"/>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93D6B997-208D-4A52-B16D-E65F2D628D67}"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009088213"/>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DF08E705-874A-477D-91CC-4E1177EE730D}"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827277713"/>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1C48A432-5D27-4AC2-B8BD-E7EAABE0C41C}"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085475996"/>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9AB145E6-E89F-4105-B8B9-48D4CB16A405}"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870554059"/>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C9EFE76A-C12B-43E0-B687-8F3FE6B78F14}"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188679850"/>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5674E1E6-B426-4CDD-AFFD-EDA605AEE66E}"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027193155"/>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23443AD5-B31B-4F85-A0C3-3F13B13C52C8}"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69719813"/>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D3721711-C156-47D3-89FD-C6099386503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25389581"/>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6D36FF43-4516-4AB8-8EE1-94E956C2CDCD}"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008158189"/>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A7DFE50D-8FCD-4E83-B373-2B16B01EC9A9}"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045600238"/>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67F815C6-0C51-4947-8900-902AFF18E9DE}"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1009518627"/>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E7665839-7515-433A-8768-E31CD79D0639}"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394673915"/>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3B34DA6E-9789-439E-86EC-F1EE1A2D1934}"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958495499"/>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05B8F228-B05A-4B7F-9825-99B78D055CCC}"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039260191"/>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D13FBE80-A660-4AC1-9CC4-F0DE62C1E653}"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719643275"/>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3F5543C7-291C-4E15-919A-9C2977831786}"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2376473989"/>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A9AD3968-099A-4BCB-9C0B-BACBA733DBC2}"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364632677"/>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0B43E604-D0FA-4A45-9555-74C4693BAFFB}"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3566801"/>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Calibri" pitchFamily="34"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0D96C3BD-F6D0-4EAA-95E7-E80C1B0E820B}"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404109052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CCF044A1-2DDB-4AA7-8BD8-157766769067}"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616574672"/>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5F713FCE-63A2-4B0C-B3B4-596D3F48BB0F}" type="slidenum">
              <a:rPr lang="tr-TR" altLang="en-US"/>
              <a:pPr/>
              <a:t>‹#›</a:t>
            </a:fld>
            <a:endParaRPr lang="en-US" altLang="en-US" sz="1800">
              <a:solidFill>
                <a:schemeClr val="tx1"/>
              </a:solidFill>
              <a:sym typeface="Arial" panose="020B0604020202020204" pitchFamily="34" charset="0"/>
            </a:endParaRPr>
          </a:p>
        </p:txBody>
      </p:sp>
    </p:spTree>
    <p:extLst>
      <p:ext uri="{BB962C8B-B14F-4D97-AF65-F5344CB8AC3E}">
        <p14:creationId xmlns:p14="http://schemas.microsoft.com/office/powerpoint/2010/main" val="3904504097"/>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3E268C51-2EBE-4733-A69A-FC94893F1DE2}"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44937911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C078735D-69D5-4AA3-8F40-0996F3980CD3}"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54455857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2D66087A-130D-4A0A-86B8-C5B28EDDF138}"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41690285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DFEDEE73-F0B0-4F56-AA4F-9E5871099487}"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88753549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84DD72D3-9624-4BB4-8E1B-A11CE539EDDF}"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5670782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F9F2BFB4-78D7-4B3E-85E1-0E5103CFF195}"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89890887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9FC3F30C-AEE3-4E25-8167-14E02D28F18F}"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3369918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CA09D765-028C-414C-962B-EDFBB3267012}"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74441431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Palatino Linotype" pitchFamily="18"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45D0D1D1-60E8-415B-9D34-0F0B685777F6}"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1308791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5C11624B-7BBA-4C95-93D8-D8849B6997B7}"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64308991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0"/>
            <a:ext cx="2057400" cy="6126163"/>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0"/>
            <a:ext cx="6019800" cy="6126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4E683B8D-478B-4FB8-AD3D-D267D9595282}"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53973970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600200"/>
          </a:xfrm>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E5CD89E0-CE06-47F8-B56C-095BE52A3E7E}"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2875139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ABDCFD61-E9A8-4D91-A5AA-344CA8A1A5F0}"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9227655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DB5C3E8B-769D-474A-91C9-FF40E1D84670}"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13031907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F56A9C25-C836-4FCF-9A8B-29A7964510B3}"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20721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59A08CE8-A09A-45AC-88AB-4FF3F421DE8B}"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763943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3"/>
          <p:cNvSpPr>
            <a:spLocks noGrp="1" noChangeArrowheads="1"/>
          </p:cNvSpPr>
          <p:nvPr>
            <p:ph type="dt" sz="half" idx="10"/>
          </p:nvPr>
        </p:nvSpPr>
        <p:spPr>
          <a:ln/>
        </p:spPr>
        <p:txBody>
          <a:bodyPr/>
          <a:lstStyle>
            <a:lvl1pPr>
              <a:defRPr/>
            </a:lvl1pPr>
          </a:lstStyle>
          <a:p>
            <a:pPr>
              <a:defRPr/>
            </a:pPr>
            <a:endParaRPr lang="tr-TR"/>
          </a:p>
        </p:txBody>
      </p:sp>
      <p:sp>
        <p:nvSpPr>
          <p:cNvPr id="8"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9" name="Slide Number Placeholder 5"/>
          <p:cNvSpPr>
            <a:spLocks noGrp="1" noChangeArrowheads="1"/>
          </p:cNvSpPr>
          <p:nvPr>
            <p:ph type="sldNum" sz="quarter" idx="12"/>
          </p:nvPr>
        </p:nvSpPr>
        <p:spPr>
          <a:ln/>
        </p:spPr>
        <p:txBody>
          <a:bodyPr/>
          <a:lstStyle>
            <a:lvl1pPr>
              <a:defRPr/>
            </a:lvl1pPr>
          </a:lstStyle>
          <a:p>
            <a:fld id="{11F5C190-C6DA-474A-8FA5-A35739B8EE2D}"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29569163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3"/>
          <p:cNvSpPr>
            <a:spLocks noGrp="1" noChangeArrowheads="1"/>
          </p:cNvSpPr>
          <p:nvPr>
            <p:ph type="dt" sz="half" idx="10"/>
          </p:nvPr>
        </p:nvSpPr>
        <p:spPr>
          <a:ln/>
        </p:spPr>
        <p:txBody>
          <a:bodyPr/>
          <a:lstStyle>
            <a:lvl1pPr>
              <a:defRPr/>
            </a:lvl1pPr>
          </a:lstStyle>
          <a:p>
            <a:pPr>
              <a:defRPr/>
            </a:pPr>
            <a:endParaRPr lang="tr-TR"/>
          </a:p>
        </p:txBody>
      </p:sp>
      <p:sp>
        <p:nvSpPr>
          <p:cNvPr id="4"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5"/>
          <p:cNvSpPr>
            <a:spLocks noGrp="1" noChangeArrowheads="1"/>
          </p:cNvSpPr>
          <p:nvPr>
            <p:ph type="sldNum" sz="quarter" idx="12"/>
          </p:nvPr>
        </p:nvSpPr>
        <p:spPr>
          <a:ln/>
        </p:spPr>
        <p:txBody>
          <a:bodyPr/>
          <a:lstStyle>
            <a:lvl1pPr>
              <a:defRPr/>
            </a:lvl1pPr>
          </a:lstStyle>
          <a:p>
            <a:fld id="{A3771A24-24C4-4E3F-8EC3-AB0CB39AF9FE}"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61515369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tr-TR"/>
          </a:p>
        </p:txBody>
      </p:sp>
      <p:sp>
        <p:nvSpPr>
          <p:cNvPr id="3"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4" name="Slide Number Placeholder 5"/>
          <p:cNvSpPr>
            <a:spLocks noGrp="1" noChangeArrowheads="1"/>
          </p:cNvSpPr>
          <p:nvPr>
            <p:ph type="sldNum" sz="quarter" idx="12"/>
          </p:nvPr>
        </p:nvSpPr>
        <p:spPr>
          <a:ln/>
        </p:spPr>
        <p:txBody>
          <a:bodyPr/>
          <a:lstStyle>
            <a:lvl1pPr>
              <a:defRPr/>
            </a:lvl1pPr>
          </a:lstStyle>
          <a:p>
            <a:fld id="{D52C63D1-D8EB-441E-BA45-9B18FB224406}"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22168481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00A306D0-5FB0-4819-B20F-1C73FD201D22}"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00522596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sym typeface="Palatino Linotype" pitchFamily="18"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tr-TR"/>
          </a:p>
        </p:txBody>
      </p:sp>
      <p:sp>
        <p:nvSpPr>
          <p:cNvPr id="6"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5"/>
          <p:cNvSpPr>
            <a:spLocks noGrp="1" noChangeArrowheads="1"/>
          </p:cNvSpPr>
          <p:nvPr>
            <p:ph type="sldNum" sz="quarter" idx="12"/>
          </p:nvPr>
        </p:nvSpPr>
        <p:spPr>
          <a:ln/>
        </p:spPr>
        <p:txBody>
          <a:bodyPr/>
          <a:lstStyle>
            <a:lvl1pPr>
              <a:defRPr/>
            </a:lvl1pPr>
          </a:lstStyle>
          <a:p>
            <a:fld id="{A7F71822-FC35-4911-BD0F-6A2F217EFC8F}"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102431617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893208D1-A2AD-4372-A041-C30B76BE101E}"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52024152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0"/>
            <a:ext cx="2057400" cy="6126163"/>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0"/>
            <a:ext cx="6019800" cy="6126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noChangeArrowheads="1"/>
          </p:cNvSpPr>
          <p:nvPr>
            <p:ph type="dt" sz="half" idx="10"/>
          </p:nvPr>
        </p:nvSpPr>
        <p:spPr>
          <a:ln/>
        </p:spPr>
        <p:txBody>
          <a:bodyPr/>
          <a:lstStyle>
            <a:lvl1pPr>
              <a:defRPr/>
            </a:lvl1pPr>
          </a:lstStyle>
          <a:p>
            <a:pPr>
              <a:defRPr/>
            </a:pPr>
            <a:endParaRPr lang="tr-TR"/>
          </a:p>
        </p:txBody>
      </p:sp>
      <p:sp>
        <p:nvSpPr>
          <p:cNvPr id="5" name="Footer Placeholder 4"/>
          <p:cNvSpPr>
            <a:spLocks noGrp="1" noChangeArrowheads="1"/>
          </p:cNvSpPr>
          <p:nvPr>
            <p:ph type="ftr" sz="quarter" idx="11"/>
          </p:nvPr>
        </p:nvSpPr>
        <p:spPr>
          <a:ln/>
        </p:spPr>
        <p:txBody>
          <a:bodyPr/>
          <a:lstStyle>
            <a:lvl1pPr>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noChangeArrowheads="1"/>
          </p:cNvSpPr>
          <p:nvPr>
            <p:ph type="sldNum" sz="quarter" idx="12"/>
          </p:nvPr>
        </p:nvSpPr>
        <p:spPr>
          <a:ln/>
        </p:spPr>
        <p:txBody>
          <a:bodyPr/>
          <a:lstStyle>
            <a:lvl1pPr>
              <a:defRPr/>
            </a:lvl1pPr>
          </a:lstStyle>
          <a:p>
            <a:fld id="{141B96A0-A165-45BF-8FEC-3BFC3C5F6137}"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727305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heme" Target="../theme/theme8.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theme" Target="../theme/theme9.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1027"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1028"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1029"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1030"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FA20C831-08E2-4864-A6BE-7CEFB72A262C}"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2051"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2052"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2053"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2054"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9E52CAFC-5861-4846-B4E3-61205FE2AA6F}"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3075"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3076"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3077"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3078"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A2AC6AD4-9F35-4BEA-801A-3054A6B84EC6}"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4099"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4100"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4101"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4102"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5158E78D-0BA8-4A5C-911C-CE250375E78B}"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5123"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5124"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5125"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5126"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3B0491E9-8652-4C78-A380-2CF397C8337F}"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6146"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6147"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6148"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6149"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6150"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C0959BA0-E244-4BD9-8321-EFD1E510116F}"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zh-CN" smtClean="0">
                <a:sym typeface="Calibri" panose="020F0502020204030204" pitchFamily="34" charset="0"/>
              </a:rPr>
              <a:t>Click to edit Master title style</a:t>
            </a:r>
          </a:p>
        </p:txBody>
      </p:sp>
      <p:sp>
        <p:nvSpPr>
          <p:cNvPr id="7171"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Calibri" panose="020F0502020204030204" pitchFamily="34" charset="0"/>
              </a:rPr>
              <a:t>Click to edit Master text styles</a:t>
            </a:r>
          </a:p>
          <a:p>
            <a:pPr lvl="1"/>
            <a:r>
              <a:rPr lang="tr-TR" altLang="zh-CN" smtClean="0">
                <a:sym typeface="Calibri" panose="020F0502020204030204" pitchFamily="34" charset="0"/>
              </a:rPr>
              <a:t>Second level</a:t>
            </a:r>
          </a:p>
          <a:p>
            <a:pPr lvl="2"/>
            <a:r>
              <a:rPr lang="tr-TR" altLang="zh-CN" smtClean="0">
                <a:sym typeface="Calibri" panose="020F0502020204030204" pitchFamily="34" charset="0"/>
              </a:rPr>
              <a:t>Third level</a:t>
            </a:r>
          </a:p>
          <a:p>
            <a:pPr lvl="3"/>
            <a:r>
              <a:rPr lang="tr-TR" altLang="zh-CN" smtClean="0">
                <a:sym typeface="Calibri" panose="020F0502020204030204" pitchFamily="34" charset="0"/>
              </a:rPr>
              <a:t>Fourth level</a:t>
            </a:r>
          </a:p>
          <a:p>
            <a:pPr lvl="4"/>
            <a:r>
              <a:rPr lang="tr-TR" altLang="zh-CN" smtClean="0">
                <a:sym typeface="Calibri" panose="020F0502020204030204" pitchFamily="34" charset="0"/>
              </a:rPr>
              <a:t>Fifth level</a:t>
            </a:r>
          </a:p>
        </p:txBody>
      </p:sp>
      <p:sp>
        <p:nvSpPr>
          <p:cNvPr id="7172" name="Date Placeholder 3"/>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a:solidFill>
                  <a:srgbClr val="8D8E8E"/>
                </a:solidFill>
                <a:sym typeface="MS PGothic" pitchFamily="34" charset="-128"/>
              </a:defRPr>
            </a:lvl1pPr>
          </a:lstStyle>
          <a:p>
            <a:pPr>
              <a:defRPr/>
            </a:pPr>
            <a:endParaRPr lang="tr-TR"/>
          </a:p>
        </p:txBody>
      </p:sp>
      <p:sp>
        <p:nvSpPr>
          <p:cNvPr id="7173" name="Footer Placeholder 4"/>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a:solidFill>
                  <a:srgbClr val="8D8E8E"/>
                </a:solidFill>
                <a:sym typeface="MS PGothic" pitchFamily="34" charset="-128"/>
              </a:defRPr>
            </a:lvl1pPr>
          </a:lstStyle>
          <a:p>
            <a:pPr>
              <a:defRPr/>
            </a:pPr>
            <a:r>
              <a:rPr lang="tr-TR" altLang="en-US"/>
              <a:t>Copyright © 2012 Pearson Education, Inc. Publishing as Prentice Hall</a:t>
            </a:r>
            <a:endParaRPr lang="en-US" sz="1800">
              <a:solidFill>
                <a:schemeClr val="tx1"/>
              </a:solidFill>
              <a:sym typeface="Arial" pitchFamily="34" charset="0"/>
            </a:endParaRPr>
          </a:p>
        </p:txBody>
      </p:sp>
      <p:sp>
        <p:nvSpPr>
          <p:cNvPr id="7174" name="Slide Number Placeholder 5"/>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D8E8E"/>
                </a:solidFill>
                <a:sym typeface="MS PGothic" panose="020B0600070205080204" pitchFamily="34" charset="-128"/>
              </a:defRPr>
            </a:lvl1pPr>
          </a:lstStyle>
          <a:p>
            <a:fld id="{2BB15601-45EB-41BF-88D4-6C5408E48A41}" type="slidenum">
              <a:rPr lang="tr-TR" altLang="en-US"/>
              <a:pPr/>
              <a:t>‹#›</a:t>
            </a:fld>
            <a:endParaRPr lang="en-US" altLang="en-US" sz="1800">
              <a:solidFill>
                <a:schemeClr val="tx1"/>
              </a:solidFill>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ransition/>
  <p:hf sldNum="0" hdr="0" dt="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shadeToTitle="1">
        <a:gradFill rotWithShape="1">
          <a:gsLst>
            <a:gs pos="0">
              <a:srgbClr val="FFFFFF"/>
            </a:gs>
            <a:gs pos="50000">
              <a:srgbClr val="FFFFFF"/>
            </a:gs>
            <a:gs pos="75999">
              <a:srgbClr val="F3F3F3"/>
            </a:gs>
            <a:gs pos="92000">
              <a:srgbClr val="D9D9D9"/>
            </a:gs>
            <a:gs pos="100000">
              <a:srgbClr val="D9D9D9"/>
            </a:gs>
          </a:gsLst>
          <a:path path="shape">
            <a:fillToRect l="50000" t="50000" r="50000" b="50000"/>
          </a:path>
        </a:gradFill>
        <a:effectLst/>
      </p:bgPr>
    </p:bg>
    <p:spTree>
      <p:nvGrpSpPr>
        <p:cNvPr id="1" name=""/>
        <p:cNvGrpSpPr/>
        <p:nvPr/>
      </p:nvGrpSpPr>
      <p:grpSpPr>
        <a:xfrm>
          <a:off x="0" y="0"/>
          <a:ext cx="0" cy="0"/>
          <a:chOff x="0" y="0"/>
          <a:chExt cx="0" cy="0"/>
        </a:xfrm>
      </p:grpSpPr>
      <p:sp>
        <p:nvSpPr>
          <p:cNvPr id="8194" name="Title Placeholder 1"/>
          <p:cNvSpPr>
            <a:spLocks noGrp="1" noChangeArrowheads="1"/>
          </p:cNvSpPr>
          <p:nvPr>
            <p:ph type="title" idx="4294967295"/>
          </p:nvPr>
        </p:nvSpPr>
        <p:spPr bwMode="auto">
          <a:xfrm>
            <a:off x="457200" y="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tr-TR" altLang="zh-CN" smtClean="0">
                <a:sym typeface="Century Gothic" panose="020B0502020202020204" pitchFamily="34" charset="0"/>
              </a:rPr>
              <a:t>Click to edit Master title style</a:t>
            </a:r>
          </a:p>
        </p:txBody>
      </p:sp>
      <p:sp>
        <p:nvSpPr>
          <p:cNvPr id="8195"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Palatino Linotype" panose="02040502050505030304" pitchFamily="18" charset="0"/>
              </a:rPr>
              <a:t>Click to edit Master text styles</a:t>
            </a:r>
          </a:p>
          <a:p>
            <a:pPr lvl="1"/>
            <a:r>
              <a:rPr lang="tr-TR" altLang="zh-CN" smtClean="0">
                <a:sym typeface="Palatino Linotype" panose="02040502050505030304" pitchFamily="18" charset="0"/>
              </a:rPr>
              <a:t>Second level</a:t>
            </a:r>
          </a:p>
          <a:p>
            <a:pPr lvl="2"/>
            <a:r>
              <a:rPr lang="tr-TR" altLang="zh-CN" smtClean="0">
                <a:sym typeface="Palatino Linotype" panose="02040502050505030304" pitchFamily="18" charset="0"/>
              </a:rPr>
              <a:t>Third level</a:t>
            </a:r>
          </a:p>
          <a:p>
            <a:pPr lvl="3"/>
            <a:r>
              <a:rPr lang="tr-TR" altLang="zh-CN" smtClean="0">
                <a:sym typeface="Palatino Linotype" panose="02040502050505030304" pitchFamily="18" charset="0"/>
              </a:rPr>
              <a:t>Fourth level</a:t>
            </a:r>
          </a:p>
          <a:p>
            <a:pPr lvl="4"/>
            <a:r>
              <a:rPr lang="tr-TR" altLang="zh-CN" smtClean="0">
                <a:sym typeface="Palatino Linotype" panose="02040502050505030304" pitchFamily="18" charset="0"/>
              </a:rPr>
              <a:t>Fifth level</a:t>
            </a:r>
          </a:p>
        </p:txBody>
      </p:sp>
      <p:sp>
        <p:nvSpPr>
          <p:cNvPr id="8196" name="Date Placeholder 3"/>
          <p:cNvSpPr>
            <a:spLocks noGrp="1" noChangeArrowheads="1"/>
          </p:cNvSpPr>
          <p:nvPr>
            <p:ph type="dt" sz="half" idx="2"/>
          </p:nvPr>
        </p:nvSpPr>
        <p:spPr bwMode="auto">
          <a:xfrm>
            <a:off x="6362700" y="6356350"/>
            <a:ext cx="2085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45720" bIns="45720" numCol="1" anchor="ctr" anchorCtr="0" compatLnSpc="1">
            <a:prstTxWarp prst="textNoShape">
              <a:avLst/>
            </a:prstTxWarp>
          </a:bodyPr>
          <a:lstStyle>
            <a:lvl1pPr algn="r">
              <a:defRPr sz="1200">
                <a:solidFill>
                  <a:srgbClr val="6D7D84"/>
                </a:solidFill>
                <a:latin typeface="+mn-lt"/>
                <a:sym typeface="Century Gothic" pitchFamily="34" charset="0"/>
              </a:defRPr>
            </a:lvl1pPr>
          </a:lstStyle>
          <a:p>
            <a:pPr>
              <a:defRPr/>
            </a:pPr>
            <a:endParaRPr lang="tr-TR"/>
          </a:p>
        </p:txBody>
      </p:sp>
      <p:sp>
        <p:nvSpPr>
          <p:cNvPr id="8197" name="Footer Placeholder 4"/>
          <p:cNvSpPr>
            <a:spLocks noGrp="1" noChangeArrowheads="1"/>
          </p:cNvSpPr>
          <p:nvPr>
            <p:ph type="ftr" sz="quarter" idx="3"/>
          </p:nvPr>
        </p:nvSpPr>
        <p:spPr bwMode="auto">
          <a:xfrm>
            <a:off x="658813" y="6356350"/>
            <a:ext cx="2847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anchor="ctr" anchorCtr="0" compatLnSpc="1">
            <a:prstTxWarp prst="textNoShape">
              <a:avLst/>
            </a:prstTxWarp>
          </a:bodyPr>
          <a:lstStyle>
            <a:lvl1pPr>
              <a:defRPr sz="1200">
                <a:solidFill>
                  <a:srgbClr val="6D7D84"/>
                </a:solidFill>
                <a:latin typeface="+mn-lt"/>
                <a:sym typeface="Century Gothic" pitchFamily="34" charset="0"/>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8198" name="Slide Number Placeholder 5"/>
          <p:cNvSpPr>
            <a:spLocks noGrp="1" noChangeArrowheads="1"/>
          </p:cNvSpPr>
          <p:nvPr>
            <p:ph type="sldNum" sz="quarter" idx="4"/>
          </p:nvPr>
        </p:nvSpPr>
        <p:spPr bwMode="auto">
          <a:xfrm>
            <a:off x="8543925" y="6356350"/>
            <a:ext cx="561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7432" tIns="45720" rIns="45720" bIns="45720" numCol="1" anchor="ctr" anchorCtr="0" compatLnSpc="1">
            <a:prstTxWarp prst="textNoShape">
              <a:avLst/>
            </a:prstTxWarp>
          </a:bodyPr>
          <a:lstStyle>
            <a:lvl1pPr>
              <a:defRPr sz="1200">
                <a:solidFill>
                  <a:srgbClr val="6D7D84"/>
                </a:solidFill>
                <a:latin typeface="Century Gothic" panose="020B0502020202020204" pitchFamily="34" charset="0"/>
                <a:sym typeface="Century Gothic" panose="020B0502020202020204" pitchFamily="34" charset="0"/>
              </a:defRPr>
            </a:lvl1pPr>
          </a:lstStyle>
          <a:p>
            <a:fld id="{7C99AF0B-528F-4E84-A284-2F6FE2530311}"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
        <p:nvSpPr>
          <p:cNvPr id="8199" name="Oval 6"/>
          <p:cNvSpPr>
            <a:spLocks noChangeArrowheads="1"/>
          </p:cNvSpPr>
          <p:nvPr/>
        </p:nvSpPr>
        <p:spPr bwMode="auto">
          <a:xfrm>
            <a:off x="8458200" y="6499225"/>
            <a:ext cx="84138" cy="84138"/>
          </a:xfrm>
          <a:prstGeom prst="ellipse">
            <a:avLst/>
          </a:prstGeom>
          <a:solidFill>
            <a:srgbClr val="909CA0"/>
          </a:solidFill>
          <a:ln>
            <a:noFill/>
          </a:ln>
          <a:extLst>
            <a:ext uri="{91240B29-F687-4F45-9708-019B960494DF}">
              <a14:hiddenLine xmlns:a14="http://schemas.microsoft.com/office/drawing/2010/main" w="12700">
                <a:solidFill>
                  <a:srgbClr val="465683"/>
                </a:solidFill>
                <a:bevel/>
                <a:headEnd/>
                <a:tailEnd/>
              </a14:hiddenLine>
            </a:ext>
          </a:extLst>
        </p:spPr>
        <p:txBody>
          <a:bodyPr anchor="ctr"/>
          <a:lstStyle>
            <a:lvl1pPr>
              <a:defRPr>
                <a:solidFill>
                  <a:schemeClr val="tx1"/>
                </a:solidFill>
                <a:latin typeface="Arial" pitchFamily="34" charset="0"/>
                <a:ea typeface="宋体" pitchFamily="2" charset="-122"/>
                <a:sym typeface="Arial" pitchFamily="34" charset="0"/>
              </a:defRPr>
            </a:lvl1pPr>
            <a:lvl2pPr marL="742950" indent="-285750">
              <a:defRPr>
                <a:solidFill>
                  <a:schemeClr val="tx1"/>
                </a:solidFill>
                <a:latin typeface="Arial" pitchFamily="34" charset="0"/>
                <a:ea typeface="宋体" pitchFamily="2" charset="-122"/>
                <a:sym typeface="Arial" pitchFamily="34" charset="0"/>
              </a:defRPr>
            </a:lvl2pPr>
            <a:lvl3pPr marL="1143000" indent="-228600">
              <a:defRPr>
                <a:solidFill>
                  <a:schemeClr val="tx1"/>
                </a:solidFill>
                <a:latin typeface="Arial" pitchFamily="34" charset="0"/>
                <a:ea typeface="宋体" pitchFamily="2" charset="-122"/>
                <a:sym typeface="Arial" pitchFamily="34" charset="0"/>
              </a:defRPr>
            </a:lvl3pPr>
            <a:lvl4pPr marL="1600200" indent="-228600">
              <a:defRPr>
                <a:solidFill>
                  <a:schemeClr val="tx1"/>
                </a:solidFill>
                <a:latin typeface="Arial" pitchFamily="34" charset="0"/>
                <a:ea typeface="宋体" pitchFamily="2" charset="-122"/>
                <a:sym typeface="Arial" pitchFamily="34" charset="0"/>
              </a:defRPr>
            </a:lvl4pPr>
            <a:lvl5pPr marL="2057400" indent="-228600">
              <a:defRPr>
                <a:solidFill>
                  <a:schemeClr val="tx1"/>
                </a:solidFill>
                <a:latin typeface="Arial" pitchFamily="34" charset="0"/>
                <a:ea typeface="宋体" pitchFamily="2" charset="-122"/>
                <a:sym typeface="Arial" pitchFamily="34" charset="0"/>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9pPr>
          </a:lstStyle>
          <a:p>
            <a:pPr algn="ctr" eaLnBrk="1" hangingPunct="1">
              <a:defRPr/>
            </a:pPr>
            <a:endParaRPr lang="tr-TR" altLang="tr-TR" smtClean="0">
              <a:solidFill>
                <a:srgbClr val="FFFFFF"/>
              </a:solidFill>
              <a:latin typeface="Palatino Linotype" pitchFamily="18" charset="0"/>
              <a:sym typeface="Palatino Linotype" pitchFamily="18" charset="0"/>
            </a:endParaRPr>
          </a:p>
        </p:txBody>
      </p:sp>
      <p:sp>
        <p:nvSpPr>
          <p:cNvPr id="8200" name="Oval 7"/>
          <p:cNvSpPr>
            <a:spLocks noChangeArrowheads="1"/>
          </p:cNvSpPr>
          <p:nvPr/>
        </p:nvSpPr>
        <p:spPr bwMode="auto">
          <a:xfrm>
            <a:off x="568325" y="6499225"/>
            <a:ext cx="85725" cy="84138"/>
          </a:xfrm>
          <a:prstGeom prst="ellipse">
            <a:avLst/>
          </a:prstGeom>
          <a:solidFill>
            <a:srgbClr val="909CA0"/>
          </a:solidFill>
          <a:ln>
            <a:noFill/>
          </a:ln>
          <a:extLst>
            <a:ext uri="{91240B29-F687-4F45-9708-019B960494DF}">
              <a14:hiddenLine xmlns:a14="http://schemas.microsoft.com/office/drawing/2010/main" w="12700">
                <a:solidFill>
                  <a:srgbClr val="465683"/>
                </a:solidFill>
                <a:bevel/>
                <a:headEnd/>
                <a:tailEnd/>
              </a14:hiddenLine>
            </a:ext>
          </a:extLst>
        </p:spPr>
        <p:txBody>
          <a:bodyPr anchor="ctr"/>
          <a:lstStyle>
            <a:lvl1pPr>
              <a:defRPr>
                <a:solidFill>
                  <a:schemeClr val="tx1"/>
                </a:solidFill>
                <a:latin typeface="Arial" pitchFamily="34" charset="0"/>
                <a:ea typeface="宋体" pitchFamily="2" charset="-122"/>
                <a:sym typeface="Arial" pitchFamily="34" charset="0"/>
              </a:defRPr>
            </a:lvl1pPr>
            <a:lvl2pPr marL="742950" indent="-285750">
              <a:defRPr>
                <a:solidFill>
                  <a:schemeClr val="tx1"/>
                </a:solidFill>
                <a:latin typeface="Arial" pitchFamily="34" charset="0"/>
                <a:ea typeface="宋体" pitchFamily="2" charset="-122"/>
                <a:sym typeface="Arial" pitchFamily="34" charset="0"/>
              </a:defRPr>
            </a:lvl2pPr>
            <a:lvl3pPr marL="1143000" indent="-228600">
              <a:defRPr>
                <a:solidFill>
                  <a:schemeClr val="tx1"/>
                </a:solidFill>
                <a:latin typeface="Arial" pitchFamily="34" charset="0"/>
                <a:ea typeface="宋体" pitchFamily="2" charset="-122"/>
                <a:sym typeface="Arial" pitchFamily="34" charset="0"/>
              </a:defRPr>
            </a:lvl3pPr>
            <a:lvl4pPr marL="1600200" indent="-228600">
              <a:defRPr>
                <a:solidFill>
                  <a:schemeClr val="tx1"/>
                </a:solidFill>
                <a:latin typeface="Arial" pitchFamily="34" charset="0"/>
                <a:ea typeface="宋体" pitchFamily="2" charset="-122"/>
                <a:sym typeface="Arial" pitchFamily="34" charset="0"/>
              </a:defRPr>
            </a:lvl4pPr>
            <a:lvl5pPr marL="2057400" indent="-228600">
              <a:defRPr>
                <a:solidFill>
                  <a:schemeClr val="tx1"/>
                </a:solidFill>
                <a:latin typeface="Arial" pitchFamily="34" charset="0"/>
                <a:ea typeface="宋体" pitchFamily="2" charset="-122"/>
                <a:sym typeface="Arial" pitchFamily="34" charset="0"/>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9pPr>
          </a:lstStyle>
          <a:p>
            <a:pPr algn="ctr">
              <a:defRPr/>
            </a:pPr>
            <a:endParaRPr lang="tr-TR" altLang="tr-TR" smtClean="0">
              <a:solidFill>
                <a:srgbClr val="FFFFFF"/>
              </a:solidFill>
              <a:latin typeface="Palatino Linotype" pitchFamily="18" charset="0"/>
              <a:sym typeface="Palatino Linotype" pitchFamily="18" charset="0"/>
            </a:endParaRPr>
          </a:p>
        </p:txBody>
      </p:sp>
    </p:spTree>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 id="2147483949" r:id="rId12"/>
  </p:sldLayoutIdLst>
  <p:hf sldNum="0" hdr="0" dt="0"/>
  <p:txStyles>
    <p:titleStyle>
      <a:lvl1pPr marL="914400" indent="-914400" algn="ctr" rtl="0" eaLnBrk="0" fontAlgn="base" hangingPunct="0">
        <a:lnSpc>
          <a:spcPts val="5800"/>
        </a:lnSpc>
        <a:spcBef>
          <a:spcPct val="0"/>
        </a:spcBef>
        <a:spcAft>
          <a:spcPct val="0"/>
        </a:spcAft>
        <a:defRPr sz="5400">
          <a:solidFill>
            <a:schemeClr val="tx2"/>
          </a:solidFill>
          <a:latin typeface="+mj-lt"/>
          <a:ea typeface="+mj-ea"/>
          <a:cs typeface="+mj-cs"/>
          <a:sym typeface="Century Gothic" panose="020B0502020202020204" pitchFamily="34" charset="0"/>
        </a:defRPr>
      </a:lvl1pPr>
      <a:lvl2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2pPr>
      <a:lvl3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3pPr>
      <a:lvl4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4pPr>
      <a:lvl5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5pPr>
      <a:lvl6pPr marL="13716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6pPr>
      <a:lvl7pPr marL="18288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7pPr>
      <a:lvl8pPr marL="22860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8pPr>
      <a:lvl9pPr marL="27432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400">
          <a:solidFill>
            <a:srgbClr val="909CA0"/>
          </a:solidFill>
          <a:latin typeface="+mn-lt"/>
          <a:ea typeface="+mn-ea"/>
          <a:cs typeface="+mn-cs"/>
          <a:sym typeface="Palatino Linotype" panose="02040502050505030304" pitchFamily="18" charset="0"/>
        </a:defRPr>
      </a:lvl1pPr>
      <a:lvl2pPr marL="742950" indent="-285750" algn="l" rtl="0" eaLnBrk="0" fontAlgn="base" hangingPunct="0">
        <a:spcBef>
          <a:spcPct val="20000"/>
        </a:spcBef>
        <a:spcAft>
          <a:spcPct val="0"/>
        </a:spcAft>
        <a:buFont typeface="Courier New" panose="02070309020205020404" pitchFamily="49" charset="0"/>
        <a:buChar char="o"/>
        <a:defRPr sz="1600">
          <a:solidFill>
            <a:srgbClr val="909CA0"/>
          </a:solidFill>
          <a:latin typeface="+mn-lt"/>
          <a:ea typeface="+mn-ea"/>
          <a:sym typeface="Palatino Linotype" panose="0204050205050503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1600">
          <a:solidFill>
            <a:srgbClr val="909CA0"/>
          </a:solidFill>
          <a:latin typeface="+mn-lt"/>
          <a:ea typeface="+mn-ea"/>
          <a:sym typeface="Palatino Linotype" panose="02040502050505030304" pitchFamily="18" charset="0"/>
        </a:defRPr>
      </a:lvl3pPr>
      <a:lvl4pPr marL="1600200" indent="-228600" algn="l" rtl="0" eaLnBrk="0" fontAlgn="base" hangingPunct="0">
        <a:spcBef>
          <a:spcPct val="20000"/>
        </a:spcBef>
        <a:spcAft>
          <a:spcPct val="0"/>
        </a:spcAft>
        <a:buFont typeface="Courier New" panose="02070309020205020404" pitchFamily="49" charset="0"/>
        <a:buChar char="o"/>
        <a:defRPr sz="1600">
          <a:solidFill>
            <a:srgbClr val="909CA0"/>
          </a:solidFill>
          <a:latin typeface="+mn-lt"/>
          <a:ea typeface="+mn-ea"/>
          <a:sym typeface="Palatino Linotype" panose="0204050205050503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1600">
          <a:solidFill>
            <a:srgbClr val="909CA0"/>
          </a:solidFill>
          <a:latin typeface="+mn-lt"/>
          <a:ea typeface="+mn-ea"/>
          <a:sym typeface="Palatino Linotype" panose="02040502050505030304" pitchFamily="18" charset="0"/>
        </a:defRPr>
      </a:lvl5pPr>
      <a:lvl6pPr marL="25146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6pPr>
      <a:lvl7pPr marL="29718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7pPr>
      <a:lvl8pPr marL="34290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8pPr>
      <a:lvl9pPr marL="38862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shadeToTitle="1">
        <a:gradFill rotWithShape="1">
          <a:gsLst>
            <a:gs pos="0">
              <a:srgbClr val="FFFFFF"/>
            </a:gs>
            <a:gs pos="50000">
              <a:srgbClr val="FFFFFF"/>
            </a:gs>
            <a:gs pos="75999">
              <a:srgbClr val="F3F3F3"/>
            </a:gs>
            <a:gs pos="92000">
              <a:srgbClr val="D9D9D9"/>
            </a:gs>
            <a:gs pos="100000">
              <a:srgbClr val="D9D9D9"/>
            </a:gs>
          </a:gsLst>
          <a:path path="shape">
            <a:fillToRect l="50000" t="50000" r="50000" b="50000"/>
          </a:path>
        </a:gradFill>
        <a:effectLst/>
      </p:bgPr>
    </p:bg>
    <p:spTree>
      <p:nvGrpSpPr>
        <p:cNvPr id="1" name=""/>
        <p:cNvGrpSpPr/>
        <p:nvPr/>
      </p:nvGrpSpPr>
      <p:grpSpPr>
        <a:xfrm>
          <a:off x="0" y="0"/>
          <a:ext cx="0" cy="0"/>
          <a:chOff x="0" y="0"/>
          <a:chExt cx="0" cy="0"/>
        </a:xfrm>
      </p:grpSpPr>
      <p:sp>
        <p:nvSpPr>
          <p:cNvPr id="9218" name="Title Placeholder 1"/>
          <p:cNvSpPr>
            <a:spLocks noGrp="1" noChangeArrowheads="1"/>
          </p:cNvSpPr>
          <p:nvPr>
            <p:ph type="title" idx="4294967295"/>
          </p:nvPr>
        </p:nvSpPr>
        <p:spPr bwMode="auto">
          <a:xfrm>
            <a:off x="457200" y="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tr-TR" altLang="zh-CN" smtClean="0">
                <a:sym typeface="Century Gothic" panose="020B0502020202020204" pitchFamily="34" charset="0"/>
              </a:rPr>
              <a:t>Click to edit Master title style</a:t>
            </a:r>
          </a:p>
        </p:txBody>
      </p:sp>
      <p:sp>
        <p:nvSpPr>
          <p:cNvPr id="9219" name="Text Placeholder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zh-CN" smtClean="0">
                <a:sym typeface="Palatino Linotype" panose="02040502050505030304" pitchFamily="18" charset="0"/>
              </a:rPr>
              <a:t>Click to edit Master text styles</a:t>
            </a:r>
          </a:p>
          <a:p>
            <a:pPr lvl="1"/>
            <a:r>
              <a:rPr lang="tr-TR" altLang="zh-CN" smtClean="0">
                <a:sym typeface="Palatino Linotype" panose="02040502050505030304" pitchFamily="18" charset="0"/>
              </a:rPr>
              <a:t>Second level</a:t>
            </a:r>
          </a:p>
          <a:p>
            <a:pPr lvl="2"/>
            <a:r>
              <a:rPr lang="tr-TR" altLang="zh-CN" smtClean="0">
                <a:sym typeface="Palatino Linotype" panose="02040502050505030304" pitchFamily="18" charset="0"/>
              </a:rPr>
              <a:t>Third level</a:t>
            </a:r>
          </a:p>
          <a:p>
            <a:pPr lvl="3"/>
            <a:r>
              <a:rPr lang="tr-TR" altLang="zh-CN" smtClean="0">
                <a:sym typeface="Palatino Linotype" panose="02040502050505030304" pitchFamily="18" charset="0"/>
              </a:rPr>
              <a:t>Fourth level</a:t>
            </a:r>
          </a:p>
          <a:p>
            <a:pPr lvl="4"/>
            <a:r>
              <a:rPr lang="tr-TR" altLang="zh-CN" smtClean="0">
                <a:sym typeface="Palatino Linotype" panose="02040502050505030304" pitchFamily="18" charset="0"/>
              </a:rPr>
              <a:t>Fifth level</a:t>
            </a:r>
          </a:p>
        </p:txBody>
      </p:sp>
      <p:sp>
        <p:nvSpPr>
          <p:cNvPr id="9220" name="Date Placeholder 3"/>
          <p:cNvSpPr>
            <a:spLocks noGrp="1" noChangeArrowheads="1"/>
          </p:cNvSpPr>
          <p:nvPr>
            <p:ph type="dt" sz="half" idx="2"/>
          </p:nvPr>
        </p:nvSpPr>
        <p:spPr bwMode="auto">
          <a:xfrm>
            <a:off x="6362700" y="6356350"/>
            <a:ext cx="2085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45720" bIns="45720" numCol="1" anchor="ctr" anchorCtr="0" compatLnSpc="1">
            <a:prstTxWarp prst="textNoShape">
              <a:avLst/>
            </a:prstTxWarp>
          </a:bodyPr>
          <a:lstStyle>
            <a:lvl1pPr algn="r">
              <a:defRPr sz="1200">
                <a:solidFill>
                  <a:srgbClr val="6D7D84"/>
                </a:solidFill>
                <a:latin typeface="+mn-lt"/>
                <a:sym typeface="Century Gothic" pitchFamily="34" charset="0"/>
              </a:defRPr>
            </a:lvl1pPr>
          </a:lstStyle>
          <a:p>
            <a:pPr>
              <a:defRPr/>
            </a:pPr>
            <a:endParaRPr lang="tr-TR"/>
          </a:p>
        </p:txBody>
      </p:sp>
      <p:sp>
        <p:nvSpPr>
          <p:cNvPr id="9221" name="Footer Placeholder 4"/>
          <p:cNvSpPr>
            <a:spLocks noGrp="1" noChangeArrowheads="1"/>
          </p:cNvSpPr>
          <p:nvPr>
            <p:ph type="ftr" sz="quarter" idx="3"/>
          </p:nvPr>
        </p:nvSpPr>
        <p:spPr bwMode="auto">
          <a:xfrm>
            <a:off x="658813" y="6356350"/>
            <a:ext cx="2847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91440" bIns="45720" numCol="1" anchor="ctr" anchorCtr="0" compatLnSpc="1">
            <a:prstTxWarp prst="textNoShape">
              <a:avLst/>
            </a:prstTxWarp>
          </a:bodyPr>
          <a:lstStyle>
            <a:lvl1pPr>
              <a:defRPr sz="1200">
                <a:solidFill>
                  <a:srgbClr val="6D7D84"/>
                </a:solidFill>
                <a:latin typeface="+mn-lt"/>
                <a:sym typeface="Century Gothic" pitchFamily="34" charset="0"/>
              </a:defRPr>
            </a:lvl1p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9222" name="Slide Number Placeholder 5"/>
          <p:cNvSpPr>
            <a:spLocks noGrp="1" noChangeArrowheads="1"/>
          </p:cNvSpPr>
          <p:nvPr>
            <p:ph type="sldNum" sz="quarter" idx="4"/>
          </p:nvPr>
        </p:nvSpPr>
        <p:spPr bwMode="auto">
          <a:xfrm>
            <a:off x="8543925" y="6356350"/>
            <a:ext cx="561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7432" tIns="45720" rIns="45720" bIns="45720" numCol="1" anchor="ctr" anchorCtr="0" compatLnSpc="1">
            <a:prstTxWarp prst="textNoShape">
              <a:avLst/>
            </a:prstTxWarp>
          </a:bodyPr>
          <a:lstStyle>
            <a:lvl1pPr>
              <a:defRPr sz="1200">
                <a:solidFill>
                  <a:srgbClr val="6D7D84"/>
                </a:solidFill>
                <a:latin typeface="Century Gothic" panose="020B0502020202020204" pitchFamily="34" charset="0"/>
                <a:sym typeface="Century Gothic" panose="020B0502020202020204" pitchFamily="34" charset="0"/>
              </a:defRPr>
            </a:lvl1pPr>
          </a:lstStyle>
          <a:p>
            <a:fld id="{31495E11-BD88-4AB7-B314-5F18F35816ED}" type="slidenum">
              <a:rPr lang="tr-TR" altLang="en-US"/>
              <a:pPr/>
              <a:t>‹#›</a:t>
            </a:fld>
            <a:endParaRPr lang="en-US" altLang="en-US" sz="1800">
              <a:solidFill>
                <a:schemeClr val="tx1"/>
              </a:solidFill>
              <a:latin typeface="Arial" panose="020B0604020202020204" pitchFamily="34" charset="0"/>
              <a:sym typeface="Arial" panose="020B0604020202020204" pitchFamily="34" charset="0"/>
            </a:endParaRPr>
          </a:p>
        </p:txBody>
      </p:sp>
      <p:sp>
        <p:nvSpPr>
          <p:cNvPr id="9223" name="Oval 6"/>
          <p:cNvSpPr>
            <a:spLocks noChangeArrowheads="1"/>
          </p:cNvSpPr>
          <p:nvPr/>
        </p:nvSpPr>
        <p:spPr bwMode="auto">
          <a:xfrm>
            <a:off x="8458200" y="6499225"/>
            <a:ext cx="84138" cy="84138"/>
          </a:xfrm>
          <a:prstGeom prst="ellipse">
            <a:avLst/>
          </a:prstGeom>
          <a:solidFill>
            <a:srgbClr val="909CA0"/>
          </a:solidFill>
          <a:ln>
            <a:noFill/>
          </a:ln>
          <a:extLst>
            <a:ext uri="{91240B29-F687-4F45-9708-019B960494DF}">
              <a14:hiddenLine xmlns:a14="http://schemas.microsoft.com/office/drawing/2010/main" w="12700">
                <a:solidFill>
                  <a:srgbClr val="465683"/>
                </a:solidFill>
                <a:miter lim="800000"/>
                <a:headEnd/>
                <a:tailEnd/>
              </a14:hiddenLine>
            </a:ext>
          </a:extLst>
        </p:spPr>
        <p:txBody>
          <a:bodyPr anchor="ctr"/>
          <a:lstStyle>
            <a:lvl1pPr>
              <a:defRPr>
                <a:solidFill>
                  <a:schemeClr val="tx1"/>
                </a:solidFill>
                <a:latin typeface="Arial" pitchFamily="34" charset="0"/>
                <a:ea typeface="宋体" pitchFamily="2" charset="-122"/>
                <a:sym typeface="Arial" pitchFamily="34" charset="0"/>
              </a:defRPr>
            </a:lvl1pPr>
            <a:lvl2pPr marL="742950" indent="-285750">
              <a:defRPr>
                <a:solidFill>
                  <a:schemeClr val="tx1"/>
                </a:solidFill>
                <a:latin typeface="Arial" pitchFamily="34" charset="0"/>
                <a:ea typeface="宋体" pitchFamily="2" charset="-122"/>
                <a:sym typeface="Arial" pitchFamily="34" charset="0"/>
              </a:defRPr>
            </a:lvl2pPr>
            <a:lvl3pPr marL="1143000" indent="-228600">
              <a:defRPr>
                <a:solidFill>
                  <a:schemeClr val="tx1"/>
                </a:solidFill>
                <a:latin typeface="Arial" pitchFamily="34" charset="0"/>
                <a:ea typeface="宋体" pitchFamily="2" charset="-122"/>
                <a:sym typeface="Arial" pitchFamily="34" charset="0"/>
              </a:defRPr>
            </a:lvl3pPr>
            <a:lvl4pPr marL="1600200" indent="-228600">
              <a:defRPr>
                <a:solidFill>
                  <a:schemeClr val="tx1"/>
                </a:solidFill>
                <a:latin typeface="Arial" pitchFamily="34" charset="0"/>
                <a:ea typeface="宋体" pitchFamily="2" charset="-122"/>
                <a:sym typeface="Arial" pitchFamily="34" charset="0"/>
              </a:defRPr>
            </a:lvl4pPr>
            <a:lvl5pPr marL="2057400" indent="-228600">
              <a:defRPr>
                <a:solidFill>
                  <a:schemeClr val="tx1"/>
                </a:solidFill>
                <a:latin typeface="Arial" pitchFamily="34" charset="0"/>
                <a:ea typeface="宋体" pitchFamily="2" charset="-122"/>
                <a:sym typeface="Arial" pitchFamily="34" charset="0"/>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9pPr>
          </a:lstStyle>
          <a:p>
            <a:pPr algn="ctr" eaLnBrk="1" hangingPunct="1">
              <a:defRPr/>
            </a:pPr>
            <a:endParaRPr lang="tr-TR" altLang="tr-TR" smtClean="0">
              <a:solidFill>
                <a:srgbClr val="FFFFFF"/>
              </a:solidFill>
              <a:latin typeface="Palatino Linotype" pitchFamily="18" charset="0"/>
              <a:sym typeface="Palatino Linotype" pitchFamily="18" charset="0"/>
            </a:endParaRPr>
          </a:p>
        </p:txBody>
      </p:sp>
      <p:sp>
        <p:nvSpPr>
          <p:cNvPr id="9224" name="Oval 7"/>
          <p:cNvSpPr>
            <a:spLocks noChangeArrowheads="1"/>
          </p:cNvSpPr>
          <p:nvPr/>
        </p:nvSpPr>
        <p:spPr bwMode="auto">
          <a:xfrm>
            <a:off x="568325" y="6499225"/>
            <a:ext cx="85725" cy="84138"/>
          </a:xfrm>
          <a:prstGeom prst="ellipse">
            <a:avLst/>
          </a:prstGeom>
          <a:solidFill>
            <a:srgbClr val="909CA0"/>
          </a:solidFill>
          <a:ln>
            <a:noFill/>
          </a:ln>
          <a:extLst>
            <a:ext uri="{91240B29-F687-4F45-9708-019B960494DF}">
              <a14:hiddenLine xmlns:a14="http://schemas.microsoft.com/office/drawing/2010/main" w="12700">
                <a:solidFill>
                  <a:srgbClr val="465683"/>
                </a:solidFill>
                <a:miter lim="800000"/>
                <a:headEnd/>
                <a:tailEnd/>
              </a14:hiddenLine>
            </a:ext>
          </a:extLst>
        </p:spPr>
        <p:txBody>
          <a:bodyPr anchor="ctr"/>
          <a:lstStyle>
            <a:lvl1pPr>
              <a:defRPr>
                <a:solidFill>
                  <a:schemeClr val="tx1"/>
                </a:solidFill>
                <a:latin typeface="Arial" pitchFamily="34" charset="0"/>
                <a:ea typeface="宋体" pitchFamily="2" charset="-122"/>
                <a:sym typeface="Arial" pitchFamily="34" charset="0"/>
              </a:defRPr>
            </a:lvl1pPr>
            <a:lvl2pPr marL="742950" indent="-285750">
              <a:defRPr>
                <a:solidFill>
                  <a:schemeClr val="tx1"/>
                </a:solidFill>
                <a:latin typeface="Arial" pitchFamily="34" charset="0"/>
                <a:ea typeface="宋体" pitchFamily="2" charset="-122"/>
                <a:sym typeface="Arial" pitchFamily="34" charset="0"/>
              </a:defRPr>
            </a:lvl2pPr>
            <a:lvl3pPr marL="1143000" indent="-228600">
              <a:defRPr>
                <a:solidFill>
                  <a:schemeClr val="tx1"/>
                </a:solidFill>
                <a:latin typeface="Arial" pitchFamily="34" charset="0"/>
                <a:ea typeface="宋体" pitchFamily="2" charset="-122"/>
                <a:sym typeface="Arial" pitchFamily="34" charset="0"/>
              </a:defRPr>
            </a:lvl3pPr>
            <a:lvl4pPr marL="1600200" indent="-228600">
              <a:defRPr>
                <a:solidFill>
                  <a:schemeClr val="tx1"/>
                </a:solidFill>
                <a:latin typeface="Arial" pitchFamily="34" charset="0"/>
                <a:ea typeface="宋体" pitchFamily="2" charset="-122"/>
                <a:sym typeface="Arial" pitchFamily="34" charset="0"/>
              </a:defRPr>
            </a:lvl4pPr>
            <a:lvl5pPr marL="2057400" indent="-228600">
              <a:defRPr>
                <a:solidFill>
                  <a:schemeClr val="tx1"/>
                </a:solidFill>
                <a:latin typeface="Arial" pitchFamily="34" charset="0"/>
                <a:ea typeface="宋体" pitchFamily="2" charset="-122"/>
                <a:sym typeface="Arial" pitchFamily="34" charset="0"/>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sym typeface="Arial" pitchFamily="34" charset="0"/>
              </a:defRPr>
            </a:lvl9pPr>
          </a:lstStyle>
          <a:p>
            <a:pPr algn="ctr">
              <a:defRPr/>
            </a:pPr>
            <a:endParaRPr lang="tr-TR" altLang="tr-TR" smtClean="0">
              <a:solidFill>
                <a:srgbClr val="FFFFFF"/>
              </a:solidFill>
              <a:latin typeface="Palatino Linotype" pitchFamily="18" charset="0"/>
              <a:sym typeface="Palatino Linotype" pitchFamily="18" charset="0"/>
            </a:endParaRPr>
          </a:p>
        </p:txBody>
      </p:sp>
    </p:spTree>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Lst>
  <p:hf sldNum="0" hdr="0" dt="0"/>
  <p:txStyles>
    <p:titleStyle>
      <a:lvl1pPr marL="914400" indent="-914400" algn="ctr" rtl="0" eaLnBrk="0" fontAlgn="base" hangingPunct="0">
        <a:lnSpc>
          <a:spcPts val="5800"/>
        </a:lnSpc>
        <a:spcBef>
          <a:spcPct val="0"/>
        </a:spcBef>
        <a:spcAft>
          <a:spcPct val="0"/>
        </a:spcAft>
        <a:defRPr sz="5400">
          <a:solidFill>
            <a:schemeClr val="tx2"/>
          </a:solidFill>
          <a:latin typeface="+mj-lt"/>
          <a:ea typeface="+mj-ea"/>
          <a:cs typeface="+mj-cs"/>
          <a:sym typeface="Century Gothic" panose="020B0502020202020204" pitchFamily="34" charset="0"/>
        </a:defRPr>
      </a:lvl1pPr>
      <a:lvl2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2pPr>
      <a:lvl3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3pPr>
      <a:lvl4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4pPr>
      <a:lvl5pPr marL="914400" indent="-914400" algn="ctr" rtl="0" eaLnBrk="0" fontAlgn="base" hangingPunct="0">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anose="020B0502020202020204" pitchFamily="34" charset="0"/>
        </a:defRPr>
      </a:lvl5pPr>
      <a:lvl6pPr marL="13716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6pPr>
      <a:lvl7pPr marL="18288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7pPr>
      <a:lvl8pPr marL="22860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8pPr>
      <a:lvl9pPr marL="2743200" indent="-914400" algn="ctr" rtl="0" fontAlgn="base">
        <a:lnSpc>
          <a:spcPts val="5800"/>
        </a:lnSpc>
        <a:spcBef>
          <a:spcPct val="0"/>
        </a:spcBef>
        <a:spcAft>
          <a:spcPct val="0"/>
        </a:spcAft>
        <a:defRPr sz="5400">
          <a:solidFill>
            <a:schemeClr val="tx2"/>
          </a:solidFill>
          <a:latin typeface="Palatino Linotype" pitchFamily="18" charset="0"/>
          <a:ea typeface="幼圆" charset="0"/>
          <a:cs typeface="幼圆" charset="0"/>
          <a:sym typeface="Century Gothic"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400">
          <a:solidFill>
            <a:srgbClr val="909CA0"/>
          </a:solidFill>
          <a:latin typeface="+mn-lt"/>
          <a:ea typeface="+mn-ea"/>
          <a:cs typeface="+mn-cs"/>
          <a:sym typeface="Palatino Linotype" panose="02040502050505030304" pitchFamily="18" charset="0"/>
        </a:defRPr>
      </a:lvl1pPr>
      <a:lvl2pPr marL="742950" indent="-285750" algn="l" rtl="0" eaLnBrk="0" fontAlgn="base" hangingPunct="0">
        <a:spcBef>
          <a:spcPct val="20000"/>
        </a:spcBef>
        <a:spcAft>
          <a:spcPct val="0"/>
        </a:spcAft>
        <a:buFont typeface="Courier New" panose="02070309020205020404" pitchFamily="49" charset="0"/>
        <a:buChar char="o"/>
        <a:defRPr sz="1600">
          <a:solidFill>
            <a:srgbClr val="909CA0"/>
          </a:solidFill>
          <a:latin typeface="+mn-lt"/>
          <a:ea typeface="+mn-ea"/>
          <a:sym typeface="Palatino Linotype" panose="0204050205050503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1600">
          <a:solidFill>
            <a:srgbClr val="909CA0"/>
          </a:solidFill>
          <a:latin typeface="+mn-lt"/>
          <a:ea typeface="+mn-ea"/>
          <a:sym typeface="Palatino Linotype" panose="02040502050505030304" pitchFamily="18" charset="0"/>
        </a:defRPr>
      </a:lvl3pPr>
      <a:lvl4pPr marL="1600200" indent="-228600" algn="l" rtl="0" eaLnBrk="0" fontAlgn="base" hangingPunct="0">
        <a:spcBef>
          <a:spcPct val="20000"/>
        </a:spcBef>
        <a:spcAft>
          <a:spcPct val="0"/>
        </a:spcAft>
        <a:buFont typeface="Courier New" panose="02070309020205020404" pitchFamily="49" charset="0"/>
        <a:buChar char="o"/>
        <a:defRPr sz="1600">
          <a:solidFill>
            <a:srgbClr val="909CA0"/>
          </a:solidFill>
          <a:latin typeface="+mn-lt"/>
          <a:ea typeface="+mn-ea"/>
          <a:sym typeface="Palatino Linotype" panose="0204050205050503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1600">
          <a:solidFill>
            <a:srgbClr val="909CA0"/>
          </a:solidFill>
          <a:latin typeface="+mn-lt"/>
          <a:ea typeface="+mn-ea"/>
          <a:sym typeface="Palatino Linotype" panose="02040502050505030304" pitchFamily="18" charset="0"/>
        </a:defRPr>
      </a:lvl5pPr>
      <a:lvl6pPr marL="25146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6pPr>
      <a:lvl7pPr marL="29718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7pPr>
      <a:lvl8pPr marL="34290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8pPr>
      <a:lvl9pPr marL="3886200" indent="-228600" algn="l" rtl="0" fontAlgn="base">
        <a:spcBef>
          <a:spcPct val="20000"/>
        </a:spcBef>
        <a:spcAft>
          <a:spcPct val="0"/>
        </a:spcAft>
        <a:buFont typeface="Arial" pitchFamily="34" charset="0"/>
        <a:buChar char="•"/>
        <a:defRPr sz="1600">
          <a:solidFill>
            <a:srgbClr val="909CA0"/>
          </a:solidFill>
          <a:latin typeface="+mn-lt"/>
          <a:ea typeface="+mn-ea"/>
          <a:sym typeface="Palatino Linotype" pitchFamily="18"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2" Type="http://schemas.openxmlformats.org/officeDocument/2006/relationships/hyperlink" Target="http://www.youtube.com/watch?v=pTdSs8kQqSA" TargetMode="External"/><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2" Type="http://schemas.openxmlformats.org/officeDocument/2006/relationships/hyperlink" Target="http://www.youtube.com/watch?v=5AjReRMoG3Y" TargetMode="Externa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0.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0.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0.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0.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90.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0.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0.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0.xml"/></Relationships>
</file>

<file path=ppt/slides/_rels/slide37.xml.rels><?xml version="1.0" encoding="UTF-8" standalone="yes"?>
<Relationships xmlns="http://schemas.openxmlformats.org/package/2006/relationships"><Relationship Id="rId2" Type="http://schemas.openxmlformats.org/officeDocument/2006/relationships/hyperlink" Target="http://www.telegraph.co.uk/technology/google/8187962/Google-Chrome-comparison-of-operating-systems.html" TargetMode="External"/><Relationship Id="rId1" Type="http://schemas.openxmlformats.org/officeDocument/2006/relationships/slideLayout" Target="../slideLayouts/slideLayout9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9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90.xml"/></Relationships>
</file>

<file path=ppt/slides/_rels/slide4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0.xml"/></Relationships>
</file>

<file path=ppt/slides/_rels/slide4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7.xml.rels><?xml version="1.0" encoding="UTF-8" standalone="yes"?>
<Relationships xmlns="http://schemas.openxmlformats.org/package/2006/relationships"><Relationship Id="rId3" Type="http://schemas.openxmlformats.org/officeDocument/2006/relationships/image" Target="cid:3287383400_2177562" TargetMode="External"/><Relationship Id="rId2" Type="http://schemas.openxmlformats.org/officeDocument/2006/relationships/image" Target="../media/image24.jpeg"/><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E77B9C26-DDEB-4186-9143-A53ECD582728}" type="slidenum">
              <a:rPr lang="tr-TR" altLang="en-US">
                <a:solidFill>
                  <a:srgbClr val="6D7D84"/>
                </a:solidFill>
                <a:latin typeface="Century Gothic" panose="020B0502020202020204" pitchFamily="34" charset="0"/>
                <a:sym typeface="Century Gothic" panose="020B0502020202020204" pitchFamily="34" charset="0"/>
              </a:rPr>
              <a:pPr/>
              <a:t>1</a:t>
            </a:fld>
            <a:endParaRPr lang="en-US" altLang="en-US" sz="1800"/>
          </a:p>
        </p:txBody>
      </p:sp>
      <p:sp>
        <p:nvSpPr>
          <p:cNvPr id="10244" name="Title 1"/>
          <p:cNvSpPr>
            <a:spLocks noGrp="1" noChangeArrowheads="1"/>
          </p:cNvSpPr>
          <p:nvPr>
            <p:ph type="title" idx="4294967295"/>
          </p:nvPr>
        </p:nvSpPr>
        <p:spPr>
          <a:xfrm>
            <a:off x="762000" y="228600"/>
            <a:ext cx="7793038" cy="1462088"/>
          </a:xfrm>
        </p:spPr>
        <p:txBody>
          <a:bodyPr/>
          <a:lstStyle/>
          <a:p>
            <a:pPr eaLnBrk="1" hangingPunct="1"/>
            <a:r>
              <a:rPr lang="tr-TR" altLang="zh-CN" sz="4800" smtClean="0"/>
              <a:t>Computers Are Your </a:t>
            </a:r>
            <a:r>
              <a:rPr lang="tr-TR" altLang="zh-CN" sz="4400" smtClean="0"/>
              <a:t>Future</a:t>
            </a:r>
            <a:r>
              <a:rPr lang="tr-TR" altLang="zh-CN" sz="4800" smtClean="0"/>
              <a:t/>
            </a:r>
            <a:br>
              <a:rPr lang="tr-TR" altLang="zh-CN" sz="4800" smtClean="0"/>
            </a:br>
            <a:r>
              <a:rPr lang="tr-TR" altLang="zh-CN" sz="2800" smtClean="0"/>
              <a:t>Twelfth Edition</a:t>
            </a:r>
            <a:endParaRPr lang="tr-TR" altLang="zh-CN" smtClean="0"/>
          </a:p>
        </p:txBody>
      </p:sp>
      <p:sp>
        <p:nvSpPr>
          <p:cNvPr id="10245" name="Content Placeholder 2"/>
          <p:cNvSpPr>
            <a:spLocks noGrp="1" noChangeArrowheads="1"/>
          </p:cNvSpPr>
          <p:nvPr>
            <p:ph idx="4294967295"/>
          </p:nvPr>
        </p:nvSpPr>
        <p:spPr>
          <a:xfrm>
            <a:off x="685800" y="1981200"/>
            <a:ext cx="7772400" cy="4114800"/>
          </a:xfrm>
        </p:spPr>
        <p:txBody>
          <a:bodyPr/>
          <a:lstStyle/>
          <a:p>
            <a:pPr algn="ctr" eaLnBrk="1" hangingPunct="1">
              <a:buFont typeface="Wingdings" panose="05000000000000000000" pitchFamily="2" charset="2"/>
              <a:buNone/>
            </a:pPr>
            <a:r>
              <a:rPr lang="tr-TR" altLang="zh-CN" smtClean="0"/>
              <a:t>Chapter  4: System Software</a:t>
            </a:r>
          </a:p>
          <a:p>
            <a:pPr eaLnBrk="1" hangingPunct="1">
              <a:buFont typeface="Wingdings" panose="05000000000000000000" pitchFamily="2" charset="2"/>
              <a:buNone/>
            </a:pPr>
            <a:endParaRPr lang="tr-TR" altLang="zh-CN" smtClean="0"/>
          </a:p>
          <a:p>
            <a:pPr eaLnBrk="1" hangingPunct="1">
              <a:buFont typeface="Wingdings" panose="05000000000000000000" pitchFamily="2" charset="2"/>
              <a:buNone/>
            </a:pPr>
            <a:r>
              <a:rPr lang="tr-TR" altLang="zh-CN" smtClean="0"/>
              <a:t> </a:t>
            </a:r>
          </a:p>
          <a:p>
            <a:pPr eaLnBrk="1" hangingPunct="1">
              <a:buFont typeface="Wingdings" panose="05000000000000000000" pitchFamily="2" charset="2"/>
              <a:buNone/>
            </a:pPr>
            <a:endParaRPr lang="tr-TR" altLang="zh-CN" smtClean="0"/>
          </a:p>
          <a:p>
            <a:pPr eaLnBrk="1" hangingPunct="1">
              <a:buFont typeface="Wingdings" panose="05000000000000000000" pitchFamily="2" charset="2"/>
              <a:buNone/>
            </a:pPr>
            <a:endParaRPr lang="tr-TR" altLang="zh-CN" smtClean="0"/>
          </a:p>
          <a:p>
            <a:pPr eaLnBrk="1" hangingPunct="1">
              <a:buFont typeface="Wingdings" panose="05000000000000000000" pitchFamily="2" charset="2"/>
              <a:buNone/>
            </a:pPr>
            <a:endParaRPr lang="tr-TR" altLang="zh-CN" smtClean="0"/>
          </a:p>
        </p:txBody>
      </p:sp>
      <p:pic>
        <p:nvPicPr>
          <p:cNvPr id="1024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590800"/>
            <a:ext cx="3370263"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9A0A7C46-27DE-4F94-B315-35F3B570F900}" type="slidenum">
              <a:rPr lang="tr-TR" altLang="en-US">
                <a:solidFill>
                  <a:srgbClr val="6D7D84"/>
                </a:solidFill>
                <a:latin typeface="Century Gothic" panose="020B0502020202020204" pitchFamily="34" charset="0"/>
                <a:sym typeface="Century Gothic" panose="020B0502020202020204" pitchFamily="34" charset="0"/>
              </a:rPr>
              <a:pPr/>
              <a:t>2</a:t>
            </a:fld>
            <a:endParaRPr lang="en-US" altLang="en-US" sz="1800"/>
          </a:p>
        </p:txBody>
      </p:sp>
      <p:sp>
        <p:nvSpPr>
          <p:cNvPr id="11268" name="Rectangle 3"/>
          <p:cNvSpPr>
            <a:spLocks noGrp="1" noChangeArrowheads="1"/>
          </p:cNvSpPr>
          <p:nvPr>
            <p:ph type="body" idx="4294967295"/>
          </p:nvPr>
        </p:nvSpPr>
        <p:spPr>
          <a:xfrm>
            <a:off x="685800" y="1295400"/>
            <a:ext cx="7848600" cy="4840288"/>
          </a:xfrm>
        </p:spPr>
        <p:txBody>
          <a:bodyPr lIns="182562" tIns="46038" rIns="182562" bIns="46038"/>
          <a:lstStyle/>
          <a:p>
            <a:pPr eaLnBrk="1" hangingPunct="1"/>
            <a:r>
              <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rPr>
              <a:t>List the two major components of system software.</a:t>
            </a:r>
          </a:p>
          <a:p>
            <a:pPr eaLnBrk="1" hangingPunct="1"/>
            <a:r>
              <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rPr>
              <a:t>List the five basic functions of an operating system.</a:t>
            </a:r>
          </a:p>
          <a:p>
            <a:pPr eaLnBrk="1" hangingPunct="1"/>
            <a:r>
              <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rPr>
              <a:t>Explain why a computer needs an operating system.</a:t>
            </a:r>
          </a:p>
          <a:p>
            <a:pPr eaLnBrk="1" hangingPunct="1"/>
            <a:r>
              <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rPr>
              <a:t>Explain what happens when you turn on a computer.</a:t>
            </a:r>
            <a:endParaRPr lang="tr-TR" altLang="zh-CN" smtClean="0"/>
          </a:p>
        </p:txBody>
      </p:sp>
      <p:sp>
        <p:nvSpPr>
          <p:cNvPr id="11269" name="Title 1"/>
          <p:cNvSpPr>
            <a:spLocks noGrp="1" noChangeArrowheads="1"/>
          </p:cNvSpPr>
          <p:nvPr>
            <p:ph type="title" idx="4294967295"/>
          </p:nvPr>
        </p:nvSpPr>
        <p:spPr>
          <a:xfrm>
            <a:off x="0" y="0"/>
            <a:ext cx="9144000" cy="1143000"/>
          </a:xfrm>
        </p:spPr>
        <p:txBody>
          <a:bodyPr/>
          <a:lstStyle/>
          <a:p>
            <a:pPr eaLnBrk="1" hangingPunct="1"/>
            <a:r>
              <a:rPr lang="tr-TR" altLang="zh-CN" smtClean="0"/>
              <a:t>Objectives </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D6073E56-6958-418D-A71F-C40F410DAC40}" type="slidenum">
              <a:rPr lang="tr-TR" altLang="en-US">
                <a:solidFill>
                  <a:srgbClr val="6D7D84"/>
                </a:solidFill>
                <a:latin typeface="Century Gothic" panose="020B0502020202020204" pitchFamily="34" charset="0"/>
                <a:sym typeface="Century Gothic" panose="020B0502020202020204" pitchFamily="34" charset="0"/>
              </a:rPr>
              <a:pPr/>
              <a:t>3</a:t>
            </a:fld>
            <a:endParaRPr lang="en-US" altLang="en-US" sz="1800"/>
          </a:p>
        </p:txBody>
      </p:sp>
      <p:sp>
        <p:nvSpPr>
          <p:cNvPr id="12292" name="Title 1"/>
          <p:cNvSpPr>
            <a:spLocks noGrp="1" noChangeArrowheads="1"/>
          </p:cNvSpPr>
          <p:nvPr>
            <p:ph type="title" idx="4294967295"/>
          </p:nvPr>
        </p:nvSpPr>
        <p:spPr>
          <a:xfrm>
            <a:off x="0" y="0"/>
            <a:ext cx="9144000" cy="1143000"/>
          </a:xfrm>
        </p:spPr>
        <p:txBody>
          <a:bodyPr/>
          <a:lstStyle/>
          <a:p>
            <a:pPr eaLnBrk="1" hangingPunct="1"/>
            <a:r>
              <a:rPr lang="tr-TR" altLang="zh-CN" smtClean="0"/>
              <a:t>Objectives </a:t>
            </a:r>
          </a:p>
        </p:txBody>
      </p:sp>
      <p:sp>
        <p:nvSpPr>
          <p:cNvPr id="12293" name="Content Placeholder 2"/>
          <p:cNvSpPr>
            <a:spLocks noGrp="1" noChangeArrowheads="1"/>
          </p:cNvSpPr>
          <p:nvPr>
            <p:ph idx="4294967295"/>
          </p:nvPr>
        </p:nvSpPr>
        <p:spPr>
          <a:xfrm>
            <a:off x="762000" y="1524000"/>
            <a:ext cx="7772400" cy="4343400"/>
          </a:xfrm>
        </p:spPr>
        <p:txBody>
          <a:bodyPr/>
          <a:lstStyle/>
          <a:p>
            <a:pPr eaLnBrk="1" hangingPunct="1"/>
            <a:r>
              <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rPr>
              <a:t>List the three major types of user interfaces.</a:t>
            </a:r>
          </a:p>
          <a:p>
            <a:pPr eaLnBrk="1" hangingPunct="1"/>
            <a:r>
              <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rPr>
              <a:t>Discuss the strengths and weaknesses of the most popular operating systems.</a:t>
            </a:r>
          </a:p>
          <a:p>
            <a:pPr eaLnBrk="1" hangingPunct="1"/>
            <a:r>
              <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rPr>
              <a:t>List the system utilities that are considered essential.</a:t>
            </a:r>
            <a:endParaRPr lang="tr-TR" altLang="zh-CN" smtClean="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BB939C99-33F1-4335-B881-88A40A4ED041}" type="slidenum">
              <a:rPr lang="tr-TR" altLang="en-US">
                <a:solidFill>
                  <a:srgbClr val="6D7D84"/>
                </a:solidFill>
                <a:latin typeface="Century Gothic" panose="020B0502020202020204" pitchFamily="34" charset="0"/>
                <a:sym typeface="Century Gothic" panose="020B0502020202020204" pitchFamily="34" charset="0"/>
              </a:rPr>
              <a:pPr/>
              <a:t>4</a:t>
            </a:fld>
            <a:endParaRPr lang="en-US" altLang="en-US" sz="1800"/>
          </a:p>
        </p:txBody>
      </p:sp>
      <p:sp>
        <p:nvSpPr>
          <p:cNvPr id="13316" name="Title 1"/>
          <p:cNvSpPr>
            <a:spLocks noGrp="1" noChangeArrowheads="1"/>
          </p:cNvSpPr>
          <p:nvPr>
            <p:ph type="title" idx="4294967295"/>
          </p:nvPr>
        </p:nvSpPr>
        <p:spPr>
          <a:xfrm>
            <a:off x="0" y="0"/>
            <a:ext cx="9144000" cy="1219200"/>
          </a:xfrm>
        </p:spPr>
        <p:txBody>
          <a:bodyPr/>
          <a:lstStyle/>
          <a:p>
            <a:pPr eaLnBrk="1" hangingPunct="1"/>
            <a:r>
              <a:rPr lang="tr-TR" altLang="zh-CN" smtClean="0"/>
              <a:t>Objectives </a:t>
            </a:r>
          </a:p>
        </p:txBody>
      </p:sp>
      <p:sp>
        <p:nvSpPr>
          <p:cNvPr id="13317" name="Content Placeholder 2"/>
          <p:cNvSpPr>
            <a:spLocks noGrp="1" noChangeArrowheads="1"/>
          </p:cNvSpPr>
          <p:nvPr>
            <p:ph idx="4294967295"/>
          </p:nvPr>
        </p:nvSpPr>
        <p:spPr>
          <a:xfrm>
            <a:off x="762000" y="1524000"/>
            <a:ext cx="7772400" cy="4495800"/>
          </a:xfrm>
        </p:spPr>
        <p:txBody>
          <a:bodyPr/>
          <a:lstStyle/>
          <a:p>
            <a:pPr eaLnBrk="1" hangingPunct="1"/>
            <a:r>
              <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rPr>
              <a:t>Discuss data backup procedures.</a:t>
            </a:r>
          </a:p>
          <a:p>
            <a:pPr eaLnBrk="1" hangingPunct="1"/>
            <a:r>
              <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rPr>
              <a:t>Understand troubleshooting techniques and determine probable solutions to any operating system problems you may encounter.</a:t>
            </a:r>
            <a:endParaRPr lang="tr-TR" altLang="zh-CN" smtClean="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90674E49-9BCD-437F-98D7-2E8B4363053E}" type="slidenum">
              <a:rPr lang="tr-TR" altLang="en-US">
                <a:solidFill>
                  <a:srgbClr val="6D7D84"/>
                </a:solidFill>
                <a:latin typeface="Century Gothic" panose="020B0502020202020204" pitchFamily="34" charset="0"/>
                <a:sym typeface="Century Gothic" panose="020B0502020202020204" pitchFamily="34" charset="0"/>
              </a:rPr>
              <a:pPr/>
              <a:t>5</a:t>
            </a:fld>
            <a:endParaRPr lang="en-US" altLang="en-US" sz="1800"/>
          </a:p>
        </p:txBody>
      </p:sp>
      <p:sp>
        <p:nvSpPr>
          <p:cNvPr id="14340" name="Rectangle 2"/>
          <p:cNvSpPr>
            <a:spLocks noGrp="1" noChangeArrowheads="1"/>
          </p:cNvSpPr>
          <p:nvPr>
            <p:ph type="title" idx="4294967295"/>
          </p:nvPr>
        </p:nvSpPr>
        <p:spPr>
          <a:xfrm>
            <a:off x="0" y="0"/>
            <a:ext cx="9144000" cy="1143000"/>
          </a:xfrm>
        </p:spPr>
        <p:txBody>
          <a:bodyPr lIns="92075" tIns="46038" rIns="92075" bIns="46038"/>
          <a:lstStyle/>
          <a:p>
            <a:pPr eaLnBrk="1" hangingPunct="1"/>
            <a:r>
              <a:rPr lang="tr-TR" altLang="zh-CN" smtClean="0"/>
              <a:t>System Software</a:t>
            </a:r>
          </a:p>
        </p:txBody>
      </p:sp>
      <p:sp>
        <p:nvSpPr>
          <p:cNvPr id="14341" name="Rectangle 3"/>
          <p:cNvSpPr>
            <a:spLocks noGrp="1" noChangeArrowheads="1"/>
          </p:cNvSpPr>
          <p:nvPr>
            <p:ph type="body" idx="4294967295"/>
          </p:nvPr>
        </p:nvSpPr>
        <p:spPr>
          <a:xfrm>
            <a:off x="685800" y="1371600"/>
            <a:ext cx="7772400" cy="4648200"/>
          </a:xfrm>
        </p:spPr>
        <p:txBody>
          <a:bodyPr lIns="182562" tIns="46038" rIns="182562" bIns="46038"/>
          <a:lstStyle/>
          <a:p>
            <a:pPr eaLnBrk="1" hangingPunct="1"/>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System software</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Consists of all the programs that enable the computer and its peripheral devices to function smoothly</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Divided into </a:t>
            </a: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two main categories</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a:t>
            </a:r>
          </a:p>
          <a:p>
            <a:pPr lvl="2" eaLnBrk="1" hangingPunct="1"/>
            <a:r>
              <a:rPr lang="tr-TR" altLang="zh-CN" smtClean="0">
                <a:solidFill>
                  <a:srgbClr val="FF0000"/>
                </a:solidFill>
                <a:latin typeface="Tahoma" panose="020B0604030504040204" pitchFamily="34" charset="0"/>
                <a:cs typeface="Tahoma" panose="020B0604030504040204" pitchFamily="34" charset="0"/>
                <a:sym typeface="Tahoma" panose="020B0604030504040204" pitchFamily="34" charset="0"/>
              </a:rPr>
              <a:t>The operating system</a:t>
            </a:r>
          </a:p>
          <a:p>
            <a:pPr lvl="2" eaLnBrk="1" hangingPunct="1"/>
            <a:r>
              <a:rPr lang="tr-TR" altLang="zh-CN" smtClean="0">
                <a:solidFill>
                  <a:srgbClr val="FF0000"/>
                </a:solidFill>
                <a:latin typeface="Tahoma" panose="020B0604030504040204" pitchFamily="34" charset="0"/>
                <a:cs typeface="Tahoma" panose="020B0604030504040204" pitchFamily="34" charset="0"/>
                <a:sym typeface="Tahoma" panose="020B0604030504040204" pitchFamily="34" charset="0"/>
              </a:rPr>
              <a:t>System utilities (utility programs)</a:t>
            </a:r>
            <a:endParaRPr lang="tr-TR" altLang="zh-CN" smtClean="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endParaRPr lang="tr-TR" altLang="en-US" smtClean="0"/>
          </a:p>
        </p:txBody>
      </p:sp>
      <p:sp>
        <p:nvSpPr>
          <p:cNvPr id="3" name="Footer Placeholder 2"/>
          <p:cNvSpPr>
            <a:spLocks noGrp="1"/>
          </p:cNvSpPr>
          <p:nvPr>
            <p:ph type="ftr" sz="quarter" idx="11"/>
          </p:nvPr>
        </p:nvSpPr>
        <p:spPr/>
        <p:txBody>
          <a:bodyPr/>
          <a:lstStyle/>
          <a:p>
            <a:pPr>
              <a:defRPr/>
            </a:pPr>
            <a:r>
              <a:rPr lang="tr-TR" altLang="en-US" smtClean="0"/>
              <a:t>Copyright © 2012 Pearson Education, Inc. Publishing as Prentice Hall</a:t>
            </a:r>
            <a:endParaRPr lang="en-US" sz="1800">
              <a:solidFill>
                <a:schemeClr val="tx1"/>
              </a:solidFill>
              <a:latin typeface="Arial" pitchFamily="34" charset="0"/>
              <a:sym typeface="Arial" pitchFamily="34" charset="0"/>
            </a:endParaRPr>
          </a:p>
        </p:txBody>
      </p:sp>
      <p:sp>
        <p:nvSpPr>
          <p:cNvPr id="15364" name="Rectangle 3"/>
          <p:cNvSpPr>
            <a:spLocks noChangeArrowheads="1"/>
          </p:cNvSpPr>
          <p:nvPr/>
        </p:nvSpPr>
        <p:spPr bwMode="auto">
          <a:xfrm>
            <a:off x="660400" y="3105150"/>
            <a:ext cx="79629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r>
              <a:rPr lang="tr-TR" altLang="en-US" sz="2800">
                <a:hlinkClick r:id="rId2"/>
              </a:rPr>
              <a:t>http://www.youtube.com/watch?v=pTdSs8kQqSA</a:t>
            </a:r>
            <a:endParaRPr lang="tr-TR" altLang="en-US" sz="2800"/>
          </a:p>
          <a:p>
            <a:endParaRPr lang="tr-TR" alt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055C0A35-83EB-4BC5-A066-E218515CCB56}" type="slidenum">
              <a:rPr lang="tr-TR" altLang="en-US">
                <a:solidFill>
                  <a:srgbClr val="6D7D84"/>
                </a:solidFill>
                <a:latin typeface="Century Gothic" panose="020B0502020202020204" pitchFamily="34" charset="0"/>
                <a:sym typeface="Century Gothic" panose="020B0502020202020204" pitchFamily="34" charset="0"/>
              </a:rPr>
              <a:pPr/>
              <a:t>7</a:t>
            </a:fld>
            <a:endParaRPr lang="en-US" altLang="en-US" sz="1800"/>
          </a:p>
        </p:txBody>
      </p:sp>
      <p:sp>
        <p:nvSpPr>
          <p:cNvPr id="16388" name="Content Placeholder 10"/>
          <p:cNvSpPr>
            <a:spLocks noGrp="1" noChangeArrowheads="1"/>
          </p:cNvSpPr>
          <p:nvPr>
            <p:ph sz="half" idx="4294967295"/>
          </p:nvPr>
        </p:nvSpPr>
        <p:spPr>
          <a:xfrm>
            <a:off x="76200" y="1905000"/>
            <a:ext cx="5105400" cy="4114800"/>
          </a:xfrm>
        </p:spPr>
        <p:txBody>
          <a:bodyPr/>
          <a:lstStyle/>
          <a:p>
            <a:pPr eaLnBrk="1" hangingPunct="1"/>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Five basic functions</a:t>
            </a:r>
          </a:p>
          <a:p>
            <a:pPr lvl="1"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Starts the computer</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Manages </a:t>
            </a: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applications</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Manages </a:t>
            </a: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memory</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Handles </a:t>
            </a: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input and output device messages</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Provides </a:t>
            </a: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a user interface </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for communication</a:t>
            </a:r>
            <a:endParaRPr lang="tr-TR" altLang="zh-CN" smtClean="0"/>
          </a:p>
        </p:txBody>
      </p:sp>
      <p:sp>
        <p:nvSpPr>
          <p:cNvPr id="16389" name="Rectangle 2"/>
          <p:cNvSpPr>
            <a:spLocks noGrp="1" noChangeArrowheads="1"/>
          </p:cNvSpPr>
          <p:nvPr>
            <p:ph type="title" idx="4294967295"/>
          </p:nvPr>
        </p:nvSpPr>
        <p:spPr>
          <a:xfrm>
            <a:off x="0" y="0"/>
            <a:ext cx="9144000" cy="1143000"/>
          </a:xfrm>
        </p:spPr>
        <p:txBody>
          <a:bodyPr lIns="92075" tIns="46038" rIns="92075" bIns="46038"/>
          <a:lstStyle/>
          <a:p>
            <a:pPr eaLnBrk="1" hangingPunct="1"/>
            <a:r>
              <a:rPr lang="tr-TR" altLang="zh-CN" smtClean="0"/>
              <a:t>The Operating System</a:t>
            </a:r>
          </a:p>
        </p:txBody>
      </p:sp>
      <p:pic>
        <p:nvPicPr>
          <p:cNvPr id="16390" name="Picture 6" descr="04-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905000"/>
            <a:ext cx="3886200" cy="374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endParaRPr lang="tr-TR" altLang="en-US" smtClean="0"/>
          </a:p>
        </p:txBody>
      </p:sp>
      <p:sp>
        <p:nvSpPr>
          <p:cNvPr id="3" name="Footer Placeholder 2"/>
          <p:cNvSpPr>
            <a:spLocks noGrp="1"/>
          </p:cNvSpPr>
          <p:nvPr>
            <p:ph type="ftr" sz="quarter" idx="11"/>
          </p:nvPr>
        </p:nvSpPr>
        <p:spPr/>
        <p:txBody>
          <a:bodyPr/>
          <a:lstStyle/>
          <a:p>
            <a:pPr>
              <a:defRPr/>
            </a:pPr>
            <a:r>
              <a:rPr lang="tr-TR" altLang="en-US" smtClean="0"/>
              <a:t>Copyright © 2012 Pearson Education, Inc. Publishing as Prentice Hall</a:t>
            </a:r>
            <a:endParaRPr lang="en-US" sz="1800">
              <a:solidFill>
                <a:schemeClr val="tx1"/>
              </a:solidFill>
              <a:latin typeface="Arial" pitchFamily="34" charset="0"/>
              <a:sym typeface="Arial" pitchFamily="34" charset="0"/>
            </a:endParaRPr>
          </a:p>
        </p:txBody>
      </p:sp>
      <p:sp>
        <p:nvSpPr>
          <p:cNvPr id="17412" name="Rectangle 3"/>
          <p:cNvSpPr>
            <a:spLocks noChangeArrowheads="1"/>
          </p:cNvSpPr>
          <p:nvPr/>
        </p:nvSpPr>
        <p:spPr bwMode="auto">
          <a:xfrm>
            <a:off x="590550" y="3105150"/>
            <a:ext cx="83121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r>
              <a:rPr lang="tr-TR" altLang="en-US" sz="2800">
                <a:hlinkClick r:id="rId2"/>
              </a:rPr>
              <a:t>http://www.youtube.com/watch?v=5AjReRMoG3Y</a:t>
            </a:r>
            <a:endParaRPr lang="tr-TR" altLang="en-US" sz="2800"/>
          </a:p>
          <a:p>
            <a:endParaRPr lang="tr-TR"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A7F47B44-5194-4566-89F5-6DA0AE77467D}" type="slidenum">
              <a:rPr lang="tr-TR" altLang="en-US">
                <a:solidFill>
                  <a:srgbClr val="6D7D84"/>
                </a:solidFill>
                <a:latin typeface="Century Gothic" panose="020B0502020202020204" pitchFamily="34" charset="0"/>
                <a:sym typeface="Century Gothic" panose="020B0502020202020204" pitchFamily="34" charset="0"/>
              </a:rPr>
              <a:pPr/>
              <a:t>9</a:t>
            </a:fld>
            <a:endParaRPr lang="en-US" altLang="en-US" sz="1800"/>
          </a:p>
        </p:txBody>
      </p:sp>
      <p:sp>
        <p:nvSpPr>
          <p:cNvPr id="18436" name="Rectangle 2"/>
          <p:cNvSpPr>
            <a:spLocks noGrp="1" noChangeArrowheads="1"/>
          </p:cNvSpPr>
          <p:nvPr>
            <p:ph type="title" idx="4294967295"/>
          </p:nvPr>
        </p:nvSpPr>
        <p:spPr>
          <a:xfrm>
            <a:off x="0" y="0"/>
            <a:ext cx="9144000" cy="1219200"/>
          </a:xfrm>
        </p:spPr>
        <p:txBody>
          <a:bodyPr lIns="92075" tIns="46038" rIns="92075" bIns="46038"/>
          <a:lstStyle/>
          <a:p>
            <a:pPr eaLnBrk="1" hangingPunct="1"/>
            <a:r>
              <a:rPr lang="tr-TR" altLang="zh-CN" smtClean="0"/>
              <a:t>The Operating System</a:t>
            </a:r>
          </a:p>
        </p:txBody>
      </p:sp>
      <p:sp>
        <p:nvSpPr>
          <p:cNvPr id="18437" name="Rectangle 3"/>
          <p:cNvSpPr>
            <a:spLocks noGrp="1" noChangeArrowheads="1"/>
          </p:cNvSpPr>
          <p:nvPr>
            <p:ph sz="half" idx="4294967295"/>
          </p:nvPr>
        </p:nvSpPr>
        <p:spPr>
          <a:xfrm>
            <a:off x="685800" y="1600200"/>
            <a:ext cx="7162800" cy="4687888"/>
          </a:xfrm>
        </p:spPr>
        <p:txBody>
          <a:bodyPr lIns="182562" tIns="46038" rIns="182562" bIns="46038"/>
          <a:lstStyle/>
          <a:p>
            <a:pPr eaLnBrk="1" hangingPunct="1">
              <a:spcBef>
                <a:spcPct val="0"/>
              </a:spcBef>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Operating system (OS)</a:t>
            </a:r>
          </a:p>
          <a:p>
            <a:pPr lvl="1"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Set of programs that coordinates:</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Interactions of hardware components to each other</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Interaction between application software and computer hardware</a:t>
            </a:r>
          </a:p>
          <a:p>
            <a:pPr lvl="1" eaLnBrk="1" hangingPunct="1">
              <a:spcBef>
                <a:spcPct val="0"/>
              </a:spcBef>
            </a:pPr>
            <a:endPar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3FB1878F-5023-4B08-A4D5-6F202C41EA20}" type="slidenum">
              <a:rPr lang="tr-TR" altLang="en-US">
                <a:solidFill>
                  <a:srgbClr val="6D7D84"/>
                </a:solidFill>
                <a:latin typeface="Century Gothic" panose="020B0502020202020204" pitchFamily="34" charset="0"/>
                <a:sym typeface="Century Gothic" panose="020B0502020202020204" pitchFamily="34" charset="0"/>
              </a:rPr>
              <a:pPr/>
              <a:t>10</a:t>
            </a:fld>
            <a:endParaRPr lang="en-US" altLang="en-US" sz="1800"/>
          </a:p>
        </p:txBody>
      </p:sp>
      <p:sp>
        <p:nvSpPr>
          <p:cNvPr id="19460" name="Rectangle 2"/>
          <p:cNvSpPr>
            <a:spLocks noGrp="1" noChangeArrowheads="1"/>
          </p:cNvSpPr>
          <p:nvPr>
            <p:ph type="title" idx="4294967295"/>
          </p:nvPr>
        </p:nvSpPr>
        <p:spPr>
          <a:xfrm>
            <a:off x="0" y="0"/>
            <a:ext cx="9144000" cy="1219200"/>
          </a:xfrm>
        </p:spPr>
        <p:txBody>
          <a:bodyPr lIns="92075" tIns="46038" rIns="92075" bIns="46038"/>
          <a:lstStyle/>
          <a:p>
            <a:pPr marL="0" indent="0" eaLnBrk="1" hangingPunct="1"/>
            <a:r>
              <a:rPr lang="tr-TR" altLang="zh-CN" smtClean="0"/>
              <a:t>The Operating System</a:t>
            </a:r>
          </a:p>
        </p:txBody>
      </p:sp>
      <p:sp>
        <p:nvSpPr>
          <p:cNvPr id="19461" name="Rectangle 3"/>
          <p:cNvSpPr>
            <a:spLocks noGrp="1" noChangeArrowheads="1"/>
          </p:cNvSpPr>
          <p:nvPr>
            <p:ph sz="half" idx="4294967295"/>
          </p:nvPr>
        </p:nvSpPr>
        <p:spPr>
          <a:xfrm>
            <a:off x="685800" y="1600200"/>
            <a:ext cx="7162800" cy="4687888"/>
          </a:xfrm>
        </p:spPr>
        <p:txBody>
          <a:bodyPr lIns="182562" tIns="46038" rIns="182562" bIns="46038"/>
          <a:lstStyle/>
          <a:p>
            <a:pPr lvl="1" eaLnBrk="1" hangingPunct="1">
              <a:spcBef>
                <a:spcPct val="0"/>
              </a:spcBef>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Kernel</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Core programs for running a computer</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Kernel allows other parts of the OS to run</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You don't see or run the kernel, it runs in the background automatically</a:t>
            </a:r>
            <a:endParaRPr lang="tr-TR" altLang="zh-CN" sz="36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eaLnBrk="1" hangingPunct="1">
              <a:spcBef>
                <a:spcPct val="0"/>
              </a:spcBef>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Shell</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The graphical parts and executable programs of the OS</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It paints the user interface</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The shell depends on the kernel to run</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9B825E77-DCBF-4AD4-8C4F-DAD990E88E34}" type="slidenum">
              <a:rPr lang="tr-TR" altLang="en-US">
                <a:solidFill>
                  <a:srgbClr val="6D7D84"/>
                </a:solidFill>
                <a:latin typeface="Century Gothic" panose="020B0502020202020204" pitchFamily="34" charset="0"/>
                <a:sym typeface="Century Gothic" panose="020B0502020202020204" pitchFamily="34" charset="0"/>
              </a:rPr>
              <a:pPr/>
              <a:t>11</a:t>
            </a:fld>
            <a:endParaRPr lang="en-US" altLang="en-US" sz="1800"/>
          </a:p>
        </p:txBody>
      </p:sp>
      <p:pic>
        <p:nvPicPr>
          <p:cNvPr id="20484" name="Content Placeholder 9" descr="FG04_002_0135045118.jpg"/>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2628900" y="1905000"/>
            <a:ext cx="3884613" cy="3956050"/>
          </a:xfrm>
        </p:spPr>
      </p:pic>
      <p:sp>
        <p:nvSpPr>
          <p:cNvPr id="20485" name="Rectangle 2"/>
          <p:cNvSpPr>
            <a:spLocks noGrp="1" noChangeArrowheads="1"/>
          </p:cNvSpPr>
          <p:nvPr>
            <p:ph type="title" idx="4294967295"/>
          </p:nvPr>
        </p:nvSpPr>
        <p:spPr>
          <a:xfrm>
            <a:off x="0" y="0"/>
            <a:ext cx="9144000" cy="1143000"/>
          </a:xfrm>
        </p:spPr>
        <p:txBody>
          <a:bodyPr lIns="92075" tIns="46038" rIns="92075" bIns="46038"/>
          <a:lstStyle/>
          <a:p>
            <a:pPr eaLnBrk="1" hangingPunct="1"/>
            <a:r>
              <a:rPr lang="tr-TR" altLang="zh-CN" smtClean="0"/>
              <a:t>The Operating System</a:t>
            </a:r>
          </a:p>
        </p:txBody>
      </p:sp>
      <p:sp>
        <p:nvSpPr>
          <p:cNvPr id="20486" name="TextBox 3"/>
          <p:cNvSpPr>
            <a:spLocks noChangeArrowheads="1"/>
          </p:cNvSpPr>
          <p:nvPr/>
        </p:nvSpPr>
        <p:spPr bwMode="auto">
          <a:xfrm>
            <a:off x="2101850" y="1371600"/>
            <a:ext cx="4940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r>
              <a:rPr lang="en-US" altLang="tr-TR">
                <a:solidFill>
                  <a:srgbClr val="000000"/>
                </a:solidFill>
                <a:latin typeface="Tahoma" panose="020B0604030504040204" pitchFamily="34" charset="0"/>
                <a:cs typeface="Tahoma" panose="020B0604030504040204" pitchFamily="34" charset="0"/>
                <a:sym typeface="Tahoma" panose="020B0604030504040204" pitchFamily="34" charset="0"/>
              </a:rPr>
              <a:t>The Six Steps of Booting a System</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5E39708F-DBA9-4FD4-A64B-CD575576E936}" type="slidenum">
              <a:rPr lang="tr-TR" altLang="en-US">
                <a:solidFill>
                  <a:srgbClr val="6D7D84"/>
                </a:solidFill>
                <a:latin typeface="Century Gothic" panose="020B0502020202020204" pitchFamily="34" charset="0"/>
                <a:sym typeface="Century Gothic" panose="020B0502020202020204" pitchFamily="34" charset="0"/>
              </a:rPr>
              <a:pPr/>
              <a:t>12</a:t>
            </a:fld>
            <a:endParaRPr lang="en-US" altLang="en-US" sz="1800"/>
          </a:p>
        </p:txBody>
      </p:sp>
      <p:sp>
        <p:nvSpPr>
          <p:cNvPr id="21508" name="Title 1"/>
          <p:cNvSpPr>
            <a:spLocks noGrp="1" noChangeArrowheads="1"/>
          </p:cNvSpPr>
          <p:nvPr>
            <p:ph type="title" idx="4294967295"/>
          </p:nvPr>
        </p:nvSpPr>
        <p:spPr/>
        <p:txBody>
          <a:bodyPr/>
          <a:lstStyle/>
          <a:p>
            <a:pPr eaLnBrk="1" hangingPunct="1"/>
            <a:r>
              <a:rPr lang="tr-TR" altLang="zh-CN" smtClean="0"/>
              <a:t>Operating Systems</a:t>
            </a:r>
          </a:p>
        </p:txBody>
      </p:sp>
      <p:sp>
        <p:nvSpPr>
          <p:cNvPr id="21509" name="Content Placeholder 2"/>
          <p:cNvSpPr>
            <a:spLocks noGrp="1" noChangeArrowheads="1"/>
          </p:cNvSpPr>
          <p:nvPr>
            <p:ph idx="4294967295"/>
          </p:nvPr>
        </p:nvSpPr>
        <p:spPr/>
        <p:txBody>
          <a:bodyPr/>
          <a:lstStyle/>
          <a:p>
            <a:pPr eaLnBrk="1" hangingPunct="1"/>
            <a:r>
              <a:rPr lang="tr-TR" altLang="zh-CN" smtClean="0">
                <a:solidFill>
                  <a:schemeClr val="tx1"/>
                </a:solidFill>
              </a:rPr>
              <a:t>For computers</a:t>
            </a:r>
          </a:p>
          <a:p>
            <a:pPr lvl="1" eaLnBrk="1" hangingPunct="1"/>
            <a:r>
              <a:rPr lang="tr-TR" altLang="zh-CN" smtClean="0">
                <a:solidFill>
                  <a:schemeClr val="tx1"/>
                </a:solidFill>
              </a:rPr>
              <a:t>Microsoft Windows</a:t>
            </a:r>
          </a:p>
          <a:p>
            <a:pPr lvl="2" eaLnBrk="1" hangingPunct="1"/>
            <a:r>
              <a:rPr lang="tr-TR" altLang="zh-CN" smtClean="0">
                <a:solidFill>
                  <a:schemeClr val="tx1"/>
                </a:solidFill>
              </a:rPr>
              <a:t>Windows 8 is the latest version</a:t>
            </a:r>
          </a:p>
          <a:p>
            <a:pPr lvl="1" eaLnBrk="1" hangingPunct="1"/>
            <a:r>
              <a:rPr lang="tr-TR" altLang="zh-CN" smtClean="0">
                <a:solidFill>
                  <a:schemeClr val="tx1"/>
                </a:solidFill>
              </a:rPr>
              <a:t>MAC OS</a:t>
            </a:r>
          </a:p>
          <a:p>
            <a:pPr lvl="2" eaLnBrk="1" hangingPunct="1"/>
            <a:r>
              <a:rPr lang="tr-TR" altLang="zh-CN" smtClean="0">
                <a:solidFill>
                  <a:schemeClr val="tx1"/>
                </a:solidFill>
              </a:rPr>
              <a:t>OS X</a:t>
            </a:r>
          </a:p>
          <a:p>
            <a:pPr lvl="1" eaLnBrk="1" hangingPunct="1"/>
            <a:r>
              <a:rPr lang="tr-TR" altLang="zh-CN" smtClean="0">
                <a:solidFill>
                  <a:schemeClr val="tx1"/>
                </a:solidFill>
              </a:rPr>
              <a:t>Linux</a:t>
            </a:r>
          </a:p>
          <a:p>
            <a:pPr lvl="2" eaLnBrk="1" hangingPunct="1"/>
            <a:r>
              <a:rPr lang="tr-TR" altLang="zh-CN" smtClean="0">
                <a:solidFill>
                  <a:schemeClr val="tx1"/>
                </a:solidFill>
              </a:rPr>
              <a:t>Hundreds of distributions</a:t>
            </a:r>
          </a:p>
          <a:p>
            <a:pPr lvl="2" eaLnBrk="1" hangingPunct="1"/>
            <a:r>
              <a:rPr lang="tr-TR" altLang="zh-CN" smtClean="0">
                <a:solidFill>
                  <a:schemeClr val="tx1"/>
                </a:solidFill>
              </a:rPr>
              <a:t>UBUNTU, SUSE, Fedora, PARDUS</a:t>
            </a:r>
          </a:p>
          <a:p>
            <a:pPr eaLnBrk="1" hangingPunct="1"/>
            <a:r>
              <a:rPr lang="tr-TR" altLang="zh-CN" smtClean="0">
                <a:solidFill>
                  <a:schemeClr val="tx1"/>
                </a:solidFill>
              </a:rPr>
              <a:t>For portable devices</a:t>
            </a:r>
          </a:p>
          <a:p>
            <a:pPr lvl="1" eaLnBrk="1" hangingPunct="1"/>
            <a:r>
              <a:rPr lang="tr-TR" altLang="zh-CN" smtClean="0">
                <a:solidFill>
                  <a:schemeClr val="tx1"/>
                </a:solidFill>
              </a:rPr>
              <a:t>Apple IOS</a:t>
            </a:r>
          </a:p>
          <a:p>
            <a:pPr lvl="1" eaLnBrk="1" hangingPunct="1"/>
            <a:r>
              <a:rPr lang="tr-TR" altLang="zh-CN" smtClean="0">
                <a:solidFill>
                  <a:schemeClr val="tx1"/>
                </a:solidFill>
              </a:rPr>
              <a:t>Android</a:t>
            </a:r>
          </a:p>
          <a:p>
            <a:pPr lvl="1" eaLnBrk="1" hangingPunct="1"/>
            <a:r>
              <a:rPr lang="tr-TR" altLang="zh-CN" smtClean="0">
                <a:solidFill>
                  <a:schemeClr val="tx1"/>
                </a:solidFill>
              </a:rPr>
              <a:t>Windows Mobile</a:t>
            </a:r>
          </a:p>
          <a:p>
            <a:pPr lvl="1" eaLnBrk="1" hangingPunct="1"/>
            <a:r>
              <a:rPr lang="tr-TR" altLang="zh-CN" smtClean="0">
                <a:solidFill>
                  <a:schemeClr val="tx1"/>
                </a:solidFill>
              </a:rPr>
              <a:t>Symbian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11"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2D1D2B8F-BDD7-4CD7-9E3D-035F1C50562E}" type="slidenum">
              <a:rPr lang="tr-TR" altLang="en-US">
                <a:solidFill>
                  <a:srgbClr val="6D7D84"/>
                </a:solidFill>
                <a:latin typeface="Century Gothic" panose="020B0502020202020204" pitchFamily="34" charset="0"/>
                <a:sym typeface="Century Gothic" panose="020B0502020202020204" pitchFamily="34" charset="0"/>
              </a:rPr>
              <a:pPr/>
              <a:t>13</a:t>
            </a:fld>
            <a:endParaRPr lang="en-US" altLang="en-US" sz="1800"/>
          </a:p>
        </p:txBody>
      </p:sp>
      <p:sp>
        <p:nvSpPr>
          <p:cNvPr id="22532" name="Title 1"/>
          <p:cNvSpPr>
            <a:spLocks noGrp="1" noChangeArrowheads="1"/>
          </p:cNvSpPr>
          <p:nvPr>
            <p:ph type="title" idx="4294967295"/>
          </p:nvPr>
        </p:nvSpPr>
        <p:spPr/>
        <p:txBody>
          <a:bodyPr/>
          <a:lstStyle/>
          <a:p>
            <a:pPr eaLnBrk="1" hangingPunct="1"/>
            <a:r>
              <a:rPr lang="tr-TR" altLang="zh-CN" smtClean="0"/>
              <a:t>Windows 8</a:t>
            </a:r>
          </a:p>
        </p:txBody>
      </p:sp>
      <p:sp>
        <p:nvSpPr>
          <p:cNvPr id="22533" name="AutoShape 2" descr="data:image/jpeg;base64,/9j/4AAQSkZJRgABAQAAAQABAAD/2wCEAAkGBxISEhQUExMVFRQXGRYWGRcXFhcZHRscGBgXFxgXHBgYHCggHRwlHhQVIjEiJSkrLi4uGh8zODMsNygtLisBCgoKDg0OGxAQGywkICQsLC0vLCw0LSw3LCwsLCw0NCwsLCwsLCwsLCwsLCwsLCwsLCwsLCwsLCwsLCwsLCwsLP/AABEIAKgBLAMBEQACEQEDEQH/xAAcAAABBQEBAQAAAAAAAAAAAAAAAgMEBQYBBwj/xABJEAACAQIDAwYJCAkEAQUBAAABAhEAAwQSIQUxQQYTIlFh0RQyUlNxgZGSsgcWM0JyobHSIzRUYnOCk8HwFUOj4fEkdKLC0xf/xAAbAQEAAgMBAQAAAAAAAAAAAAAAAQQCAwUGB//EADsRAAIBAgIFCQYGAgMBAQAAAAABAgMRBCEFEjFBURMUUmFxgZGhsRUyMzTR8AYiQnLB4RZTI7LxQ2L/2gAMAwEAAhEDEQA/APHSa7psCaAJoAmgCaAJoAmgCaAJoAmgCaAJoAmgCaAJoAmgCaAJoAmgCaAJoAmgCaAJoAmgCaAfwFg3btu3MZ3RJ3xmYLMeuok7JshuyN3f+TLIzB8YqhePNEyZIgDP+6TVCWPUf0kR1pbCJsvkNZxDtbTHgXB9VrJExvgi4RPZvqI6QUv0mU4yidxXyeMgQ+Eg51DfRkRPDx6vYSTxMXJZWdjk47Siwk1GUb3zI/zGP7R/xn81W+bS4opf5FD/AFvxD5jH9o/4z+anNpcUP8ih/rfiHzGP7R/xn81ObS4of5FD/W/EPmMf2j/jP5qc2lxQ/wAih/rfiHzGP7R/xn81ObS4of5FD/W/EPmMf2j/AIz+anNpcUP8ih/rfiHzGP7R/wAZ/NTm0uKH+RQ/1vxHbfINiP1ge4fzVi8O1vMo6fg/0Px/oxRrSehOVICgJ3+nEWluNctpnDFEOcu4VihICIQBmVlGYrJU1hr52sY6wi/s28j5GtOHyh8uUk5SAQ2nCCPRRTi1e5N0IweBu3WVbaMxYhVgaEsSAJ3Dcd/UeqpcktouMuhUkEEEbwRBHqNSnckTUgKAKAKAKAKAKAKAKAKAKAKAKAKAKAKAKAKAKAm7E/WbH8W18a1hU9x9jMZbD0flnjb/AIfzVts3ODLZG4DMMzEngdd++AIrzk03J9RYpWUV1jWwuT7YeLmXnL2cLowMdNRIUR1nWOBnrqFmzOa1Yu5vNq2irYUDIT4Ov0m47wfXFeg0bbkJbdu7sPIaXT5zC1vde3tIcODKrh5XXog6yGWN/aT/ANDS/wDlazcszmWmneKhdcN+1W/n+lkgEsoATD9IE7iCNF4k7+kPYanJO7csjFa0opKMM19PPMiDZzeUmoJ8bqjju1Jrbyy4Mr80lxW/fwOHZzTGZJgnxuogf3/GnLK17Mjmk72uvET/AKe8AyuuX6w+tEafzCp5WN7Ec1nZPLd5/wDoxftFGKmJHUZ7d9ZxkpK6NNSDhLVYisjAkYfd661z2m6nsPFDXOPpBypAUBd7PxCiwy3bttky3ClorcNxLhByNbbJlUFlQsM+UrMjNEaZJ62SMGsy1Talo3GunE9IrhIDnFAAIhFwRaylrquqkdLL0iZMyNeo7Wtx4EWY1itvJ4VhWt3GFi1dZyFDKAGxl64TlgTNpk4btOEVMab1HdZ/0LMzOKnO0uLhnxxmIbt6YDe0VvjsM1sGqyJCgCgCgCgCgCgCgCgCgCgCgCgCgCgCgCgCgCgJeyWi/ZMTFy2Y6+mNKwqe4+xi2tkbDGbSu37N9zIv4Z0u22AiAScwgaZRDgdkV5tbm95cqx1JOC3DlnlBfu5ebXm9VJZMwJIG7sGpMcawk7HW0dQhUTnOzWyzNtfxr3Baa6ofKmSBI3a6wN+pr0eh7yoSztn/AAjwH4sp0qOMglG61b273sG+dtyP0GnVmfWurqzt73kjzHKUr/D82Fu4gBmzLbplgAIAnTeZBPro4yvlLIRqU0s4Xf8AQXLyEGLEEjfmbTtAiihJNfmEqlNp2p5vrZ17yGf0ET1F9PQP7UUJL9XoHUpv/wCfm/Q411OFjiDqzHcZiO3dRRlvkHUp7qfmxGIdWAC2ikTuJMz1yKmKaecrmNScJJKMLFhZOGOFKssXgGg5WktmlTI0y5dIMbq0SVZVrp/l/i31LcJYZ4VxkrTV9zu3fLPZa2WZX4dTG4763y2lOnsPEjXPPo5ypAUAUAUAUAUAUAUAUAUAUAUAUAUAUAUAUAUAUAUAUAUAUAUAUAUB2agBNAFAFAFAFAFAFAFAFAKWgEmgOVICgHbeGdhIRiOsKTUXRrlVhF2cku8V4Fd82/ut3UuiOXpdJeKO+BXfNv7rd1LocvS6S8UHgV3zb+63dS6HL0ukvFB4Dd82/uN3Uuhy9LpLxQeA3fNv7jd1Loc4pdJeKDwG75q57jd1LojnFLpLxR3wC75q57jd1Loc4pdNeKEvgroBJtuAN5KsB+FLolV6TdlJeKEjDv5De6amzNoeDP5De6e6lmDvgz+Q3unupZgPBbnkP7p7qWYDwW55D+6e6lmA8FueQ/unupZgPBbnkP7p7qWYDwS55t/dPdSzBxsO4iUYSYEqdT1DtpZkN2zYvwG75t/cbuqdWXBmHK0+kvEPAbvmrnuN3U1ZcGOWp9JeJ3wC95q57jd1NV8GOWp9JeIf6fe81c9xu6mq+A5an0l4jaYdyJCMR1gE1qlVpxdnJLvJdWEXZtCvA7nm39091Y8vS6S8UY8tT6S8UHgd3zb+6e6nOKXSXihy9LpLxR3wK75t/dbupzil014ocvS6S8UNXbTKYZSp3wQR+NZxnGavF37DOM4yV4u4iszIdt4a4wlUcjrCkj2gVi5xW1k2b2IX4Dd81c9xu6o5SHFDVlwfgxQ2deP+zd/pv3U5SHFDVfB+DOeAXvNXPcbuprx4oWfB+DE+B3fNv7jd1NePFDVfBnRgrvmrnuN3VOvHiLPgKXBXfN3PcbuqNZcSLPgRjWQOVICgNtyUTNatqTEsRPVLEVrbtdnmNIxUsU0+r0NL/o7cHXeB0tNTppvnpLdX+TtrXyqKrwj3Nff93Xcct7JYjRgSQpWM0EHXeRA0B031PKIhYVtbew5h8EHWQwmWkkwsLkEg79ecWpc7PM1xoKccnnn2ZW+o3icMbZgkHfungSp3gcQayjK5pq0nTdmNCsjUKFCBYoYkLbn6ve+w1GW9H/NQ7SswVhnACiSFn1CJP3z6JPCrqklFXPckk7Pujeh35d43zljfvnSp5SPEXHBsy95B9o7O3XeKjlYcRcYuWmUwwg9Xp1rNNPNEnBUgUKkkVQFvY2UjNbtG6wvXVRlGQFAbqhrSM+aZYMmoUgZhv1jQ6sknK2Sv25bXa27tzBm9pHpYf+Nb/vWyfvR7UacT8KXY/Q0K1fPMMl4HB3brZbSM54hQTHaY3D01qqVYU1ebS7RGEpu0VcsMXsO/ZAN0KhILBC65iBvIUHh1b+ytEMVTqO0M+uzsZzw84K8suq+ZBWt7NBjNhfQJ/N8TV810r81Lu9EWdI/MS7vRFvhbJdgoIG8kncAASSY1gAE6dVc9R1nYpRjrOxNxuzDbVXDBkIUzuPSmOjMxoDPaJg6VlUouKuthlVoOK1lmiItVyszLcrvpk/hj4nr1ugPl5fufpE9Job4D/c/RFHXcOsb7kiP/AEyel/iNcbGTSrNdh1MJBukmuL9TQYZspBg6dRqrrIs6jJyYm85kbhOmijqNStVIxaZHvX+oQOOtZKSe8nVsthGdLZ7KziYSsNXCOH3aVt5RJGrk2yMzNO6sHWu8mZKi1k0eZmu0ck5UgKA2/JOOatypYS3RG89I6CK1y3nmNI2527q+z0NELagvNq7GkRIiJLazEbjxrXdu2aK1km7xY4LYUgC3fHjSDroVIkab9V1pe+9EW1XlGX2hdmzb1/R3sw4bjB38OpWEcaNvihGMF+mQlLStobd2eETugAeN2g+2Km7W9GvVjLbF/faLGGTQc3dEEhjv+rMaD0H101nxQ5KDy1ZdfgdNhACebu6QTO6AQTqOz8am74oxdOCXuv7/AKC7hxl6Nu6Dpv3ds6UUs82jCdJNfli0ym28sYe8DvCtWb2GWAVsVBPiQNk5frKzDIPFbKRqvS/zrnhV131VY9wWFrCb/wBHfJBEQy6Dcs9sg7o9VYufWiBm5bz62luBdJzNOpkj1aH76zTt71iRBwV2CSjQJBO+IWfwqdeOy4GBWZIoUJO1INXh8TlxGHwwtqwKWrYvQedy3kBa5bedAvOPl0IULB41Scb05VL2zbtuy3Ndds+JG65itqiHsAGQL6CRx361Zl70e1GrE/Cl2P0L4GugeXZ6hgMI2E2es3VwzvlLOULZS2sEcXiBJ0G4V5ypUWIxT/Lrpbr2vb+N52IQdLD7dVvf2/yMYrH27mCupdxK4i4oYo4tMsHLopMROpE6aN66zhSnHExlCGqna6v1/fejXOpGVCSlPWednbq++4wi122cgxmwvoE/m+Jq+a6V+al3eiLOkfmJd3oj0bkhg8MuCv4u9Z51rbhAOcKCHCKRvj/cO+aww8YKk6klezNmFhTVGVWSu0/v1NnyJ2paxD3lTC2rItZQChViZzLqQojRRV3DVIzbSilY6GEqxqOSUUrHn/LxAuPxAUACU0Aga20J3dprk41WrS+9xw9IJLESt1eh5tyu+mT+GPievR6A+Xl+5+kTsaG+A/3P0RR13DrG45K7bsWcMqOxDAuY5stvYkaxFef0hRqSrtxXDf1HXwWJpU6WrJ557us0+ytqYfEdFLihvJZQpPoB3+qubUjUpZtP1L8MRRqZJ/wXHgl5d0x1aj7pqIYyIlSi9jGruGun/bX3f7k1tWLgYcg+PmQ22ddO639xrNYuBDoPiR7uyL3kN7nfWXO1wMeQXSGDsW95Le7/AN1HOYk8j1nlJr1J545UgKA2nJhythCCQQWggwfGPGtbVzy+k21iW11ehcnFXDoXYg/vGmquBz3Um97FDFXNOm2kx0jpOp49gpqrgRyk+LFpjLg3O4OmuYzpMa+s+2mquBHKzW9nRiX8turxj6f7mmquBjyk+LOriH8pte08dDU6qMeUnxYvwlyILtG6MxjXfTVXAh1Z2tdjhxdw73b3jUaq4B1qj/Uys25+r3vsNWTN2j/modpU4e4VUEGNAN8cN1Xoq6R7kfXFOTOdp68x/GanUXAk7bvuNzMPQSN1S4p7UBfhD69Ntd/SOvpqNVcAIFZAUKEnakFxZxihDbGIvohkZcxywetQYgzqPxnTQ4O+tqpsgzm1PHw8bufT+9Zy96PajTifhS7H6GgQ/wCGugzzJssLy0y84r2TetXHdylxl6Oclig6JDLJO8CuTPRt9VxlqySSut9t+3Jl1Y2101dN7Huvu2Zoi7Z5TG9bFm1aWxZ3lEjXWdYAAE6wBv41tw+CVOfKTk5S4s018U5x1IrVjwRSLVxlQxmwvoE/m+Jq+a6V+al3eiLOkfmJd3oja8muVIwtp7L4e3ftO2dlcxrA6wR9UHdvqvRxPJxcXG6Zjh8WqUHBxuma3YXLbZ1pmK4d7DPGYqAymJI3HtP1at0sZQi9lrl2jj8NFtqOrcxfKfaSYnFXbyBgrlYDQDoirrBPk1zcTUVSo5I5GLqxq1XOOxmB5XfTJ/DHxPXptAfLy/c/SJ3NDfAf7n6Io67h1iXYOi6HXjEjf2VzcS/+Q2R2EyxakkSJHAzPqka1XubIo0+weVmMw0Kr50GgS4Mw9APjAdgIqrVwlKbvbPqN8akltNcvLq4RratqfQT/APaqzwNt5ZjOHWMXuWlw7gnu1KwZnysVsKTH8ocU++9kXshf+6sww0FuNMq0+NjOXtpZmJZ7jnyixPxa1vUUskitKpd5tmZNdspnKkBQG15LIDZQE5RLawTGp4CtbPL6TSeKabts9C5xFpVIyvn/AJWEe2kW3tRz6iivddxsCpNQoChAoCpMRQFCBYFDEctKCQCYEiTEwOJijCs2rsi8pEUWcQFOZQr5WiJHAwd2lRnbMuYLVWMiou61shvkhj0sXQ7sVGSAQCTMoeGsEKRVmtTc6aS+8j2w/wArdpribyuhLAWwkkEbnc8QODCpw1N04NPj9CUUwFWCRQFAdAoBQFSSKigFAUBB2n42H/jW/wC9YS96PajRifhS7H6Gmw1lSOk4U9RVj65Aq5JyWxXPNpRe12H0w6afpRx+q3WAJ04gk+qsHKXR9CNWPSFtYQAkXAx00ysJ9oioUpN5x9DGSjbJiVFZMwMfybQG1bDNlHS6UEx0m4Cvm2lLPFyu+Hoi1j0niZXdtnoWt+yqxluB98wrCN2uo9PsrnSUVsdylNRWx3EKK1s0scArExZleV30yfwx8T163QHy8v3P0iek0N8B/ufoijruHWLfZKA5Qz82pOrQWgSdYGprmYn4jN0NhLxWDtAqyXg7ENuBBG4ag68THoqszYknmNPc65qLmTHrOIMRNNYIU2Ij6xqbktjFy6DvJPbNLmLsxjKlLmFkVJrtlc5UgKAfEhQZ06pjieE1y8TipwquMTTJ5j+zsNcvPAbojUkkiB7d9a1jKj4CKuXi8mbrZjaFy4qCWYGQNJjQ6nsBmsZ42ccrrwN0aDkrxRSPdVNGBkkRDMRlI8YajdppxneKxeKr8V4GlxLbkRh8PiMaLeIJWywIGa4UOaVAGYHeelpWXO6ts2rkxinlY3OH+TrD3EZ7dy4el0SX0gMJWBrukTM8Y4Vhz+pf/wALUsNHVVsmUmwOSts2ecxAzZXC3CmIVgmbOASLbniLen73YayeMq3fDs6vqVZRjbImco8Bs/BlXOAvXMNorXBirgbNpMKCQAJiWiTppoTksZJu1xyL1da2RTbbwGDuW7lzBrdNsJnEuzZRpOeSdx0PDt01ijjakqyh9DBZMscPyZwxVSUaSoP0j9Xpr0scPBpM8nV0zi4zlFNZN7lxHPmvhfIb+o/fU83gYe28XxXgg+a+F8hv6j99ObQHtvGcV4IPmvhfIb+o/fTm0B7bxnSXgg+a+F8hv6j99ObQHtvGcV4IPmxhfIb+o/fTm0B7bxnSXgg+bGF8hv6j99ObQHtvGdJeCD5sYXyG/qP305tAe28Z0l4Ip+U+xbNpLRRWBN1VPTY6EMeJ7K1VaUY2txO1oPHVsXiOTrO6y3W3oqxg0/e95u+p5KJ7r2bh+HmKGBT973276nkomXszDcPMUMAn73vt31PIxJ9l4bh5ihs9P3vfbvqeRgT7Kw3R82Q9m4VWtqTMmfrEcT1Gpo4anOClJZnh8TiqkKjStu3dRLGAT973m7628yo8Ctz2r1eCFDZ6fve83fTmVHgRz2r1eCFDZ1v973m76cyo8COfVerwRT7bsBHAWYyg6kniw4+iqlelGnK0eB1cBVlVpty4/wAIr60l00OyNnW3tKzAkmfrEcSOBrzukdIVqNdwg1bLccXG42rSquMXlkTRsez5J95u+qHtjE8V4Ip+08Rx8hY2LZ8k+83fWPtjFcV4Ih6TxHHyFjYljyT7zd9R7ZxXFeCMfamJ4+SK3aezraXUVQQCrE9Jt4I7a7+hsTPFQk6u5/weg0FUljJNVs/IbGAt9R95u+u5yMT1Hs6hwfixxNnW+o+83fU8jAezqHB+LM8arHAOVICgLrZGHW5kWVkSWmSQJ06MQeHZrXntJNxqt57jRPaPYzPdvi1aHjOEzAQGYmOGhA/tVeleNPWfabqMG7Lies7NsYrDYe5aWxbATLkUMMzljlLscxmdDrHVFannvOkk4rJHkfK7D3Ld4syhGzHoyCRJ0GnbPtFWYZxRz66akyf8lxAx3SjW1cHS0GpU7/RJpJJrMwpN6yttPTcFhbBW25yjMVWM2U5hmLjhqOmT9nr36I2e86U52jdIqeZunB7TFsB2L4EKqXFYyBZVwcpJXc2+J1PGa3tfksc2pm2Vu1NpDwF7WQG9kNprfM9JSFHTLZeKFSTvgitCTUlcuQknR7jI4Cw3gl/LbZraAjOF0HGC27TN+NWYQviYSKDjnc3mF8RPsr+Ar2kPdXYfPK/xZdr9Sbs/BPfuLbQSzbp0GgkknqABqKtWNODnLYhQoTr1FThtZfYTk5bt3CL96y2QMTaS4czEKSF3Aj8aozxkpQvTi1fe1kjq0dGQhUtWnF2v+VPN5bNw7f5OWLgtul5LHOorJZds2p0gMTMTHA8axjjKkG4yi5ard2vobJ6Mo1FGcJqGsk1F559u31HbnJTDIpV8Wq3gJIJUKNAdVOsajWfVWKx9aTvGnePeZPROGhFxnVSmtuzLu2lT823Ch2vYdUPiuboyseIEAyRGtWueRvqqMm+Fij7Mnq6znBJ7HfJjOO2FdtW+cJtsuniOG0Ogb7JJGvbWdPFQnLVV0+teXaaq2j6tKHKNprqd8uPYVdWSiZ7lp9HZ/jJ8LVWxH6e09L+FvnPD/siq2fY5y7bSYzuqz1ZiBP31EpasWz6lOWrFy4Hqt/kdsmxcFh2uu2Ry7jnGKNNopm5pciaMxhhuIneK5SxWIktZW8uvichYzEzWurLqy6+ObKm1yXwAN0Wrj4kyVQkkW1HNhyWKANcuDpxbQzpqAJYb3ia1lrK3rt69i63/AEWHiq9lrLV48dvXsXW+7PIwK11DsEDZP0Kev4jWeF+Eu/1Pl2M+K+70R6ByK5DjG2bt+7dNm2kqpyzJAzM5JIGUTw366iKrYzH8hNQirt/fiZYfCcpFyk7I197kThDhgowl5SR0b0lrgYjou9oHxSY6IBidQsEjnxx9blLua7N3Yn995aeFp6ltXv3nlGKwty05t3EZHXQqwgjj+BBr0EJxnHWi7o404uL1WZzlF9Iv2B8TVz8Z8Rdn1O1ov4L7f4RVVVOkavYP0K/zfEa8hpj5p9i9DzekvmH3eh6f8nXJGzirdy7iFYrmyIASuoEs0jfvAHDQ1qwmGjUi5TNmAwcKsXKfcX2z/k9wnO3Ay4kqmWM7IEfMJ6JQBjG47teut0cDS1ne+RYho2jrO6eXHf4GI5Y7FGExTW1nIQHSTJymRB9DBh6hXNxdFUqllsORjqCo1XFbNqMXtn6a39hvxFek/Dfw5dv8Ho/wr78vvcXPIXYyYzGW7LmFOZj25RmymCDBiDBB9FegxNV0qbkj1+LrOlSckei4z5L8EGM4k2p1CAqAOGmclo04k1z46Qq22XObHSVa3u3++o+dTVs5xypAUBe7G2axVbquQZiBpoCd+uu6a4GkJp1nFrgam1rZklbrWW5xQsI2gB0kRofYK12Uo24liMnFpo3eJxWFGHZjda2w6bIXbOZAMAf7gIAykkx6qpwX6S/KStrM8/2vmxKgiOczE6vMCJgsew6njFWsoRzOdVle8mTeQmBu2sXLpobdwZQVJ1y9sCY66x/46i1WzVSm1L8p6Jh8Zfu2xzNqybdolQ7lFYkDUKdTAmPV2UmqaWq2zrVKMqT1dst+5J8ErO9uN0RdscoL62SyAZegSHAMHODqBvgg7jU0qEYZxuc6pNt2e0lbH2qb4ssUtozgi60CGAOUGPQN7EkQeBqZwg5Zm2lKeq7bCv25yLw+FwuLa0cRpauHMWQqdMwDZUEb5jtGtW6KWuu0pylJSsIwviJ9lfwFerh7q7D57X+LLtfqWWxcZzN+1ckgKwmPJOjfcTWGIp8pSlHijPB1uRrxqcHn2b/I1mIwN5s/MWyVd3udI2rlkgz+kVj01bcY4HjXLhVpq3KPNJLK6fY1saPQVKFWV3Rjk23nquL609qY0uwrtu0Q4kXLKnOxUGy9vpIkz4hgDTjWTxUJTy3S2dJPa+0wWBqwptSz1orN2vGUc0ux7MhOGzG/hcQ1rO95sRcyCJyhVCAZiAYUSJ66mduTqUlKyjqq/XfP6GMNZ1qVeUbym5u3VZWtfgsx3DbIxCXTeyXFVmukW7RtF7YdgQYeV1AjTq9VYzxFKUOTusrZu9nbszy6zOnhK8KvK2aTcvyx1bxu+u6z6v6K3lJeFuzbw4zK2Z7lxC6tlk9EHIAsnVso3TVjCRc6jqvZZJO1vXPqvvKekaip0Y0FdO7bV07cL2SXXbcZquicQz3LT6Oz/GT4WqtiP09p6X8L/OeH/ZFXs5ou2zmKw6HMIkQw16WmnbpUT919h9SmrwfYeqWeU2z7V1ELW3yi6GLK1xJdrTA84FJLGGLXIaWnhEcrm9aUW+zq47vRHI5tXlFtJ7urju9FwA8pcPatBjcs5yVJKsbrn/0gQjKAIGZiOkRDE6aaysPOUrWfp+olYWpKVkn6L3jyta7R3yBsn6FPX8RrPC/DXf6ny7GfGfd6I9Y2T8oWGZMNZxNgi3aUK0AOhKqFR8nUIOmsEg8Aa5tXRtVOc6cs33PrzLEMZTaUZLYa3/8ApWzfOv8A0rn5aoey8Tw80Wee0eJgvlI21gsW1u5h8xu6h2KsoKjxRDcd+o7q6+jaFeinGps3HOxtWlUs4bTyzlF9Iv2B8TVOM+Iuz6l3RfwX2/wiqqqdI1ewfoV/m+I15DTHzT7F6Hm9JfMPu9D17k1yyw2D2bbWc98c5+iEgyXYglogCCNaijioUqKW/gWaGMp0cOlteeXeMYP5Ub2cc7Ytm3OuTMGA6wWJBPZp6q1x0jK/5lkao6WlrfmirdRF+UfbOHxTYdrD5oV82hESVygyN+jVqx9aFTVcWadJ16dXVcHfaeabZ+mt/Yb8RXd/Dfw5dv8AB2vwr78vvcX/AMne1LOFx1u7ffJbCuC2Vm3qQNFBO+u9i6cqlLVisz1uNpSqUnGKuzX8quUWBxF4XEu4dxlAm7axEiCdBFk6az6SaqUcPWhGzTXY19SlQw1eEbNNdjX1PBTVg5ZypAUBreT2FvXLKC2pM5lUSekS0QAJ4nq9teex7SxD7vQsUMFUqp1Fks831bfAvOU3I29g7JuMA6C8EkW2WAbYK3OmZhmYpEaRMwaWsaFJNlvsvZK4zAKbgKsiwG04AMAZGqzP31Sm9SeRfhHXhZmLVCt6DmYq3YN2bhv8n061uqfmgUascmjU8nLqpe5wowlWMlSNYiZOscd1acMvz2KdN2YnY+00I5vpIiO5kXCgIYZoYhSxEsY+zWytTtN9Z2qeIdVaz23HtgbRsXcgKpmOYdJSwYSejmmT0d8xvNWKj5OGtLYkcucrtuJzFYZMPiEVcpssHQM6tEPJydLisnfJ041WhWU80y3RknG1sy05ZtcOBuBSqjmJdVA3DoyQTKqchg9nZAt0G+Ug9zZWrSevq7iFhfET7K/gK9jD3V2Hzmv8WXa/UdrM0i1usAVDEKd4kwfVWOqm72M1OSWqnkWmzOUFy0pRwL1ogDm7moEaiJ3RVathITetH8suKL2G0jUpR1JrXjwf8D93lXfM9G0DqEIQTbBAUhDw0FYLAU1vfXnt7TZLS9Z7o9WXu9hS8+85szZjxkz7auakbWtkc7lZ62td34jdZGAUIM9y0+js/wAZfhaq2I/T2npfwt854f8AZFPaw7sJCsRukAkTppPrHtFRrJbWfU9aKybAqRodDWaNidzorIzQtakkg7GQm0gAJOugE8TWeGaVJX6/U+XYxN1nbq9CxGGffkaPsn0fjW7WjxKupLgJFZmDFihiUPKL6RfsD4mrm4z4i7PqdzRfwX2/wiqqqdI1vJ9SbKAAky2g+0a8hpdXxT7F6Hm9IpvENLq9C05lgJKmOuDXLcXwKDjLgC1rZrY4tQzBlPtn6a39hvxFes/Dfw5dv8Hrvwr78vvcJtWGbUKxG7QE+r7xXp9ZLae31ktrHkw7x4je6aay4jXjxMeapnlDlSAoDb8mhi/Bk5pbWUFirF3V1OY9IFRoQdxFU6miOcVOVu1/Rn7ejhYc3cU9vmLx2y9oXmzXXV20EveuMYG5ekDA1JjrJrb7HfH78DnPStFu9vIu9jYraOHsm0tvDuniyz3PZoK0z0HrPb6fQ2R01TitjKa/sbGM5fLZE6xzjwOuNNN1Z+xna1/vwNctL0W9j++8g7TuYmy6KwTMRmEOxBA0IOnHT2VqhoeNKe30N+CSxTapeeREt3roDDJaM6aknr3adtbJaMUrXbyOpHR2IjdK2fX57BqwL6DoZVPBg7SNxIBiRqPvNZS0YpKzZnS0dXhNSVsuv+iyTa2KCqsI0MGJd7jEkfa0A7APbWpaGitjfkb54XFTeaj99xI21ylxV2zcV7dkZkyswLZiozEDXqzuQOtjT2Rq1FVcn+XdkV6uBrwg5SStvzJeHx+MyrFuxECOk/VXcjCvqqyR4WpgMG5tuUtr4Dnh2M83Y99+6p1cRwRh7PwXSn5fQ74bjfN2Pffupq1+CI9n4LpT8vod8Mxvm7Hvv3VGrX4Iez8F0p+X0DwvG+bse+/dS1fgh7PwXSn5fQ6MVjfN2PffupavwQ5hgulPyO+E43zdj337qWr8ERzDBdKfkHhGO83h/ffuqP8An4IcwwXSn5Fbtm1i7zYa0yWQbl+2iQzeO0qoaRouu+tGIlOK1p2y4HV0RRoUKznRbbtvtxXA0mH+TrbNvRGsKJmBfuAT2jLBqg8dTe1HqHpKUtsEZjbeysVh7zW79zCi4IktiNTIB+trxHCrFPF6y/KvIlaWnHJRRGtYDFNGVbTA7mDkg+gjfUPHqOTNsdK1Wr6q8zvgWLiebt6cJbuisXpOCy+/U2rSNd/pj5jXJ3Z2Je5bsWubW5myguzpBOYiWC6TBA9VI6TjCOra6++s4NfRbd6rlw2Pu4G6+YW25nnLM6a+EXOH8vZT2nT2ai8P7KnM/wD9P77iM3yabVGpGF9JvN+Stntjq+/E1+zocX99wL8m21SJAwhHWLzfkp7Y6vvxI9mw4v77jEcutiYjB4hLeJFsObauObYsMpd1GpA1lW+6o5zzj8/cXcNRVGLiuNzOVJZNTsBMTzStaCRLQSzA7zO4emvO6QjhXXbqSkpZbLGHsKpi3y0Xa/Xwy4Fs1zaBBBKEHeDduGfuqk44J/rn5B/hiu9s/P8AobGHxfkWffburDkcB0p+CNf+J1Ol5/0KGHxnkWPfbuqORwHSn4Ij/Ep9Lz/oqdrW8QLyB1thsjRDMREiZMb67WjJ4ehSlKk21ff2F7R+i6uAq6kLNtN5v+jtm7ikEKVUdQuOOrqH7o9groPSFJ7V5f2dt08U9sIeLJKbQx4/3T1/TXKjn9Ho+RHI4noQ++4x5qyefOVICgPS+RP6onpf4jXQwvw/E85pH477vQ9E5O4cJaa/cyslv9Isb5hldDpOvREHSufjauvVVGDabyfk0/XrNuFhq03UlmlmvO6LvZXJm2lnJd6ZLK7BTpKjRB2a6njVKtpGU6uvTyysn27y3SwUY09Weed39DM8pMDzd3UiXliFByrrogJ3wI6vRXVwNblKdluyz2vrfA5eMp6k89+eWxdR5xyzWMTZ7bTfFWdV3qrsO/8Ahr3397iPsPZb4q/bsWyoe4YBYwBAJJMDqBrCpUVODk9x7CrVVKDm9xuh8kWL8/Y/+f5ap+04cGUPa1Posq+UPIC/g7HhDXbToCs5C09IgAiVgjUca3UMbCrPUs0yzh9IQqz1LNMxe0Porn2TVur7jN+N+Xn2Gn2fbLLbUbyFH3CrE6saVHlJbEr+R8x1HOrqreze4XkQptyznMRw4V4Or+KsVJ8pSS1dye9HdjoqilqyvfiZTamBNm4UNev0TpKOPw6rRVtz7TjYzDPD1NXwOB7YA6IJGWdWEyGnjwlfWOqr1pX2+nV/ZWvG2z7+7DArYaxQqALFQQKFQCJf/Wtnf+9w3xiqGP8AhePozo6L+JLsPea8ydo8T+W/khF3w5XCI+VLhOaFYDKpOVSekAB6R2is4VHF2vZdl/5RNk0UnJfk5jxgbmJtstyyklFAeWXU3HWQCQpExxl43RVbFU+UetCTvse7Z4lrBypX1auzj98Tuz9vA5VcdhbTXq0A46VRdWrTXGK3b7dp1auBiryi+41XIrZVw4+4BaK5QouM6suRR0sqjQZmMcNwnhrZ15zmorJLNnIqVLqx6y11RvYD0kVbuVjxP5ZtoEYkA3LhUqDbCv0IgBtQYzZpnjBHWK34TlpVGoaurbftv9CXGnZOVyN8lnKIWcReyLdNjmxmXOSM5K5fGMTAb1VjU5fNVmm77uHgHGmr6hSfLDtbwrGW7gQoBYW3qZmLl1t4H740q9g/cfb9CYmMt4S4wkKY6zoPaatmRt+S9srh1BEGW+I15PS3zL7F6HpdF/LLtfqaTZuB5wMzOLdpIzuQTv0VVUeMxg6dhJIrnwhrXbyS3lqrV1LJK7exfy3uRLW1gm6K3L9snc9xLZT+YIZA7RMVlak97Xbb+DW5YiObUX1Ju/dfL0ImLwzWna24hlMHj2gg8QQQQeo1qlFxdmbqc4zipR2My/KH9Ztfw3+IV2MB8tP9y9CnP5yH7X6kvYGxbuMum1aKBgjXCXJAyqVB1AOvSHCtiLVevChDWne17ZEhdiL+2YP+rc//ACqbEc4f+ufgvqeZmvQnkTlSAoD0/kLbnCWxIEs4k7h0zqeyr2HlanftPO6Q+Ya7Dcbdxb4ayjYeG1BfIsRpE9vDXWvF6bp1sRG2dk++3D+rHYwEqdK2zZ9/+ieSHKS++eQCO0GBrHCuZoijKlJxz1befV/JcxdVOzVrl1j8PZvsM99xc0UAAEAndACgnXtmvXYWvUpL8sFbe88++9jiYilTqO8pu+zd6Wuea/Kzh2t43DqxzEWW6WUrPT6uurOGqRnK8Vbq2nZ0HTcKzTz8iP8AJswG0sNJjpMNe224A9pFbMZ8CR6HHfAl97z3xsMxuFg2ScmqgS2XNKtmBGXpcIO/WuDrZWPO6ytYyHyi2jb2TcViAxuKYndmvZwg68oMehau4J3xCa+8i9gHrYpNcP4PDNofRXPsmu5V9xncxvy8+w1Oy72QW26gp+6tmIw6xGGdJ71Y+Zwq8lW1+DPW1xgW2CYYwJCncY4de/0V8/wmhqdJWqPW7dnh9T0NXE62ccjO8qsOlyybpCq6RlIIGYFgCGGsmNQdK9Lom1CpydNJRe2y4I5eNWvDWk80UFp2hYaxuG/eNF39o3equ3JK7ykUE3ZZo6HcMxzWRMA7hOkgx6xupaNlkyLyTeaGHsSxJddZaQRG/Xq7dOz0TmpWWSZrcc82jlqwD9cD0+sf2HtqXJrcYqKe8brIwZA2jdyX8A3k4yw3saa5+knag31P0Z0dF/El2fyekbX5RvcUJaOUzJecug4CvFTxSa95Hauiu2lj7t22bbOrAqR04ZZjQsD40EA61r5xFq0pEqSI2A2+6kWluMgQZVgEIBEAKSMrR2TwrLl4xjfW8xdGVbZ+FtYwsSgyhbwViygGVE5tPrEGAd7egUjLWs08tneW3ipOko7+PUXq/KFb502rZRnYEtBJEp0FXMTmdmA01OkVblHUg5S/rvKlyPe5V4l5AtC2eBZG1mdOjm3QPbxqu8TTWySY1kZjb97EYlQt7m7iAglStxd28qRakNGk7usGoWJjfb6DXiZu3h8TazC1dNhCxISSQARMs0SW0C7vuqxziHb99xg5xIWLvXkcBr2YkDVWYiJPWBrv9tdfR09ak2r7f4RnBprIhXrjMZYkntJP41fMzb8k/wBWT0v8RryelvmX2L0PS6L+WXa/U3vJ/ZjYuyLKkLFy9dJiZK27Kosab87a+mqtKm6kdVcW/JfUYmuqFTlHnkl4uV/QrtgbOOJvJaDZc89KJgBS26R1R6600ocpJR4lnE1uQpubV7fUkbekPbU+MlpLbHrKlgD7uWprKzS4JIwwucZSWxyb8f7uYrlD+s2v4b/EK6mA+Wn+5ehpn85D9r9TV/JT+uXP/bXvit1tiY6U+Av3L+TK2cLcgdB+H1W7qg6UpxvtRhTXojxRypAUB678neGzYG2f3rnxmt9Kdonnser133GnsWwJ06J6PpiqWNvVSW7h6k4RqNyRZ6ENb0I+8dvXWihRi3qSWTV+/wC/4N1ao0teO1Ox27eldwDZswI0K/ZjgdPZVmjTdOTSz6t3eU62IU1ks/TsMF8p2Ma7isNm3rZcTO/pyPRWdGlyc+09J+H6sqk/zbVcywq6euLXYG3L+Duc5YcqdMw3qwHBl4jf2idCKwq0YVVaSMKtCFaOrNEbGXg9x3VQgZmYKNyyZyjsE1shHVikzdTjqxSbuQ9ofRXPsmlX3Gacb8vPsNJhfET7K/gKuw91diPl1T3n2sfFS0jAWXJ3kn0msVCMdisG29p0VJiKFQBQoQLFQQKFQCn5S3QosErmIvIRrEEAkHt9Fc7ScVLDyi96a8mdbQ0FPEaj32Xi0WGz7+LvqWt2lZVOUkuiaxMdNhOnVXhvZsOL8j2FTRmGpu0pu/Zf0Ry5jMStx7Toq3EElWYDyYAMwZDKRrxqPZtPizJaLw7ipqbs/vgQyuJliGywQG6SxLZdO3xhW1YGlazHsvD5fml5fQlAYsDXK3YSs8ddP/NYvR9LdchaNw3Tl99wgW7rz+jtSDlPSXQ5Q3A6iDwncalYGK2SZL0Xh1tlL77htsHeMAAKSYEONdJ4k6R1xvqVgob3cey8N05ffcM3MDiBALSSSB011jMevTRTvis+Z0yVorDP9cvvuDFWLtve4ImJUqRO/dE8N9Y8ypmUNEUJbJS8voY/lOxN1ZM9AfE9d3RlKNOk0uP8I5+OwscPUUItvK+fa/oVWf1+muiUzdclP1ZPS/xGvJ6W+ZfYvQ9Lov5Zdr9TUbI2tewzZrTRrJBEg6MNfeP3dQqhTqypu8S1Xw9OsrTRzZW0LmHuC5bIDAESQDvEbqiE3B60Sa1GNaOpPYIu3mc5mMnQT6AFH3AVg227syjFRVkZnlD+s2v4b/EK7GA+Wn+5ehSn85D9r9ROHvuhzI7I0RKMVMdUqZjQVsRfcVJWkr9pMXa+J/ab/wDWufmqbmHIUuhHwX0MPewJHimeyvR6p44h1ACgPVOQfKbB4fBIl28q3AbhKkNOrkjUDqNRfccnFUKkqjko3NQnLXZYAHPrp9v8lYfm+0alhp9B+JBvcscATAxCAeh/y1sWqaZ4XESy1XbuOLyvwH7Qnsf8tbNeNjFYKt0THcs9rWMRibJs3A4FtlJAOhzTxHVURkte53tCLm826mRBt7UwgUBrcsN7C6RPqykeystZ397yPR87p3uqi8BV/amDKkIrK0CCXmDInTLqInX7qmM2nnLyJjjIJ51F4MhjH2vLH31t5WHE38+w/S9Tl++ty3cCEMcp0G/2bzUTqRcWkzTisZQnRlGMs2usvtn7dwqgZ2DdECJZYMDWQPTpW/l4aqSlZ9lzwLwtXWbcLkl+UOCiAYPXnY+0ZO6irxvnPyIeEqWyg/EYG3cN51fYe6s+c0uPqa+Z1+j6Cht7DedX2N3U5zS4+o5nX6PodG3sN55fY3dUc4p8fUjmdfo+g7Z2zh20W6DvO48NTwpy9N7xzKv0fQV/rWH86PY3dTl6fEjmOI6PoJHKHC+eX2N3VjzinxI5lX6PoVHKXa9i4tkJcDZbqsYnQAHXUdtU8bONSm1HN5+h1NEUZ0cQp1FZZeqJex+V6YdCgFpwWL9PNvKZNwMHTXUb68/zat0T2davhastblLZW878BvH8prV+/cv3sjG5vUFgAQqqCDqdy8eunNqvRMqeKw1OmoQqWt1f0ItbYwcnoTMwOcbQe7v7ac1q9EyeOpP/AOq8GOLtHC+bBEg+OwMQJHtzfd1VPNK3R9CefUv9vl/R2ztHCgDNbzERJ5w69emXT/PW5pW6PoS8dSeyqvBibu0cMVIVApMQS7GNQToR2R66c0rdH0Jjj6N7up5MhDaVny1+/uqObVeibPaOG6fr9BX+pWR9cff3U5rV6JPtHDdP1+hQ7exCvcBQgjIBI68zH+4ro4SEoQakt/0OFpOtCrWUoO6sl5sratHPNlyY2rYtWUW6wEFiV1GhY8QDXndI4OtUxDnGN1lw4HcwOKpU6CjKVnd+pc3eUODjosFO/VmPqjLVJ6OxG6m/FFqOPop51E+5jY2/hfPL7G7qw9m4roPy+pn7Qw3T9foKHKDC+eX2N3U9m4roPy+pHP8ADdP1+hSba2pZe/bZbgKhGBOu8kEDdXTweErQoSjKNm2ipLF0XiYz1slFrePWNsYQABlzHrFxhx3xlPDT2nsrZzWr0Sw8dRvlUXgMjaVng4+/uqObVeibfaGH6fqZ1se3ACu7rHlSITUA5QBQBQBQCkQkwN5oB67cAXKu6dT5UR92u6gGApPCgAigOUB1SRqNDQEoY4n6RVftIhveWD7ZpcHStljHStntOZfwkffTIDOIw7JEjQ7iNQe0HjQDNAFAT8Ectu6x4gIP5jLfcv31KBFe+eGgqLg4ons6j/1QCCKA5QC+abyT7DQC7N3L6aJgd8JqbknPCKXAh7+lLkDdvf6NagHVafT/AJpQHDHooA0HbQAOs/8An/qgEk0BygCgCgCgFpUMgSaEnKkBQBQBQC1tn0DrOn/n1VAHra6QOO9uvsA6v87KlIEiyqjcNe2siR0Xqm4A3Qd+tARr2HU7tD91YtEERlI0NQBNALOvp499AO4fFFQVIDId6nd6R1HtFAOeDW31S4F/duaEfzbj91AAwIGrXbYHY2Y+oLvpYCMXfBAVAQizE7yTvY9tANKnX/49PdQHRJ3e3/PwFASLdhfra1KQJduBuAHorIkcFypuDl1FfxhPbx9tHmCqxNjIescDWtqxAzQHaAU2mnt7qARQCw/WJ/zroBUDh95oBDzxoBNAFAFAFAFALSoZAkihIRQBFAEUACaA7QCg5qbg7zhpcC+e6/bS4O5j6fRU3BznaXBxmnfUXA0VoAAPCagC2A47+sUBxUOv+dtAcG6DNAKUdU+nuHXQCSezTqoBxXqbgWLlTckcW5U3AsXKXA4HqbgbxYlfZxFQyCDk6z/esAE9Q9f+bqATFAEUARQBFAdBNAcNAEUARQBFAEUAtBRkH//Z"/>
          <p:cNvSpPr>
            <a:spLocks noChangeAspect="1" noChangeArrowheads="1"/>
          </p:cNvSpPr>
          <p:nvPr/>
        </p:nvSpPr>
        <p:spPr bwMode="auto">
          <a:xfrm>
            <a:off x="155575" y="-142875"/>
            <a:ext cx="3048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sp>
        <p:nvSpPr>
          <p:cNvPr id="22534" name="AutoShape 4" descr="data:image/jpeg;base64,/9j/4AAQSkZJRgABAQAAAQABAAD/2wCEAAkGBxISEhQUExMVFRQXGRYWGRcXFhcZHRscGBgXFxgXHBgYHCggHRwlHhQVIjEiJSkrLi4uGh8zODMsNygtLisBCgoKDg0OGxAQGywkICQsLC0vLCw0LSw3LCwsLCw0NCwsLCwsLCwsLCwsLCwsLCwsLCwsLCwsLCwsLCwsLCwsLP/AABEIAKgBLAMBEQACEQEDEQH/xAAcAAABBQEBAQAAAAAAAAAAAAAAAgMEBQYBBwj/xABJEAACAQIDAwYJCAkEAQUBAAABAhEAAwQSIQUxQQYTIlFh0RQyUlNxgZGSsgcWM0JyobHSIzRUYnOCk8HwFUOj4fEkdKLC0xf/xAAbAQEAAgMBAQAAAAAAAAAAAAAAAQQCAwUGB//EADsRAAIBAgIFCQYGAgMBAQAAAAABAgMRBCEFEjFBURMUUmFxgZGhsRUyMzTR8AYiQnLB4RZTI7LxQ2L/2gAMAwEAAhEDEQA/APHSa7psCaAJoAmgCaAJoAmgCaAJoAmgCaAJoAmgCaAJoAmgCaAJoAmgCaAJoAmgCaAJoAmgCaAfwFg3btu3MZ3RJ3xmYLMeuok7JshuyN3f+TLIzB8YqhePNEyZIgDP+6TVCWPUf0kR1pbCJsvkNZxDtbTHgXB9VrJExvgi4RPZvqI6QUv0mU4yidxXyeMgQ+Eg51DfRkRPDx6vYSTxMXJZWdjk47Siwk1GUb3zI/zGP7R/xn81W+bS4opf5FD/AFvxD5jH9o/4z+anNpcUP8ih/rfiHzGP7R/xn81ObS4of5FD/W/EPmMf2j/jP5qc2lxQ/wAih/rfiHzGP7R/xn81ObS4of5FD/W/EPmMf2j/AIz+anNpcUP8ih/rfiHzGP7R/wAZ/NTm0uKH+RQ/1vxHbfINiP1ge4fzVi8O1vMo6fg/0Px/oxRrSehOVICgJ3+nEWluNctpnDFEOcu4VihICIQBmVlGYrJU1hr52sY6wi/s28j5GtOHyh8uUk5SAQ2nCCPRRTi1e5N0IweBu3WVbaMxYhVgaEsSAJ3Dcd/UeqpcktouMuhUkEEEbwRBHqNSnckTUgKAKAKAKAKAKAKAKAKAKAKAKAKAKAKAKAKAKAm7E/WbH8W18a1hU9x9jMZbD0flnjb/AIfzVts3ODLZG4DMMzEngdd++AIrzk03J9RYpWUV1jWwuT7YeLmXnL2cLowMdNRIUR1nWOBnrqFmzOa1Yu5vNq2irYUDIT4Ov0m47wfXFeg0bbkJbdu7sPIaXT5zC1vde3tIcODKrh5XXog6yGWN/aT/ANDS/wDlazcszmWmneKhdcN+1W/n+lkgEsoATD9IE7iCNF4k7+kPYanJO7csjFa0opKMM19PPMiDZzeUmoJ8bqjju1Jrbyy4Mr80lxW/fwOHZzTGZJgnxuogf3/GnLK17Mjmk72uvET/AKe8AyuuX6w+tEafzCp5WN7Ec1nZPLd5/wDoxftFGKmJHUZ7d9ZxkpK6NNSDhLVYisjAkYfd661z2m6nsPFDXOPpBypAUBd7PxCiwy3bttky3ClorcNxLhByNbbJlUFlQsM+UrMjNEaZJ62SMGsy1Talo3GunE9IrhIDnFAAIhFwRaylrquqkdLL0iZMyNeo7Wtx4EWY1itvJ4VhWt3GFi1dZyFDKAGxl64TlgTNpk4btOEVMab1HdZ/0LMzOKnO0uLhnxxmIbt6YDe0VvjsM1sGqyJCgCgCgCgCgCgCgCgCgCgCgCgCgCgCgCgCgCgJeyWi/ZMTFy2Y6+mNKwqe4+xi2tkbDGbSu37N9zIv4Z0u22AiAScwgaZRDgdkV5tbm95cqx1JOC3DlnlBfu5ebXm9VJZMwJIG7sGpMcawk7HW0dQhUTnOzWyzNtfxr3Baa6ofKmSBI3a6wN+pr0eh7yoSztn/AAjwH4sp0qOMglG61b273sG+dtyP0GnVmfWurqzt73kjzHKUr/D82Fu4gBmzLbplgAIAnTeZBPro4yvlLIRqU0s4Xf8AQXLyEGLEEjfmbTtAiihJNfmEqlNp2p5vrZ17yGf0ET1F9PQP7UUJL9XoHUpv/wCfm/Q411OFjiDqzHcZiO3dRRlvkHUp7qfmxGIdWAC2ikTuJMz1yKmKaecrmNScJJKMLFhZOGOFKssXgGg5WktmlTI0y5dIMbq0SVZVrp/l/i31LcJYZ4VxkrTV9zu3fLPZa2WZX4dTG4763y2lOnsPEjXPPo5ypAUAUAUAUAUAUAUAUAUAUAUAUAUAUAUAUAUAUAUAUAUAUAUAUAUB2agBNAFAFAFAFAFAFAFAFAKWgEmgOVICgHbeGdhIRiOsKTUXRrlVhF2cku8V4Fd82/ut3UuiOXpdJeKO+BXfNv7rd1LocvS6S8UHgV3zb+63dS6HL0ukvFB4Dd82/uN3Uuhy9LpLxQeA3fNv7jd1Loc4pdJeKDwG75q57jd1LojnFLpLxR3wC75q57jd1Loc4pdNeKEvgroBJtuAN5KsB+FLolV6TdlJeKEjDv5De6amzNoeDP5De6e6lmDvgz+Q3unupZgPBbnkP7p7qWYDwW55D+6e6lmA8FueQ/unupZgPBbnkP7p7qWYDwS55t/dPdSzBxsO4iUYSYEqdT1DtpZkN2zYvwG75t/cbuqdWXBmHK0+kvEPAbvmrnuN3U1ZcGOWp9JeJ3wC95q57jd1NV8GOWp9JeIf6fe81c9xu6mq+A5an0l4jaYdyJCMR1gE1qlVpxdnJLvJdWEXZtCvA7nm39091Y8vS6S8UY8tT6S8UHgd3zb+6e6nOKXSXihy9LpLxR3wK75t/dbupzil014ocvS6S8UNXbTKYZSp3wQR+NZxnGavF37DOM4yV4u4iszIdt4a4wlUcjrCkj2gVi5xW1k2b2IX4Dd81c9xu6o5SHFDVlwfgxQ2deP+zd/pv3U5SHFDVfB+DOeAXvNXPcbuprx4oWfB+DE+B3fNv7jd1NePFDVfBnRgrvmrnuN3VOvHiLPgKXBXfN3PcbuqNZcSLPgRjWQOVICgNtyUTNatqTEsRPVLEVrbtdnmNIxUsU0+r0NL/o7cHXeB0tNTppvnpLdX+TtrXyqKrwj3Nff93Xcct7JYjRgSQpWM0EHXeRA0B031PKIhYVtbew5h8EHWQwmWkkwsLkEg79ecWpc7PM1xoKccnnn2ZW+o3icMbZgkHfungSp3gcQayjK5pq0nTdmNCsjUKFCBYoYkLbn6ve+w1GW9H/NQ7SswVhnACiSFn1CJP3z6JPCrqklFXPckk7Pujeh35d43zljfvnSp5SPEXHBsy95B9o7O3XeKjlYcRcYuWmUwwg9Xp1rNNPNEnBUgUKkkVQFvY2UjNbtG6wvXVRlGQFAbqhrSM+aZYMmoUgZhv1jQ6sknK2Sv25bXa27tzBm9pHpYf+Nb/vWyfvR7UacT8KXY/Q0K1fPMMl4HB3brZbSM54hQTHaY3D01qqVYU1ebS7RGEpu0VcsMXsO/ZAN0KhILBC65iBvIUHh1b+ytEMVTqO0M+uzsZzw84K8suq+ZBWt7NBjNhfQJ/N8TV810r81Lu9EWdI/MS7vRFvhbJdgoIG8kncAASSY1gAE6dVc9R1nYpRjrOxNxuzDbVXDBkIUzuPSmOjMxoDPaJg6VlUouKuthlVoOK1lmiItVyszLcrvpk/hj4nr1ugPl5fufpE9Job4D/c/RFHXcOsb7kiP/AEyel/iNcbGTSrNdh1MJBukmuL9TQYZspBg6dRqrrIs6jJyYm85kbhOmijqNStVIxaZHvX+oQOOtZKSe8nVsthGdLZ7KziYSsNXCOH3aVt5RJGrk2yMzNO6sHWu8mZKi1k0eZmu0ck5UgKA2/JOOatypYS3RG89I6CK1y3nmNI2527q+z0NELagvNq7GkRIiJLazEbjxrXdu2aK1km7xY4LYUgC3fHjSDroVIkab9V1pe+9EW1XlGX2hdmzb1/R3sw4bjB38OpWEcaNvihGMF+mQlLStobd2eETugAeN2g+2Km7W9GvVjLbF/faLGGTQc3dEEhjv+rMaD0H101nxQ5KDy1ZdfgdNhACebu6QTO6AQTqOz8am74oxdOCXuv7/AKC7hxl6Nu6Dpv3ds6UUs82jCdJNfli0ym28sYe8DvCtWb2GWAVsVBPiQNk5frKzDIPFbKRqvS/zrnhV131VY9wWFrCb/wBHfJBEQy6Dcs9sg7o9VYufWiBm5bz62luBdJzNOpkj1aH76zTt71iRBwV2CSjQJBO+IWfwqdeOy4GBWZIoUJO1INXh8TlxGHwwtqwKWrYvQedy3kBa5bedAvOPl0IULB41Scb05VL2zbtuy3Ndds+JG65itqiHsAGQL6CRx361Zl70e1GrE/Cl2P0L4GugeXZ6hgMI2E2es3VwzvlLOULZS2sEcXiBJ0G4V5ypUWIxT/Lrpbr2vb+N52IQdLD7dVvf2/yMYrH27mCupdxK4i4oYo4tMsHLopMROpE6aN66zhSnHExlCGqna6v1/fejXOpGVCSlPWednbq++4wi122cgxmwvoE/m+Jq+a6V+al3eiLOkfmJd3oj0bkhg8MuCv4u9Z51rbhAOcKCHCKRvj/cO+aww8YKk6klezNmFhTVGVWSu0/v1NnyJ2paxD3lTC2rItZQChViZzLqQojRRV3DVIzbSilY6GEqxqOSUUrHn/LxAuPxAUACU0Aga20J3dprk41WrS+9xw9IJLESt1eh5tyu+mT+GPievR6A+Xl+5+kTsaG+A/3P0RR13DrG45K7bsWcMqOxDAuY5stvYkaxFef0hRqSrtxXDf1HXwWJpU6WrJ557us0+ytqYfEdFLihvJZQpPoB3+qubUjUpZtP1L8MRRqZJ/wXHgl5d0x1aj7pqIYyIlSi9jGruGun/bX3f7k1tWLgYcg+PmQ22ddO639xrNYuBDoPiR7uyL3kN7nfWXO1wMeQXSGDsW95Le7/AN1HOYk8j1nlJr1J545UgKA2nJhythCCQQWggwfGPGtbVzy+k21iW11ehcnFXDoXYg/vGmquBz3Um97FDFXNOm2kx0jpOp49gpqrgRyk+LFpjLg3O4OmuYzpMa+s+2mquBHKzW9nRiX8turxj6f7mmquBjyk+LOriH8pte08dDU6qMeUnxYvwlyILtG6MxjXfTVXAh1Z2tdjhxdw73b3jUaq4B1qj/Uys25+r3vsNWTN2j/modpU4e4VUEGNAN8cN1Xoq6R7kfXFOTOdp68x/GanUXAk7bvuNzMPQSN1S4p7UBfhD69Ntd/SOvpqNVcAIFZAUKEnakFxZxihDbGIvohkZcxywetQYgzqPxnTQ4O+tqpsgzm1PHw8bufT+9Zy96PajTifhS7H6GgQ/wCGugzzJssLy0y84r2TetXHdylxl6Oclig6JDLJO8CuTPRt9VxlqySSut9t+3Jl1Y2101dN7Huvu2Zoi7Z5TG9bFm1aWxZ3lEjXWdYAAE6wBv41tw+CVOfKTk5S4s018U5x1IrVjwRSLVxlQxmwvoE/m+Jq+a6V+al3eiLOkfmJd3oja8muVIwtp7L4e3ftO2dlcxrA6wR9UHdvqvRxPJxcXG6Zjh8WqUHBxuma3YXLbZ1pmK4d7DPGYqAymJI3HtP1at0sZQi9lrl2jj8NFtqOrcxfKfaSYnFXbyBgrlYDQDoirrBPk1zcTUVSo5I5GLqxq1XOOxmB5XfTJ/DHxPXptAfLy/c/SJ3NDfAf7n6Io67h1iXYOi6HXjEjf2VzcS/+Q2R2EyxakkSJHAzPqka1XubIo0+weVmMw0Kr50GgS4Mw9APjAdgIqrVwlKbvbPqN8akltNcvLq4RratqfQT/APaqzwNt5ZjOHWMXuWlw7gnu1KwZnysVsKTH8ocU++9kXshf+6sww0FuNMq0+NjOXtpZmJZ7jnyixPxa1vUUskitKpd5tmZNdspnKkBQG15LIDZQE5RLawTGp4CtbPL6TSeKabts9C5xFpVIyvn/AJWEe2kW3tRz6iivddxsCpNQoChAoCpMRQFCBYFDEctKCQCYEiTEwOJijCs2rsi8pEUWcQFOZQr5WiJHAwd2lRnbMuYLVWMiou61shvkhj0sXQ7sVGSAQCTMoeGsEKRVmtTc6aS+8j2w/wArdpribyuhLAWwkkEbnc8QODCpw1N04NPj9CUUwFWCRQFAdAoBQFSSKigFAUBB2n42H/jW/wC9YS96PajRifhS7H6Gmw1lSOk4U9RVj65Aq5JyWxXPNpRe12H0w6afpRx+q3WAJ04gk+qsHKXR9CNWPSFtYQAkXAx00ysJ9oioUpN5x9DGSjbJiVFZMwMfybQG1bDNlHS6UEx0m4Cvm2lLPFyu+Hoi1j0niZXdtnoWt+yqxluB98wrCN2uo9PsrnSUVsdylNRWx3EKK1s0scArExZleV30yfwx8T163QHy8v3P0iek0N8B/ufoijruHWLfZKA5Qz82pOrQWgSdYGprmYn4jN0NhLxWDtAqyXg7ENuBBG4ag68THoqszYknmNPc65qLmTHrOIMRNNYIU2Ij6xqbktjFy6DvJPbNLmLsxjKlLmFkVJrtlc5UgKAfEhQZ06pjieE1y8TipwquMTTJ5j+zsNcvPAbojUkkiB7d9a1jKj4CKuXi8mbrZjaFy4qCWYGQNJjQ6nsBmsZ42ccrrwN0aDkrxRSPdVNGBkkRDMRlI8YajdppxneKxeKr8V4GlxLbkRh8PiMaLeIJWywIGa4UOaVAGYHeelpWXO6ts2rkxinlY3OH+TrD3EZ7dy4el0SX0gMJWBrukTM8Y4Vhz+pf/wALUsNHVVsmUmwOSts2ecxAzZXC3CmIVgmbOASLbniLen73YayeMq3fDs6vqVZRjbImco8Bs/BlXOAvXMNorXBirgbNpMKCQAJiWiTppoTksZJu1xyL1da2RTbbwGDuW7lzBrdNsJnEuzZRpOeSdx0PDt01ijjakqyh9DBZMscPyZwxVSUaSoP0j9Xpr0scPBpM8nV0zi4zlFNZN7lxHPmvhfIb+o/fU83gYe28XxXgg+a+F8hv6j99ObQHtvGcV4IPmvhfIb+o/fTm0B7bxnSXgg+a+F8hv6j99ObQHtvGcV4IPmxhfIb+o/fTm0B7bxnSXgg+bGF8hv6j99ObQHtvGdJeCD5sYXyG/qP305tAe28Z0l4Ip+U+xbNpLRRWBN1VPTY6EMeJ7K1VaUY2txO1oPHVsXiOTrO6y3W3oqxg0/e95u+p5KJ7r2bh+HmKGBT973276nkomXszDcPMUMAn73vt31PIxJ9l4bh5ihs9P3vfbvqeRgT7Kw3R82Q9m4VWtqTMmfrEcT1Gpo4anOClJZnh8TiqkKjStu3dRLGAT973m7628yo8Ctz2r1eCFDZ6fve83fTmVHgRz2r1eCFDZ1v973m76cyo8COfVerwRT7bsBHAWYyg6kniw4+iqlelGnK0eB1cBVlVpty4/wAIr60l00OyNnW3tKzAkmfrEcSOBrzukdIVqNdwg1bLccXG42rSquMXlkTRsez5J95u+qHtjE8V4Ip+08Rx8hY2LZ8k+83fWPtjFcV4Ih6TxHHyFjYljyT7zd9R7ZxXFeCMfamJ4+SK3aezraXUVQQCrE9Jt4I7a7+hsTPFQk6u5/weg0FUljJNVs/IbGAt9R95u+u5yMT1Hs6hwfixxNnW+o+83fU8jAezqHB+LM8arHAOVICgLrZGHW5kWVkSWmSQJ06MQeHZrXntJNxqt57jRPaPYzPdvi1aHjOEzAQGYmOGhA/tVeleNPWfabqMG7Lies7NsYrDYe5aWxbATLkUMMzljlLscxmdDrHVFannvOkk4rJHkfK7D3Ld4syhGzHoyCRJ0GnbPtFWYZxRz66akyf8lxAx3SjW1cHS0GpU7/RJpJJrMwpN6yttPTcFhbBW25yjMVWM2U5hmLjhqOmT9nr36I2e86U52jdIqeZunB7TFsB2L4EKqXFYyBZVwcpJXc2+J1PGa3tfksc2pm2Vu1NpDwF7WQG9kNprfM9JSFHTLZeKFSTvgitCTUlcuQknR7jI4Cw3gl/LbZraAjOF0HGC27TN+NWYQviYSKDjnc3mF8RPsr+Ar2kPdXYfPK/xZdr9Sbs/BPfuLbQSzbp0GgkknqABqKtWNODnLYhQoTr1FThtZfYTk5bt3CL96y2QMTaS4czEKSF3Aj8aozxkpQvTi1fe1kjq0dGQhUtWnF2v+VPN5bNw7f5OWLgtul5LHOorJZds2p0gMTMTHA8axjjKkG4yi5ard2vobJ6Mo1FGcJqGsk1F559u31HbnJTDIpV8Wq3gJIJUKNAdVOsajWfVWKx9aTvGnePeZPROGhFxnVSmtuzLu2lT823Ch2vYdUPiuboyseIEAyRGtWueRvqqMm+Fij7Mnq6znBJ7HfJjOO2FdtW+cJtsuniOG0Ogb7JJGvbWdPFQnLVV0+teXaaq2j6tKHKNprqd8uPYVdWSiZ7lp9HZ/jJ8LVWxH6e09L+FvnPD/siq2fY5y7bSYzuqz1ZiBP31EpasWz6lOWrFy4Hqt/kdsmxcFh2uu2Ry7jnGKNNopm5pciaMxhhuIneK5SxWIktZW8uvichYzEzWurLqy6+ObKm1yXwAN0Wrj4kyVQkkW1HNhyWKANcuDpxbQzpqAJYb3ia1lrK3rt69i63/AEWHiq9lrLV48dvXsXW+7PIwK11DsEDZP0Kev4jWeF+Eu/1Pl2M+K+70R6ByK5DjG2bt+7dNm2kqpyzJAzM5JIGUTw366iKrYzH8hNQirt/fiZYfCcpFyk7I197kThDhgowl5SR0b0lrgYjou9oHxSY6IBidQsEjnxx9blLua7N3Yn995aeFp6ltXv3nlGKwty05t3EZHXQqwgjj+BBr0EJxnHWi7o404uL1WZzlF9Iv2B8TVz8Z8Rdn1O1ov4L7f4RVVVOkavYP0K/zfEa8hpj5p9i9DzekvmH3eh6f8nXJGzirdy7iFYrmyIASuoEs0jfvAHDQ1qwmGjUi5TNmAwcKsXKfcX2z/k9wnO3Ay4kqmWM7IEfMJ6JQBjG47teut0cDS1ne+RYho2jrO6eXHf4GI5Y7FGExTW1nIQHSTJymRB9DBh6hXNxdFUqllsORjqCo1XFbNqMXtn6a39hvxFek/Dfw5dv8Ho/wr78vvcXPIXYyYzGW7LmFOZj25RmymCDBiDBB9FegxNV0qbkj1+LrOlSckei4z5L8EGM4k2p1CAqAOGmclo04k1z46Qq22XObHSVa3u3++o+dTVs5xypAUBe7G2axVbquQZiBpoCd+uu6a4GkJp1nFrgam1rZklbrWW5xQsI2gB0kRofYK12Uo24liMnFpo3eJxWFGHZjda2w6bIXbOZAMAf7gIAykkx6qpwX6S/KStrM8/2vmxKgiOczE6vMCJgsew6njFWsoRzOdVle8mTeQmBu2sXLpobdwZQVJ1y9sCY66x/46i1WzVSm1L8p6Jh8Zfu2xzNqybdolQ7lFYkDUKdTAmPV2UmqaWq2zrVKMqT1dst+5J8ErO9uN0RdscoL62SyAZegSHAMHODqBvgg7jU0qEYZxuc6pNt2e0lbH2qb4ssUtozgi60CGAOUGPQN7EkQeBqZwg5Zm2lKeq7bCv25yLw+FwuLa0cRpauHMWQqdMwDZUEb5jtGtW6KWuu0pylJSsIwviJ9lfwFerh7q7D57X+LLtfqWWxcZzN+1ckgKwmPJOjfcTWGIp8pSlHijPB1uRrxqcHn2b/I1mIwN5s/MWyVd3udI2rlkgz+kVj01bcY4HjXLhVpq3KPNJLK6fY1saPQVKFWV3Rjk23nquL609qY0uwrtu0Q4kXLKnOxUGy9vpIkz4hgDTjWTxUJTy3S2dJPa+0wWBqwptSz1orN2vGUc0ux7MhOGzG/hcQ1rO95sRcyCJyhVCAZiAYUSJ66mduTqUlKyjqq/XfP6GMNZ1qVeUbym5u3VZWtfgsx3DbIxCXTeyXFVmukW7RtF7YdgQYeV1AjTq9VYzxFKUOTusrZu9nbszy6zOnhK8KvK2aTcvyx1bxu+u6z6v6K3lJeFuzbw4zK2Z7lxC6tlk9EHIAsnVso3TVjCRc6jqvZZJO1vXPqvvKekaip0Y0FdO7bV07cL2SXXbcZquicQz3LT6Oz/GT4WqtiP09p6X8L/OeH/ZFXs5ou2zmKw6HMIkQw16WmnbpUT919h9SmrwfYeqWeU2z7V1ELW3yi6GLK1xJdrTA84FJLGGLXIaWnhEcrm9aUW+zq47vRHI5tXlFtJ7urju9FwA8pcPatBjcs5yVJKsbrn/0gQjKAIGZiOkRDE6aaysPOUrWfp+olYWpKVkn6L3jyta7R3yBsn6FPX8RrPC/DXf6ny7GfGfd6I9Y2T8oWGZMNZxNgi3aUK0AOhKqFR8nUIOmsEg8Aa5tXRtVOc6cs33PrzLEMZTaUZLYa3/8ApWzfOv8A0rn5aoey8Tw80Wee0eJgvlI21gsW1u5h8xu6h2KsoKjxRDcd+o7q6+jaFeinGps3HOxtWlUs4bTyzlF9Iv2B8TVOM+Iuz6l3RfwX2/wiqqqdI1ewfoV/m+I15DTHzT7F6Hm9JfMPu9D17k1yyw2D2bbWc98c5+iEgyXYglogCCNaijioUqKW/gWaGMp0cOlteeXeMYP5Ub2cc7Ytm3OuTMGA6wWJBPZp6q1x0jK/5lkao6WlrfmirdRF+UfbOHxTYdrD5oV82hESVygyN+jVqx9aFTVcWadJ16dXVcHfaeabZ+mt/Yb8RXd/Dfw5dv8AB2vwr78vvcX/AMne1LOFx1u7ffJbCuC2Vm3qQNFBO+u9i6cqlLVisz1uNpSqUnGKuzX8quUWBxF4XEu4dxlAm7axEiCdBFk6az6SaqUcPWhGzTXY19SlQw1eEbNNdjX1PBTVg5ZypAUBreT2FvXLKC2pM5lUSekS0QAJ4nq9teex7SxD7vQsUMFUqp1Fks831bfAvOU3I29g7JuMA6C8EkW2WAbYK3OmZhmYpEaRMwaWsaFJNlvsvZK4zAKbgKsiwG04AMAZGqzP31Sm9SeRfhHXhZmLVCt6DmYq3YN2bhv8n061uqfmgUascmjU8nLqpe5wowlWMlSNYiZOscd1acMvz2KdN2YnY+00I5vpIiO5kXCgIYZoYhSxEsY+zWytTtN9Z2qeIdVaz23HtgbRsXcgKpmOYdJSwYSejmmT0d8xvNWKj5OGtLYkcucrtuJzFYZMPiEVcpssHQM6tEPJydLisnfJ041WhWU80y3RknG1sy05ZtcOBuBSqjmJdVA3DoyQTKqchg9nZAt0G+Ug9zZWrSevq7iFhfET7K/gK9jD3V2Hzmv8WXa/UdrM0i1usAVDEKd4kwfVWOqm72M1OSWqnkWmzOUFy0pRwL1ogDm7moEaiJ3RVathITetH8suKL2G0jUpR1JrXjwf8D93lXfM9G0DqEIQTbBAUhDw0FYLAU1vfXnt7TZLS9Z7o9WXu9hS8+85szZjxkz7auakbWtkc7lZ62td34jdZGAUIM9y0+js/wAZfhaq2I/T2npfwt854f8AZFPaw7sJCsRukAkTppPrHtFRrJbWfU9aKybAqRodDWaNidzorIzQtakkg7GQm0gAJOugE8TWeGaVJX6/U+XYxN1nbq9CxGGffkaPsn0fjW7WjxKupLgJFZmDFihiUPKL6RfsD4mrm4z4i7PqdzRfwX2/wiqqqdI1vJ9SbKAAky2g+0a8hpdXxT7F6Hm9IpvENLq9C05lgJKmOuDXLcXwKDjLgC1rZrY4tQzBlPtn6a39hvxFes/Dfw5dv8Hrvwr78vvcJtWGbUKxG7QE+r7xXp9ZLae31ktrHkw7x4je6aay4jXjxMeapnlDlSAoDb8mhi/Bk5pbWUFirF3V1OY9IFRoQdxFU6miOcVOVu1/Rn7ejhYc3cU9vmLx2y9oXmzXXV20EveuMYG5ekDA1JjrJrb7HfH78DnPStFu9vIu9jYraOHsm0tvDuniyz3PZoK0z0HrPb6fQ2R01TitjKa/sbGM5fLZE6xzjwOuNNN1Z+xna1/vwNctL0W9j++8g7TuYmy6KwTMRmEOxBA0IOnHT2VqhoeNKe30N+CSxTapeeREt3roDDJaM6aknr3adtbJaMUrXbyOpHR2IjdK2fX57BqwL6DoZVPBg7SNxIBiRqPvNZS0YpKzZnS0dXhNSVsuv+iyTa2KCqsI0MGJd7jEkfa0A7APbWpaGitjfkb54XFTeaj99xI21ylxV2zcV7dkZkyswLZiozEDXqzuQOtjT2Rq1FVcn+XdkV6uBrwg5SStvzJeHx+MyrFuxECOk/VXcjCvqqyR4WpgMG5tuUtr4Dnh2M83Y99+6p1cRwRh7PwXSn5fQ74bjfN2Pffupq1+CI9n4LpT8vod8Mxvm7Hvv3VGrX4Iez8F0p+X0DwvG+bse+/dS1fgh7PwXSn5fQ6MVjfN2PffupavwQ5hgulPyO+E43zdj337qWr8ERzDBdKfkHhGO83h/ffuqP8An4IcwwXSn5Fbtm1i7zYa0yWQbl+2iQzeO0qoaRouu+tGIlOK1p2y4HV0RRoUKznRbbtvtxXA0mH+TrbNvRGsKJmBfuAT2jLBqg8dTe1HqHpKUtsEZjbeysVh7zW79zCi4IktiNTIB+trxHCrFPF6y/KvIlaWnHJRRGtYDFNGVbTA7mDkg+gjfUPHqOTNsdK1Wr6q8zvgWLiebt6cJbuisXpOCy+/U2rSNd/pj5jXJ3Z2Je5bsWubW5myguzpBOYiWC6TBA9VI6TjCOra6++s4NfRbd6rlw2Pu4G6+YW25nnLM6a+EXOH8vZT2nT2ai8P7KnM/wD9P77iM3yabVGpGF9JvN+Stntjq+/E1+zocX99wL8m21SJAwhHWLzfkp7Y6vvxI9mw4v77jEcutiYjB4hLeJFsObauObYsMpd1GpA1lW+6o5zzj8/cXcNRVGLiuNzOVJZNTsBMTzStaCRLQSzA7zO4emvO6QjhXXbqSkpZbLGHsKpi3y0Xa/Xwy4Fs1zaBBBKEHeDduGfuqk44J/rn5B/hiu9s/P8AobGHxfkWffburDkcB0p+CNf+J1Ol5/0KGHxnkWPfbuqORwHSn4Ij/Ep9Lz/oqdrW8QLyB1thsjRDMREiZMb67WjJ4ehSlKk21ff2F7R+i6uAq6kLNtN5v+jtm7ikEKVUdQuOOrqH7o9groPSFJ7V5f2dt08U9sIeLJKbQx4/3T1/TXKjn9Ho+RHI4noQ++4x5qyefOVICgPS+RP6onpf4jXQwvw/E85pH477vQ9E5O4cJaa/cyslv9Isb5hldDpOvREHSufjauvVVGDabyfk0/XrNuFhq03UlmlmvO6LvZXJm2lnJd6ZLK7BTpKjRB2a6njVKtpGU6uvTyysn27y3SwUY09Weed39DM8pMDzd3UiXliFByrrogJ3wI6vRXVwNblKdluyz2vrfA5eMp6k89+eWxdR5xyzWMTZ7bTfFWdV3qrsO/8Ahr3397iPsPZb4q/bsWyoe4YBYwBAJJMDqBrCpUVODk9x7CrVVKDm9xuh8kWL8/Y/+f5ap+04cGUPa1Posq+UPIC/g7HhDXbToCs5C09IgAiVgjUca3UMbCrPUs0yzh9IQqz1LNMxe0Porn2TVur7jN+N+Xn2Gn2fbLLbUbyFH3CrE6saVHlJbEr+R8x1HOrqreze4XkQptyznMRw4V4Or+KsVJ8pSS1dye9HdjoqilqyvfiZTamBNm4UNev0TpKOPw6rRVtz7TjYzDPD1NXwOB7YA6IJGWdWEyGnjwlfWOqr1pX2+nV/ZWvG2z7+7DArYaxQqALFQQKFQCJf/Wtnf+9w3xiqGP8AhePozo6L+JLsPea8ydo8T+W/khF3w5XCI+VLhOaFYDKpOVSekAB6R2is4VHF2vZdl/5RNk0UnJfk5jxgbmJtstyyklFAeWXU3HWQCQpExxl43RVbFU+UetCTvse7Z4lrBypX1auzj98Tuz9vA5VcdhbTXq0A46VRdWrTXGK3b7dp1auBiryi+41XIrZVw4+4BaK5QouM6suRR0sqjQZmMcNwnhrZ15zmorJLNnIqVLqx6y11RvYD0kVbuVjxP5ZtoEYkA3LhUqDbCv0IgBtQYzZpnjBHWK34TlpVGoaurbftv9CXGnZOVyN8lnKIWcReyLdNjmxmXOSM5K5fGMTAb1VjU5fNVmm77uHgHGmr6hSfLDtbwrGW7gQoBYW3qZmLl1t4H740q9g/cfb9CYmMt4S4wkKY6zoPaatmRt+S9srh1BEGW+I15PS3zL7F6HpdF/LLtfqaTZuB5wMzOLdpIzuQTv0VVUeMxg6dhJIrnwhrXbyS3lqrV1LJK7exfy3uRLW1gm6K3L9snc9xLZT+YIZA7RMVlak97Xbb+DW5YiObUX1Ju/dfL0ImLwzWna24hlMHj2gg8QQQQeo1qlFxdmbqc4zipR2My/KH9Ztfw3+IV2MB8tP9y9CnP5yH7X6kvYGxbuMum1aKBgjXCXJAyqVB1AOvSHCtiLVevChDWne17ZEhdiL+2YP+rc//ACqbEc4f+ufgvqeZmvQnkTlSAoD0/kLbnCWxIEs4k7h0zqeyr2HlanftPO6Q+Ya7Dcbdxb4ayjYeG1BfIsRpE9vDXWvF6bp1sRG2dk++3D+rHYwEqdK2zZ9/+ieSHKS++eQCO0GBrHCuZoijKlJxz1befV/JcxdVOzVrl1j8PZvsM99xc0UAAEAndACgnXtmvXYWvUpL8sFbe88++9jiYilTqO8pu+zd6Wuea/Kzh2t43DqxzEWW6WUrPT6uurOGqRnK8Vbq2nZ0HTcKzTz8iP8AJswG0sNJjpMNe224A9pFbMZ8CR6HHfAl97z3xsMxuFg2ScmqgS2XNKtmBGXpcIO/WuDrZWPO6ytYyHyi2jb2TcViAxuKYndmvZwg68oMehau4J3xCa+8i9gHrYpNcP4PDNofRXPsmu5V9xncxvy8+w1Oy72QW26gp+6tmIw6xGGdJ71Y+Zwq8lW1+DPW1xgW2CYYwJCncY4de/0V8/wmhqdJWqPW7dnh9T0NXE62ccjO8qsOlyybpCq6RlIIGYFgCGGsmNQdK9Lom1CpydNJRe2y4I5eNWvDWk80UFp2hYaxuG/eNF39o3equ3JK7ykUE3ZZo6HcMxzWRMA7hOkgx6xupaNlkyLyTeaGHsSxJddZaQRG/Xq7dOz0TmpWWSZrcc82jlqwD9cD0+sf2HtqXJrcYqKe8brIwZA2jdyX8A3k4yw3saa5+knag31P0Z0dF/El2fyekbX5RvcUJaOUzJecug4CvFTxSa95Hauiu2lj7t22bbOrAqR04ZZjQsD40EA61r5xFq0pEqSI2A2+6kWluMgQZVgEIBEAKSMrR2TwrLl4xjfW8xdGVbZ+FtYwsSgyhbwViygGVE5tPrEGAd7egUjLWs08tneW3ipOko7+PUXq/KFb502rZRnYEtBJEp0FXMTmdmA01OkVblHUg5S/rvKlyPe5V4l5AtC2eBZG1mdOjm3QPbxqu8TTWySY1kZjb97EYlQt7m7iAglStxd28qRakNGk7usGoWJjfb6DXiZu3h8TazC1dNhCxISSQARMs0SW0C7vuqxziHb99xg5xIWLvXkcBr2YkDVWYiJPWBrv9tdfR09ak2r7f4RnBprIhXrjMZYkntJP41fMzb8k/wBWT0v8RryelvmX2L0PS6L+WXa/U3vJ/ZjYuyLKkLFy9dJiZK27Kosab87a+mqtKm6kdVcW/JfUYmuqFTlHnkl4uV/QrtgbOOJvJaDZc89KJgBS26R1R6600ocpJR4lnE1uQpubV7fUkbekPbU+MlpLbHrKlgD7uWprKzS4JIwwucZSWxyb8f7uYrlD+s2v4b/EK6mA+Wn+5ehpn85D9r9TV/JT+uXP/bXvit1tiY6U+Av3L+TK2cLcgdB+H1W7qg6UpxvtRhTXojxRypAUB678neGzYG2f3rnxmt9Kdonnser133GnsWwJ06J6PpiqWNvVSW7h6k4RqNyRZ6ENb0I+8dvXWihRi3qSWTV+/wC/4N1ao0teO1Ox27eldwDZswI0K/ZjgdPZVmjTdOTSz6t3eU62IU1ks/TsMF8p2Ma7isNm3rZcTO/pyPRWdGlyc+09J+H6sqk/zbVcywq6euLXYG3L+Duc5YcqdMw3qwHBl4jf2idCKwq0YVVaSMKtCFaOrNEbGXg9x3VQgZmYKNyyZyjsE1shHVikzdTjqxSbuQ9ofRXPsmlX3Gacb8vPsNJhfET7K/gKuw91diPl1T3n2sfFS0jAWXJ3kn0msVCMdisG29p0VJiKFQBQoQLFQQKFQCn5S3QosErmIvIRrEEAkHt9Fc7ScVLDyi96a8mdbQ0FPEaj32Xi0WGz7+LvqWt2lZVOUkuiaxMdNhOnVXhvZsOL8j2FTRmGpu0pu/Zf0Ry5jMStx7Toq3EElWYDyYAMwZDKRrxqPZtPizJaLw7ipqbs/vgQyuJliGywQG6SxLZdO3xhW1YGlazHsvD5fml5fQlAYsDXK3YSs8ddP/NYvR9LdchaNw3Tl99wgW7rz+jtSDlPSXQ5Q3A6iDwncalYGK2SZL0Xh1tlL77htsHeMAAKSYEONdJ4k6R1xvqVgob3cey8N05ffcM3MDiBALSSSB011jMevTRTvis+Z0yVorDP9cvvuDFWLtve4ImJUqRO/dE8N9Y8ypmUNEUJbJS8voY/lOxN1ZM9AfE9d3RlKNOk0uP8I5+OwscPUUItvK+fa/oVWf1+muiUzdclP1ZPS/xGvJ6W+ZfYvQ9Lov5Zdr9TUbI2tewzZrTRrJBEg6MNfeP3dQqhTqypu8S1Xw9OsrTRzZW0LmHuC5bIDAESQDvEbqiE3B60Sa1GNaOpPYIu3mc5mMnQT6AFH3AVg227syjFRVkZnlD+s2v4b/EK7GA+Wn+5ehSn85D9r9ROHvuhzI7I0RKMVMdUqZjQVsRfcVJWkr9pMXa+J/ab/wDWufmqbmHIUuhHwX0MPewJHimeyvR6p44h1ACgPVOQfKbB4fBIl28q3AbhKkNOrkjUDqNRfccnFUKkqjko3NQnLXZYAHPrp9v8lYfm+0alhp9B+JBvcscATAxCAeh/y1sWqaZ4XESy1XbuOLyvwH7Qnsf8tbNeNjFYKt0THcs9rWMRibJs3A4FtlJAOhzTxHVURkte53tCLm826mRBt7UwgUBrcsN7C6RPqykeystZ397yPR87p3uqi8BV/amDKkIrK0CCXmDInTLqInX7qmM2nnLyJjjIJ51F4MhjH2vLH31t5WHE38+w/S9Tl++ty3cCEMcp0G/2bzUTqRcWkzTisZQnRlGMs2usvtn7dwqgZ2DdECJZYMDWQPTpW/l4aqSlZ9lzwLwtXWbcLkl+UOCiAYPXnY+0ZO6irxvnPyIeEqWyg/EYG3cN51fYe6s+c0uPqa+Z1+j6Cht7DedX2N3U5zS4+o5nX6PodG3sN55fY3dUc4p8fUjmdfo+g7Z2zh20W6DvO48NTwpy9N7xzKv0fQV/rWH86PY3dTl6fEjmOI6PoJHKHC+eX2N3VjzinxI5lX6PoVHKXa9i4tkJcDZbqsYnQAHXUdtU8bONSm1HN5+h1NEUZ0cQp1FZZeqJex+V6YdCgFpwWL9PNvKZNwMHTXUb68/zat0T2davhastblLZW878BvH8prV+/cv3sjG5vUFgAQqqCDqdy8eunNqvRMqeKw1OmoQqWt1f0ItbYwcnoTMwOcbQe7v7ac1q9EyeOpP/AOq8GOLtHC+bBEg+OwMQJHtzfd1VPNK3R9CefUv9vl/R2ztHCgDNbzERJ5w69emXT/PW5pW6PoS8dSeyqvBibu0cMVIVApMQS7GNQToR2R66c0rdH0Jjj6N7up5MhDaVny1+/uqObVeibPaOG6fr9BX+pWR9cff3U5rV6JPtHDdP1+hQ7exCvcBQgjIBI68zH+4ro4SEoQakt/0OFpOtCrWUoO6sl5sratHPNlyY2rYtWUW6wEFiV1GhY8QDXndI4OtUxDnGN1lw4HcwOKpU6CjKVnd+pc3eUODjosFO/VmPqjLVJ6OxG6m/FFqOPop51E+5jY2/hfPL7G7qw9m4roPy+pn7Qw3T9foKHKDC+eX2N3U9m4roPy+pHP8ADdP1+hSba2pZe/bZbgKhGBOu8kEDdXTweErQoSjKNm2ipLF0XiYz1slFrePWNsYQABlzHrFxhx3xlPDT2nsrZzWr0Sw8dRvlUXgMjaVng4+/uqObVeibfaGH6fqZ1se3ACu7rHlSITUA5QBQBQBQCkQkwN5oB67cAXKu6dT5UR92u6gGApPCgAigOUB1SRqNDQEoY4n6RVftIhveWD7ZpcHStljHStntOZfwkffTIDOIw7JEjQ7iNQe0HjQDNAFAT8Ectu6x4gIP5jLfcv31KBFe+eGgqLg4ons6j/1QCCKA5QC+abyT7DQC7N3L6aJgd8JqbknPCKXAh7+lLkDdvf6NagHVafT/AJpQHDHooA0HbQAOs/8An/qgEk0BygCgCgCgFpUMgSaEnKkBQBQBQC1tn0DrOn/n1VAHra6QOO9uvsA6v87KlIEiyqjcNe2siR0Xqm4A3Qd+tARr2HU7tD91YtEERlI0NQBNALOvp499AO4fFFQVIDId6nd6R1HtFAOeDW31S4F/duaEfzbj91AAwIGrXbYHY2Y+oLvpYCMXfBAVAQizE7yTvY9tANKnX/49PdQHRJ3e3/PwFASLdhfra1KQJduBuAHorIkcFypuDl1FfxhPbx9tHmCqxNjIescDWtqxAzQHaAU2mnt7qARQCw/WJ/zroBUDh95oBDzxoBNAFAFAFAFALSoZAkihIRQBFAEUACaA7QCg5qbg7zhpcC+e6/bS4O5j6fRU3BznaXBxmnfUXA0VoAAPCagC2A47+sUBxUOv+dtAcG6DNAKUdU+nuHXQCSezTqoBxXqbgWLlTckcW5U3AsXKXA4HqbgbxYlfZxFQyCDk6z/esAE9Q9f+bqATFAEUARQBFAdBNAcNAEUARQBFAEUAtBRkH//Z"/>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sp>
        <p:nvSpPr>
          <p:cNvPr id="22535" name="AutoShape 6" descr="data:image/jpeg;base64,/9j/4AAQSkZJRgABAQAAAQABAAD/2wCEAAkGBxQTEBQUEhQWFBQVFRgUFBcVGBcVGBUVFBQYFxUVFRYYHCggGB4lHRUUITEiJSkrLi4vGB8zODMsNygtLi4BCgoKDg0OGxAQGy4kICQsLCwsLCwsLiwsLCwsLC0sMCwsLCwsLCwtLCwtLC8sLC4sLCwsLCwsLCwsLCwsLCwsLP/AABEIAKgBLAMBEQACEQEDEQH/xAAcAAABBQEBAQAAAAAAAAAAAAAAAQIDBAUGBwj/xABDEAACAQIDAgsFBgQFBAMAAAABAhEAAwQSIQUxBhMiMkFRUmFxodEUFYGRsQcjQnKSwVOi4fAzQ2KT0lSCsvFjc8L/xAAbAQACAwEBAQAAAAAAAAAAAAAAAQIDBAUGB//EAD4RAAECAgUICAYCAQQDAQAAAAEAAgMRBBIhMVEFE0FSYXGh0RUWMoGRscHwBhQiM3LhNJJTQqLS8SOCsmL/2gAMAwEAAhEDEQA/AOcZK7y8eCmLhtdaJKRfYpWsTQoh8kGzppTSrW2pvE99JOtsTThT0EU066Y1kjeKSdYJuTqoTmmxQhKu+hCaaCmlT+/jQhJ0eFCelFzoNCBgo5pKUkk0TRJGahEkoPXRNOSM1JEkZqESRmoRJMmkpSSFqE5KMtQnJITSTkkJoQkmhNH7b+7o/ekgBCqSJAJEgaDSTMDyPyNCZGlSLh2PUPEx5b6clGsNFqW8msA6Ab+vpJj50FNtykw1gnmj/ubcPAUwNKg94F/grL5Qp6uk9o9Q8alcqxMm3/pZzNJmoK+Sfbt9PRTSJVzBYN7t1Uto1xzzEAkkxMkdwHlWV1Ja1xBFy1soT3sBDhaotoYG5buMl5WS4DylYQRIkeUUhS2k3KZoJa28WKrFalhXS8VVi500ZKETS8XIoSmuh2thkFjNYtWmwoFvNcQTiLRMZzcBYHMTmAB5JkRFZ2Ezk4mtbZoO73NdGLVLZsALLLf9Q3+5KrtvZVj265atcdCk8i1aFxgwjkovGaiCTmPVupw3uzYcZeKlGhQ8+WNn3Cfhao7vBxLZum9ddEtpZuD7r7wi/MKULjKwIggmN9AjEykLTPTgkaIGzLjICRutt771BtmzZTDYZrTXM722JzKoDRfuqWY5yQRlAAjcAdDpUoZeXOBu/ShGZCbDaW3kYbSsFmJ3mrpLMmRQmkNJNNNCaQNFCckhbXupJgWInQj+4oTkoyOqkpJhahOSTNSRJBahOSM1E05IzUIkjNQiSaWpJyTc1Cck1jSTkkBoRJJPfQnJJNCJLqODOKsW7JS7dKHFO1u5lVXC2hbKIbjFgUHGXeM0Df4KmKoiBxMwLlrgljWyJvVzB+ziwEiwykWnKh3zvct4LE8Zx0NoBiHAWIkMsaRRJ5dZP2R6Jkwg22XsH1SocKIY8TacIjfds4bO+Ev8aOeQALgtQBuOn4jLLXC/3aFWIjHdkd914PrJOe5hIuG0lpMguIj5m5YfB3DJluV97lX/ALiN1Ntby8+SjEqXTGm78eamxeOsC3fVDYBuWBFvMpCZLq8njgxDtlzMNzckSJiVNxIJnYfdidRoaQ0ATHu3T57FXtjDXbuIzcQtpXu2rSrpCKr8VcVmuTqSmqhpgTA3o15C9TAgguuHvepVuYV7ivd9mM2sIpBJULbSyExWimeMDBQoOsDQGiRaLJ6f13JEh5mZSkPDT3+wsHbGLt/dLZVFAtIWZZLl2QZwxmBB6AB01cwutJWeK1kgANC637KNk3zdbF2gjJbm0VclS5ZQSEIBCkAqZPh0kjlxvuHeu1A+03cFP9quxsQzDG3FRUIWzkVizJBYqXMAGSTu3aDXfUWdob1N/ZO4rzgW67Ml5ysukwVzOveND8qmsDxJJjgQJAno8J6aEMtsUWBuaR1fTrHhTTeF0B2ihtOtqyls3VCOyu7SuYMVVWJyyVHXVQYZgkzkpmOA0hrACbCZm7YDdxVW/wAIQ1y6zWBN5Al/LcdS7KytmU/g1USuoNIQCAADdctZpYJJLbxbbeoMdt7jLboLaoGt2LYAZjlGHJyxmkmZ6T0U2wZEGePFRiUqs0tlKYA8FUv7QD4e3aa2M1qQlwMQcjOzlSu48p21qYYQ4uneqzFDoYYRaLis4ipqlNIpKSaaE0w0lJMNCkmmkmhWpJyTG0NCkmMaSkmGhNE0kIBoQgmhNITQiSQtSUkhahCbQmkJpIQaaYSUkKyliBLfAdfeT0CnKxQLrZBPF07gRp+lfU05pVQouMA3anrOvlSTlimO5O8k+NCYkE60s79w30wkU57s6DQUJSTJpJyS600rAup4NcNcTgrJtWRayli5zqSZIA3hh0KKoNFY4zK0tpz2tAAFisbd4d4rF2DZvC1kYqTlUgyrBhBLHqobRGAztUXU+IRKQXM1qWFWsLiCjSPiOumqnNmJK++0lIgroRB13UpKoQ5FVQkaqZjq3ipKau27dw65DJ/EpAJ8RuNTzblWSLkXcK51ie4wD9f3ozbsEVgofYrnZ8x606jsEVhik9hudnzHrRUdgisEhwNzs+Y9aKjsE6zcU04C52fMetLNuwTrtxSHZ9zs+Y9aM27BOu3FMOzrvY8x60s27BSzjcU07Nu9jzX1ozbsE86zFV8ThmSM4id247vCoOaW3qxrg65OGzrh1C7+8etTECIdClMI923ex5r60fLxME5hMOy7vY819aPl4mHknWCT3Xd7HmvrS+XiYeSdYKO9gLiiWWASBvG87umq4rHQml77AE6wTfY37PmPWud0nRNfgeShnmYpfZH7PmPWjpOia/A8kZ5mKT2N+z5j1o6TomvwPJPPMxTfYn7PmPWjpOia/A8k8/DxUV2wy84RO7d+1aINJhRgTDM5KbXtdcj2dur6VqEJ50LWKLFImB5JfZm6vpRmX4I+Ujavkk9mbq+lGZfgn8pGw8lJbw5Gsa/DT+tPMvwSNEjavkmvZcmSPMetLMxMEChxR/p8kcQ0RHju30Zl+CPlI2r5JPZm6vpRmX4I+Ujavkj2Zur6UZl+CPlI2r5J/ENAEeO6nmX4JfJxtXyUbWyN9RcwtvVUSE+H2hJTLhH7PmPWue7KNFaSC+0bDyWUxmYp4wj9nzHrR0nRNceB5JZ1mKcMK/V5j1p9KUTX4HkomKzFPGHbq8xR0pRNceB5JZxuKX2durzFHSlE1x4HklnG4pmaugpSTw2lNKScrxuoUZLqLJ5K+A+lbW3BYzen00kUIRQhFCEUIRQhFCEUIWJwi3p4H9qzx9C00e4rRscxfyj6V0GdkblcVJUkIoQihCo7XHIX/wCxa5+VP4r9x8ijQdyq18vWRFCEUIRQhUNpjVfj+1emyD9t+8LVRzenLur17eyF66H2BuCKkpooQihCVVJ3CfDWi5CQGhCKEIoQihCq43o+NZaReFy8o3t71q2+aPAfSvnFJ+8/efNeadeU6qVFFCEUIRQhZAavoy3yTg1NKScGoSkutw/MX8o+lbm3BYHXlSU1FFCF0HBHD22N03rJuooWSJJtyW5WQasNNYkiN2+MdMc8BoY6RM+/vXRyeyG4uMRlYCXdfo0+i7azwdwTqGS1bZSJBBJBHWCDXJdSqQ0yLiu42hUVwm1oIVXG7IwaEIuHW5dIkW1JmO05mEXvPwk6VYyPSHCsXyGPLEqqJRqK01RDBdgPM4Db4WrzRhqfGu8vMG9JQkihCxuEA1TwP7VnjaFogXFaFjmr4D6V0GdkK9WcHhWu3FtoJZzlX1PcN/wpRHthtLnXBSYwvcGtvK61OBdvM1r2hXxATNxcZR0c6CWjUboOorlHKT5B9STZyn7sXRFAZOrWm6V3u1chibeV2UjKVOVl6mGjD4Ga6zDNoN65rhIkLP2oOQPzrWHKn8V+4+RUTcVTr5esq6XgHsIYrEMGYqLa59ADJkAAz8T8K10OAIr7dC35Po4jRDPQun4Z8EVXDXL/ABrk2+UqkCIORcvcOTPiTW2lUUVC6dy6FNoQzZfM2fpeZ1x1wFTx45vx/avT5A+2/eFogm9IK9c24L2EPsDcEVJTRQhaOxsGjl3uzxNlOMuBTBflBUtKegszKJ6BJ6KqivIADbzYOfckprvCTE7rdxrCDm28OTZRR1QkFj3sST11EUeHpEzibT73IkrGGxBxs2roBxGVmsXgAGdkUsbN6IDhgDlY8oNGpBioubmfqb2dI9RhtGCLlgA1pTRQhFCFVxvR8ay0i8Ll5Rvb3rVt80eA+lfOKT95+8+a8068p1UqKKELpeAewkxeIZbkZUTNlOaGJIXXKynSZ0PQK10OA2K81tC30CjNjPIdoHvBdbd+zKyWJF51BJIUAQJ6BmJMDvJNbjk1k710TkmGT2ivEQa9YsMk4NQlJLmppSXZ4bmL+UfQVvbcFzXdoqSmoooQu2+zLnYjwt/W5XKypczv9F3Mi9qJ3eq6m9sohi1i4bBY8sKAytO9graK/wDqHxBrntjWSeK0rv8AvDZ4SXVdR7Zw3VZ34b5Y7fGatYLBJaUhBvMsxMs7dp2OrGq3xHPMz/0rYcJsMSb+zvK8Yuc4+J+teoFy8W68ptNRRQhZG3Rqngf2qiNoV8K4q9Z5q+A+lb2dkLQt7gjfS3iOMYSyIzW1kAs2UiATpME/OslOa58OoLiRM4LVRCGxKx0CxddiuE2HDG57Td5v+AqjRvzBd/8A3RXLZQoxFWoPyPKfoui+lwga1c7vfNed4y+blx3O92ZuuMxmJ6d9d5jKjQ3ASXGe6s4uxWftIcgfmFYsp/xX7j5FVuuKpV8vWZdv9l20LNm5fN64luUULnIUGCZgnTq+ddHJ8RjC6sZLrZLisYXViBdeup4XcIMLcwd+2t+2zMhyhWmTvAEeFbKRHhOhuAcLl0KXSYLoLmhwnJeP1wl5lV8UN3xr1Hw/9t+8K2Gb1HXrW3Beyhdhu4eSSpKxFCF0/ATBpfvHD3P8O41trgBgstrOcsjUSzWxoRWOmPMNtdt4nLvl+0iqHC/Zi4bHXrNucisCkmSFdFcCTqYzRr1VbRohiQmuN6Bcul4ObAtLs1MdqL6YlHVpMKiYhUcFdxGUO0xNZI8dxjGDokfGU0ibZLgV3CukVJLQhFCFVxvR8ay0i8Ll5Rvb3rVt80eA+lfOKT95+8+a8068p1UqKKELufslcDE3pIH3XT+da6OTT9Z3Lr5IP/kduXX7YWwbzG/be6TGQorMAmUcklenNnPxFb4lSt9QmunFqVvrE8Ny+eJr0i5KUGhKSWaaJL0TZfE+zg3JzcgrlOpAQkqR1NuzdBjvFazXmKt0vfhhpWEZqq6vfPR5bjdPQZLUXC4cOWzpHG6LnVl4vjo3ESIUdJMgzNUl8UtlI3YG+XNXiHADq1YX3TBEq3jdw0rBXdWwrni5S2b7JzGZZ35WKz4xSLWuvE1Jr3N7JI3GSl94Xv4t3/cf1qGah6o8Ap56LrnxPNHvC7/Fu/7j+tPNM1R4BGei6x8TzVapqpFCEUIWVtoar4H9qojaFdDN62tn27RsEueUsFQGCswCHkiQemOitJLwWht0sFuYGFhLr/0rmLweHyvkfmqQsPbOdgbnKIMH8KaDUhpE1BkSLMTF5wNl378LVY9kKRkbhiLTb+vGxIMJhyxHGMoDMAS6GVW4ij8I5wZmB3ADpAJp5yMBOWGg4E46LkqkKcp46RoIGGm9V9o2raqnF6mWDEujHfI0XuMZhoY6DpU4Tnkmt5H18lGIGACr5j0WRj+b8RWfKf8AFfuPkVmidlXcBYsNZTOEDRcGtxVZm4u6UaSxyAEW1hlGuUyZIr5xDbDLRPbp2H3crYTYRYK0p26dh22aNG1Kdn4UHW6YLqgi4h5DNHHGF0ESeL3iNTqKM3C0niPH9IzMEXnTiLsf1eFl7RtItwi2SVgbyjGSBIzISp1ndVEQAOk334LPFa1rpNu7vRVqgqlHeG6vU/D3237x5KbSrWCGHFlzeDFxcBXIeUVVWJQgnRWgLmiVJU7pB9Oc5MVbpe/DDSvaQuw3cFcu7PwxuMRcARrrqqpdtCF4zEgauSQoW3hjmMyLhiSREQ+IG3WywODcNNp8FNVNpYS0qzbcOwKg5biQv3VomFyhrks1wZhEZdRM1OG5xNol3HE+GixCpYLGPacPaYq6kEEdxBEg6HUDf1VY9jXiThYmn7Tx737z3rpl3MsQIGgAAA6AAAPhShsDGhrbghTrtu+MMMMHizmZsoGpzghgT0rq2nf4VHMsr5yVqUlnVamihCKEKtjOj41kpF4XKyje3vXS7NtocOxi21zQEXHyZUyc62MwzNPidBpqa+fxQ2vEunWN+GxcNobVcbJz0mVmxXr2z8MpM3C3JkBbts8oLeJGbJypNu2BoD94J6qiYcIaeI28h4qZhQROZ0Yjbs2DxRf2fhVgi4zjlkw9oaKtwqm4kGVticsHMdxgUOhwhpx0jb+kOgwRpnfpG2zy0SVHa+Et28nFuHlZaHW4A0ncQBvEaETVUVjWyqn1VUaGxkqpn3zWfFVKhc9NfQ11UoNNKSdNCUl0Nnal0KALQgADnDoFZzluisNUutFlzuSwuhw5n6uCf71u/wAIfqFLp6ia3B3JRzcPW4Jfet3+EP1U+naJrcHckZuHrcEe9bn8Mfqo6domtwdySqQ9ZL70ufwx+qjp2ia3B3JFRmKUbUf+GPnR07RNfg7klUZilG037A+dPp2ia/B3JKo3FL7zfsD50dO0PX4O5IqNxSjaTdgfOjp2h6/B3JKq3FV8XiC8SIitEGmwqUCYRnLYR5gKTQBclG1ANDGmnT0fCui2K+QkF3WZDyg9oc2FYbR9TeaX3uvd5+lPOv1U+gcpf4v9zf8Akj3svd5+lGdfgjoHKX+L/c3/AJJfey93n6UZ1+COgcpf4v8Ac3/kkfHBwQOjU79w+FU0itGhmGRKdniJLJTMl02jw68aHITle02ncSq/Hr1+R9K8/wBWGax4LnZp+COPXr8j6UdWGax4IzT8EnHr1+R9KOrDNY8EZp+COPXr+vpS6sN1jwRmn4IDg7q30PJooQLQSZ4y9Ei0tvTTZ/vSh2WqIwlpfaLLnaO5ddmWHNaBVFiTif70qPTtD1+DuSl0y7VHFJxJ6vMUdO0TX4O5J9MnVHFIbR6vMUdO0TX4O5I6ZOqOKabZ6t5jeN5qyFlijxSQx05Ak2G4dytg5UfFeIbGgkmQt0lPOFfs+YqHTdG1uDuS7PyeUv8ACP7N5o9ludnzFHTdG1uDuSfyeUv8I/s3mk9mudj+YetLpuja3B3JHyeUf8I/s3mk9mu9j+YetHTdG1uDuSfyeUf8I/s3mqmNtsIzLG+NQfpVjKbDpNrDOW/1XJylBpEMtz7Kt8rQfIlSrjGAjKNNN9ct/wAPiI4vrG23RpVI+HKa8Vg2w23t096X25uyPnUerY1jwT6tU7U4t5o9ubsj50dWxrHgjq1TdTi3mj25uyPnR1bGseCOrVO1OLeaPbm7I+dHVsax4I6tU7U4t5rLrsLIloSSzTSW/a5o8B9K8DSfvP3nzXMdeU6qVFFCFYwmBu3Z4q29yInIjPE7pyjTcak2G5/ZE1YyE9/ZBO5WfcOK/wCmv/7Vz/jU/l4uqfBT+Wjah8Cj3Div+mv/AO1c/wCNHy8XVPgj5aNqHwKziKqVKKEkUISNXqvh77b948kwszEc9vE/WvWM7IX2Kh/x4f4t8go6ktKKEIoQrWA/H+Q/tUHXjevN/FH8Ifm31TK0rxCKEJQpgkAwIk9AndJ6KE5JKElZwm41mpF4WaPeFYNfMaV99/5HzWdFUIRQhFCE071/MPrXSyX2on4OXQyV/Nhfk3zC0Kzr7AihCKEIoQsjb29Pj+1d/IvZf3Lx/wAU9qFud6Kk2+vWM7I3L01G+yz8R5JKmrkAUkLQ2vsS/hsnHpkzjMnKRpA6eST11XDjMiTqGclVCjw4s6hnJZ9Wq1Uq5S+VJRQhLQElv2uaPAfSvBUn7z9581y3XlPqlRRQhdJwQ2tiMOLxw1oXXY2wy5HeFAuGYQg74+da6LFiQwagmbPVb6HGiwg4wxM2aCccF6ra2gxVCWQFrRc8htCAmnO/1Gu0HmzcvQCIZDdPyTnx7AMcyaW845Db4OnO7qK54JmIZX6F4RiOe35j9a82/tFeSf2io6SgihCQ16r4e+2/ePJMLMxHPbxP1r1jOyF9iof8eH+LfILc4GbLw9+7c9qdktW7efkc52zqqoNCSTmiAJPRWelRXsaKgtKhS40SG0ZsWkrRfZGBK4dgMTndZu2xlgxaZsyOQQBmAneYmBVQjRpuFktB71SI8ebhZIXHvw971zG1cPxd+7biMlx0jXTKxEa69HTrWyG6swHYt0J1ZgdiEYD8f5D+1DrxvXn/AIp/hN/Nvqo60rxC6vZXAi7cBdm5CnK5t23vFWG8MsozDeJtZ9Z8awxKc1pkBbtIHPjJbGUQm03bLeXCa9PtYFEsRai/hboZbyW7doBVKkF7YtKC0EBSpzNugypDcUvLn/VY4XEk8Z+M7B42dENAFlrTf7C8P2patpfuLZYvaV2Ftj+JAdD3+PTXpYZcWAuEjK1cV4AcQ25Lg9xqikXhY6ReFOa+ZUr77/yPms67PgTwLXF2nu3ndEnIgSASQNWJIOmsfOtFEoYitLnFdShUAR2F7yQNElfwH2bqbzJcvsVSM2W2yFswJXI7Sp74mN1WsycK0i67YrmZKBeQ512yXG5czww4P+x4jICWRlz22O+NxDRpII+lZKVAzL5C5YaZRsxEkLjcsI71/MPrWnJfaifg5WZL/mwvzb/9BXmOhrMTIL7AF0fCLZVjC31tBb9wlFeeOtpqxIiOIPV19NaI0NkN1UTPeOSwUWkRY8Mvm0Wkdkm7/wBgsvEcShZXsYhWXerX0BB6iDhtKqNVt4PiP+K0tzjgCHNkf/yf+at8LNkJhcRxVtmZcivLwTLTI5IA6OqrI8MQ31RgqqFSHR4VdwE5kWLj9vb0+P7V2ci9l/cvNfFPahbneipNvr1jOyNy9NRvss/EeS6/gfwaVlTE4lS9tmyYewsZ8VdBjKOpAQZJ00M6CslJpBBMNl+k4DmslLpRBMOHYdJwHNdI2w8ImJ48WpvlQy4HQ21uRmN7OP8AIAg7t+kTyBkz8V0OrOzW0yw3+9qx/MRXQ6hP062mWG/3daue+0nB31ezcv3+ONw3lHJyhDau5WCjs6rAJ661UF7CCGiUpcQteTnsIc1jZSl3zC4yt66So1yl8rSihJOoQt+1zR4D6V4Kk/efvPmuU68p9UqKKELuPsreL17VhyF5qlzzj0AGujk7tOXWyUZOcu6S9pb5V3/Bb/Kb/wCP/RXSndfdhu2Lr1rrTdhu2KttDa1q0CLl5kL2oQOhXMRm0Ep3j51B8RrbHGUwoPjMZY50pjD9LxrE89vzH61wX9orzD+0d6jqKgihCa53V6r4e+2/ePJSCzcRz28T9a9YzshfYaH/AB4f4t8gr2wdqDD3DcyC4YhQ0RMg8rTmkAggQSCRIBNVxoecFWclKPCMVtWclspw1fi0Vg0onFjKyARxd1PxWyR/i9fQd2kUGhiZI08xt2LMaCJkg328Qcdi5rG4g3Lr3DoXdnOpOrEk6sSTv3kk1ra2q0DBbWNqtDcE/A/j/If2pOvG9ee+KP4Q/NvqmVpXiF6fsj7U0t2LaXMOxZFCEoVCnKIBAO7durjRclOc8lrrDiumyngNAITb32lWAzXLWHu27h1aGQLcMQOMWDO4DMOVAiY0oGTIkqrnAjvs3e5INOZeAZrzrH4jjLjPryjOpBju0AAHcBXWY2q0Bc57qzpp2E3GqKReFkj3hWK+ZUr77/yPms69R4N8J8NhNl2pcNcGf7pSM5c3GMEfhGo1PRG/dXRgUmHCgC23DSvQUalwoNGbM222aZzVbDfajLjjMPCTyir5iB1gFRPzqLcpCdrbN6rblcT+ptm9UvtO2nYvrhms3FuGLhOU6hTkjMN6nQ6HvqunxGPDS0zvVWVIsOIGFhnf6LgzvX8w+tGS+3E/ByoyV/Nhfk3/AOgrz7j4VmNy+wC9dfwwAvYpLtm5YdRbtiePsLylZiRDOD0itdIIdErNIuGkc1yqDOFBLHtcDM/6XHDALO29cxGKfPduYeQCFC4jDAKD0D7yT8SarjF8S0keI5rRRmwaOKrA7b9LuSm4e4pLmMzW3V14pBmQhhILSJGnSKlSnB0SbTOwKGTYbmQJOBBmb+5cLt78Hx/auvkXsv7l574p7ULc70VJt9esZ2RuXp6N9ln4jyXsXADA27eEsXC+Z2CRmI+7VsQ5KWx+EEiT1nwAHFpj3OiOErPOxcOnRHOiubKy3vsvK6DjUyscyzlI3iYOFXTyHyrNI+96ySNnvSuA+1pwVwsEH7zGbjP+etdLJwtdub5LrZLBm/c3yXnddRddUa5S+VpaEktCF2WzFT2dtLZuaA8Y2WLeTfb1EtPiebA314iKG14l06xvw2LEwNquunPThs9zWp7DhRKG5I5LCHtliRxwKi5ooUxbbWN4Bg0ZuFdPiNulXZqAPpnhpG3T4FR2MFhZ55JXIQGuW1FzNJYSVITKBrqZmOkUhDhTvw0j3Yk2FAnfhpFv/X6WlgtpJg+Mu2HXM4bkqyEEB1yBRlOUQ7yCPwaGNTa2I2DNzDfuxV7IrIFZ7DfomMdHjhoVQcO8Zpyk0UqOQOaYkfyj5VX89FVPSUfZ4KjtThHdxBQ3gjm3omhWAY7JE7hvquJSXRJVgDJVRaW+KQXgGVyybjyST0kn51nJmZrKTMzTaEkUIUd07q9T8PfbfvCm1T4Q4YWrhvgl+OBTKYYhVYlDrojGFJ3gkHWIPpTnJirdL33r6vAzubh1Lqg8hxC07mx8K73GRweXeZUS7bVcim6UEsCbYGRNWkQ41qoRorQARhoOzxQI8ZoAIwtIN9nisfbWDsIqmw5bluvKdGJVTyXCqOSCI50Hu6a0QnvJ+oLTBfEcZPGgaPfBZNXrSrGC/F+Q/UVW+8b15z4n/hD82+q3tmW8ObdrjTbt/wCKrnR3Oa1fyvGaUynigFK78pUkyKIhiBxqzN0sLxZ326cQV5CGIdUVpafIqSzgbCLm5Je5bY2kvOmRWt3AjEucquGhiraCFbeaiYkRxloBtIBnaJ3WylpUgxjbcRYD78Ey5h8HnIDkBl1IcFUY3kSEDoWygZnmcxUd5ph0aUyOGyegy2YTSLYU7/c/Z3KptTCYdbQNp2d85Vpa2V5LOpIUQ0EKjAxEPEyKshviF31CQ79nds7lXEawN+k2qjhjvqFIvCwxrwug2PbtMhzFAxaCbn4bZU8pAXWTO+CWGkA6186iBhjRJynWN+EztHPBSgNYRbKe3DZaOeCs+78KMma4TmyK2W4nJzMQzzl3AQYIB66rzUISmcNKszMASm7DSPG5IuBwhCnO5nKSoe0MpKKShLZZgk8qI0jQ0s3BvnxCWagSBmfEYXWyWNikC3HCmVDEAgyCAdCDAnxgVmcAHEBZHgBxAUDb1/Mv1ro5L7cT8HLbkr+bC/JvmF0mHWzxOZiA+R7caSGVXuLdg9cJb8SYgwagKlWZvu9Z+i+rPMSvIXTB8hLzP6U+IwuG1AeMqcnK9tix4y+Q7HTMYFnkjlAMB0aNzYeOjZif1ZeoNiRsLzgRobYL9tt1iz9pWbasBbMiDPKV4h2A5SgDVQrR0TFQeGg2LRCc9w+ocJaNu2xVKgrVkbe/B8f2rv5F7L+5eO+Ke1C3O9FobEawLZF3IHbEWkllVitszxjcrRQN8wdYnSvRvD7Kt1Xiu20RDDZVnIM4y2KXA7Mwb5c10ryUzzdtjV0tFmUFRzWe4Csk8jrEEfFiichwO3zVj40YTk3HQcT5yHiohgMKbchybgtglTdtqGYpZYkMU0g3Loy6k5N8gzKvFrSlZPA7eQ8VMxItaUrJ4HE8hbtVLbmGs23AsMXWN7FGnlEBhkPJkQcrQRVkFz3D6wrYDnuH1jz9VnVcrlRrlL5WihCWhJdDZwmIKiLaxAjlDdGnTXNf8OCI4vmbbdGlZHQGTtKl9gxP8Nf1D1qHVpuJ4KOZZik9ixH8Nf1D1p9WW4ngjMsxR7HiP4a/qHrT6stxPBLMsxSjBYj+Gv6h60dWW4ngjNMxTvYb/wDDX9Q9aOrLcTwSzTcUew3+wP1D1o6sNxPBGabij2K92B+oetPqw3E8Es0MUnsl3sD5j1p9V24ngnmJ6VXxSMsZhHVrNbKLk4UIFoJtxl6JmEWJDs8nWN+u8elI5Zo7DVJusuOhfQoEbKwhNDYLZSEvq0S3pRs49/zHpS6co+PAqzPZX/wM/t+0nuzx+Y9KOnKPrcCjP5Y/ws/t+0vuzx+Y9KOnKPrcCjP5Y/wM/t+0+3gImOkRv/pQct0Yy+rgVgyhR8rU2FmnwmgTBscNHem+7zVnT9Gx4Fcfq/lLUH9hzR7vPXR0/RseBR1fylqD+w5o93mjp+jY8Cjq/lLUH9hzSe7zR0/RseBT6v5R1B/Yc017JTf0/tVsOnw6XazRsPquZlDJ9IohaI4lOcrQfJIcSBpp51y3/D8OI4vmbTPRpWhnw5TntDg2w23jT3pPah3edR6tw9Z3BT6s0/V/3Dmj2vw86XVuHrO4I6s0/V/3Dmk9r8POjq3DxdwT6s07V4jmkOK3btCD09FaKPkNsEuLSbQRo0q+jfD9PgRWxQwGqQe0NBnip/encPmfSqur7dY8F6r5rKv+Bv8Ab9pPeh6h8zR1fGseCPmsq/4G/wBv2k96HqHzNLq+MTwT+ayp/hb/AG/aPeh7I+Zo6vjE8EfNZU/wt/t+1Ux+INyNAInd8K10agfKAgGc8f0vO5djUl7mfMMDb5SM53KYbNuETl3684dNddojSEgPfepw/iaIxoZUFglp0I92Xex/MtOUfAe+9T60xNQcUe7LvY/mWiUfAe+9HWmJqDij3Zd7H8y0Sj4D33o60xNQcUnuy72P5lolHwHvvR1piag4rGrnLz6KaEUIXpGBX7tPyL/4iuww/SNyxvvKkdqmFFFpCzBQJJMATE90mh7g1pcbApNBJkFv3eDsogthhdukOqseZbyDPnPczKJiTMQa5jKfJxLyKrbCRpM7JbwtzqHMAN7RtlgJWz3FaGM4IAAlSWbIqqq6A3I5TsWPJXpj/wBVnhZUJsdiZk4YADSromTwLW4WDbidi5O5bhiNDBI01Bgxoa7LXVgCuSRIyUbCphJRsakFJMIpqQMlh8INCngf2rBS7wpOtCtJuHhXzuP9128+a+tUb7DPxHklqpXooQihCKEIoQihCKEIoQqG1Dzfj+1ehyH2X7wvE/Fo+uFud6LLu84+Jr1TOyF6uifYZ+I8k2pq9FCEUIRQhFCEUIRQhFCEOeT8T+1ZKReF474o7cLcfRdXh+Yv5R9K6DOyNy8gb1JU0kUISohJAAJJ3ACSfACkSAJlABNgU/u+7/Cufof0qGeh6w8Qp5p+qfArgDbynduEz6VxpLQDMTUWakpIYU0L03CL91b/ACL/AOIrqwz9IWRwtKRkq6agr+xcOhuTcYKoHTmmesZeqPOsdOiPbD/8YM+5aKM1hf8AWbFFtrhHiLV4gLKnS241leoEdE9FfPKfR6TnTN7gJzABIFmwaV6qjRYNW0AnErrNm7cuPaXjQFBGpIJJ8AdCa61CETNNzoNbTo8fVZI0QFxq9lVsJsm3cus1q6XYSzh7eYGT/piD513TS3shhr2SFwkZed65XyzHvJY6ZvMxPyS4jYgyuxVc7clQ0ggn8Xd8ahDykDEEMOuvTdQXCGXkX3Ll7+AKMVO8dWo+BruMjBzZhc0tIMlE1iph6S5rhUsNb8G+orFSzMhWNtCsW+aPAfSvnkb7jt5819bo32WfiPJOqtXooQn2bZZlUb2IUTukmNaYEzJRcaoJwXb8JuBVrD4XjUuPmQrnLQQwZgpIAGhEyBrujvrbHorWMrA3Lj0TKUSNGqOAtnJT8Ndi4S1gVeyqq0oLbKZNwHfJ/HyZae6pUmFCbDm3ZLbzUMn0mkRKQWvJItns5W2Lz6ueu6ihCKELN2ueb8f2r0GROy/eF4v4s7ULc70Wdc3nxr1bOyF6mi/YZ+I8k2pq9FCF6V9i+Dtu2KLorkC0AWUNAY3JAndOUfIVyspucA2Rx9Fxsrvc0MkcfReoe6rH8G1+hfSuTnH4lcXOPxPimXdjYdlINi0QQQfu16fhTEV4M5lMRogM6x8V80MsGDvGlepC9kLQimhFCE4jk/E/tWSkXheN+Ke3C3H0XU4fmL+UfSuizsjcvIG9SVJCKEK5shovA7oW4Z6vunqmOJsPd5hWwTJ47/Iqrxzdo/M1bVGCrrHFcUY13/Un0riLSJhVy0bhH1qKnJNoQvVcFa+6t/kX/wARXTY76QszryrVvDUGIoyUz4SIAGp0HrVLox0KVRTC0RAImN1cx1HrPmdPua6LY4DENcIkAkBt69G/qq5kIPZJ4tFk9KzxY5hv+g2G2SU3mLBhoQIB7u/r00mrmwvoqG734LOYr3OrXFbWHxq3SrXXCOsroDkKEAjMPHpnprlx6AGxc60XbV1oNOLoebcb9lizNqLNwzvGmkER0RXWo9jFzI5+sqk1itAcqpLiuHqw9nwf6rVEczIU2CxFrmjwH0rwUb7jt5819Yo32WfiPJOqtXooQup4EcGUxZuNdLC2kKApgsxEmTGgAj591aqNAEWZdcFzMoU11Hk1l5xXbY7g291SlzE3LiLBtI6pGddV44qAbq7tDGk9OtbnwC4SLp4fvFceHTWwzWawA6SJ3bMD7usWLhdr7KykvaRHcfeKbLtkYjlopykCDPNgTrVAi0bSLdNh5LY+j0+f0uJAuNYW4G/zXn+LCi44tmUztkJmSmY5SZ13RXPMpmVy7jK1UVr5W71FSU0UIWXts8z4/tXoMi9l+8LxvxV2oW53os995r1bOyNy9PRfsM/EeSSpq9FCF6F9kW2LGHbE8fdW1nW2VzmAchfNB6+UNK5mUYT3htUTvXJyrBfEDagnf6L0rCcLMHduLbt30d2kgLmOiqWYkxA0B3muW6jRWtrFti47qLGa2s5sgs3FfaNs9Cw44uVJHIRyCR2WiCO+Yq1tAjnQrm5OpDv9PFeEX3lmI6ST8zXoGiQkvTtEgAmVJNFCFIo0+J/astIvC8Z8VduFuPounsc1fyj6V0GdkLyJUlSQihCtbLQG6FLKgYOuZzCrntsoLHoEkVVGJDJgTlIyF9hCshAF0iZX+RXZbJCWLQti5s54JJZ7ssxJ6dOqB8K5MetFfWqxBsAXSglsNtWsw968NFk9TfHSoyWSsE7i2/sj1pySrNUdy23TPyqMipBwXsewWTiEzZd1vNm35MmuXpndu7q0vDrJTu47Um1bZyv4bFoBLQBhjOWRJG+OrfM6R/7qE4hNo0p1YYFh0KdntG40EaEkGY0bNAiNBIA8IqoNiBomrDmy4y93+qZj2QLyTLHVdd4zMDpG7TfUodcm33YFXFqNb9N/7KzMsb9T01pCyykkN2KlVmnNRviKkGJTTfaKdRCdx9KomuK4fXJe14P9VqikCRCsZcr+zsvEH/Dz6Txn8PJ/lzpmn482OmvDRJV33Tmb8Ni+owq1SHfKqLsbL9nC/YrtzD4YGMxMmBDgwDxsOTl1MLalejN8BEthz/e+3yTD45F3DdZftNumSlvYXDEu2ZVm4xRVfTJDZFJIlZOSTHJk9UCRbDtM9OPv9KLXxwAJaLbNOnfp3qOLXF8lsjC2/NuzLq92Mw0LEgWoIGs/ER+mrZZ37/0pf+StaJiYvGiQ/c/YOSbzdpvmaqmcVqqtwTKSkihCKEIoQsnbu9Pj+1d/IvZf3Lx3xV2oW53orOz7mHFh+OXM/GqVymGhVY5T/oY8kneJBG6D6UiIS2qbJe+9d2EIpbDqGyoPTitS9g8C10kPo125udERV4y5lEEzlCi2R1z0nk1WHxw27QPT37mgRKQG3aBoM7h79zVddn4QpPGAHiiYzieMCSGiBoW0jRteb+KpZyLO7Tho9923QpGLHBu04aPfdt0KxtHZeFsyGzczjFVmAZ4a+q6lJXMEtkr/AKvCIsixX3bvLaoMjRn2jduu26LVV29s61YtK9hnh3dFYt/iWwNTlyjTUDpBEHpqcGI57pPF3AqyBFfEeQ8XAHcVzta1tRQhFCEUIU1vm/H0rLHvC8X8Wfchbj6Ls9n3La4ds6hnMBRAmDbYTmmUAbKZE7orTVeS2qZCXqPGxeXa5gYZiZ/R8LVexFrDM1xgcvKeAGEABrkMoy6zFuF6ifEQa6MAAdmjdYbd9qtcIRJO/TvtHCxLesYcuxkBS5KhXG4uMqgEbshLSSIIy6UNdGDQNmkbOdnFBbCmTtx28rdlyy8Uqh2CmVBMHfI8f7+NaWEloJvWd4AcQLlFU1Fcldy9nN8q4pkrW1p3yUJtL1FajIKwOdjNMKRuYjx9RSkpTneFu2OFN9VACWyAAPxHcI6Gq/5h0pSChUaphwzujeiD9XrRnzglm8E1eGF6SVW0Z683rSMdx0BGbG1KnDG+P8u348o//qlnnYIENgVy1wpvG2XZUB6BDf8AKrGxTKaqcZRA0KK7wqdYzoswDAB3+M0Z8i8Jhpd2blTPC672Lf8AN60vmX4BW5sIHC272Lf83/Kj5p+ARmwp7PCq4w5qT1coadczUhSHYKDmyWRtjHvdYcYoUrMRPTHf3VVFiF8pqbJSsTl2wwAGVdBHT61xXZIhOcXFxt3cl6VnxJHY0NDG2CWnR3p3vluyvn61HoaDrHhyUus9I1G8eaPfL9lfP1o6Ghax4ckdZ6RqN480e+X7K+frR0NC1jw5JdZ6RqN480vvluyvn60dDQtY8OSOs9I1G8eaPfDdlfP1p9DQtY8OSOs9I1G8eaPfDdlfP1pdDQtY8OSOtFI1G8eaPfDdlfP1o6Ghax4ckdZ6RqN480vvhuyvn60+hoWseHJHWikajePNVsZizciQBE7u+ttFobaMCGkmeK5eUcpxKcWl4Aqzunp3qMv3V0RHcBJb4fxJSGMDQxtgA06O9Gbup/MO2KXWek6jePNLIoz7tiXWek6jePNS2kB8aefdsUT8U0kf6G8eanGGHf8AP+lGfcqz8V0rUbx5pfZB3/P+lGfcjrZStRvHmj2Ve/5/0p59yOtdK1G8eaBgx/Z/pSz7kdbKTqN480vsa9/zHpTzzkutlK1G8eakt2AN3nVbnl165OUsqxaeWmIAKs7p6d5KujGMBuGnj61eKS4CUgucHpDtAjs+frR807AJzKPbz1L5+tHzTsAisU1sc/QF8/Wj5p2ATDgmHaNzsr5+tL5t+AUphYBIJMxPRIg/Eisc1qFgTGEQYInpBpKU5oD9R9f60IlO9KFB/oQPI0JXJWUj8XnRaiYOhMLHu8qLU5BWdnWw7w26D3fSpMEyqozixhIVpEK8ZHNQ5hPXG7zFSumqS4OqzvKzrtwsZYyarNq0gBokE2KE0oFNKakw45Qjr8umgXpOuKkxK66A7hP9O6mQotNiiyddEk5oikhKEpySmlFs0SRNGWhE0mWkiadxWlSqpVk42hTLQkHI4sUSRWKQ26Uk6yAtEkTSxTkkgUkk4UIV6xiAdDvpqlzVay0KtILdCJp2WhCMtCSbctA76EwSFHc5I13dfrQpCRUBB7x8dPnRNWWKDjf7NClJOW5/qj5mkiST2hu0Pl/ShFQYKhbxBG/Ud/rUAVpcwFODgiPrQlIqJ7ZHeKFIFMpJpaaSWhCvYTCErnUwQdB4VJrNKoiRWh1R2lS4hma1m3AmWHfu+VSJJE1Fga19XYs8CoK9LFCSmtWwd5j++imAokkKdGVN2p/vpqVygZuUUljvotKlYFILQG/+/gKlVAUaxQAOifgAKVmhKZ0pD4fOlYNCJ7U00k5pMtEkTUqIIPXUwLFEkzQ2lI2IFqjioqU0ZaYCJpy1JRQ660EIBSRSTRFEkJKRQlBjUUkLSwmKzaHf9aFS9krQrmWhVqO80REa9ZihSaJqtavHOVnN1ePVQplolNXF1EiiarNiS5bkEdYoQDIzWHxhGnlQtUk0sKE5Js0k0k0IX//Z"/>
          <p:cNvSpPr>
            <a:spLocks noChangeAspect="1" noChangeArrowheads="1"/>
          </p:cNvSpPr>
          <p:nvPr/>
        </p:nvSpPr>
        <p:spPr bwMode="auto">
          <a:xfrm>
            <a:off x="460375" y="160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sp>
        <p:nvSpPr>
          <p:cNvPr id="22536" name="AutoShape 8" descr="data:image/jpeg;base64,/9j/4AAQSkZJRgABAQAAAQABAAD/2wCEAAkGBxQTEBQUEhQWFBQVFRgUFBcVGBcVGBUVFBQYFxUVFRYYHCggGB4lHRUUITEiJSkrLi4vGB8zODMsNygtLi4BCgoKDg0OGxAQGy4kICQsLCwsLCwsLiwsLCwsLC0sMCwsLCwsLCwtLCwtLC8sLC4sLCwsLCwsLCwsLCwsLCwsLP/AABEIAKgBLAMBEQACEQEDEQH/xAAcAAABBQEBAQAAAAAAAAAAAAAAAQIDBAUGBwj/xABDEAACAQIDAgsFBgQFBAMAAAABAhEAAwQSIQUxBhMiMkFRUmFxodEUFYGRsQcjQnKSwVOi4fAzQ2KT0lSCsvFjc8L/xAAbAQACAwEBAQAAAAAAAAAAAAAAAQIDBAUGB//EAD4RAAECAgUICAYCAQQDAQAAAAEAAgMRBBIhMVEFE0FSYXGh0RUWMoGRscHwBhQiM3LhNJJTQqLS8SOCsmL/2gAMAwEAAhEDEQA/AOcZK7y8eCmLhtdaJKRfYpWsTQoh8kGzppTSrW2pvE99JOtsTThT0EU066Y1kjeKSdYJuTqoTmmxQhKu+hCaaCmlT+/jQhJ0eFCelFzoNCBgo5pKUkk0TRJGahEkoPXRNOSM1JEkZqESRmoRJMmkpSSFqE5KMtQnJITSTkkJoQkmhNH7b+7o/ekgBCqSJAJEgaDSTMDyPyNCZGlSLh2PUPEx5b6clGsNFqW8msA6Ab+vpJj50FNtykw1gnmj/ubcPAUwNKg94F/grL5Qp6uk9o9Q8alcqxMm3/pZzNJmoK+Sfbt9PRTSJVzBYN7t1Uto1xzzEAkkxMkdwHlWV1Ja1xBFy1soT3sBDhaotoYG5buMl5WS4DylYQRIkeUUhS2k3KZoJa28WKrFalhXS8VVi500ZKETS8XIoSmuh2thkFjNYtWmwoFvNcQTiLRMZzcBYHMTmAB5JkRFZ2Ezk4mtbZoO73NdGLVLZsALLLf9Q3+5KrtvZVj265atcdCk8i1aFxgwjkovGaiCTmPVupw3uzYcZeKlGhQ8+WNn3Cfhao7vBxLZum9ddEtpZuD7r7wi/MKULjKwIggmN9AjEykLTPTgkaIGzLjICRutt771BtmzZTDYZrTXM722JzKoDRfuqWY5yQRlAAjcAdDpUoZeXOBu/ShGZCbDaW3kYbSsFmJ3mrpLMmRQmkNJNNNCaQNFCckhbXupJgWInQj+4oTkoyOqkpJhahOSTNSRJBahOSM1E05IzUIkjNQiSaWpJyTc1Cck1jSTkkBoRJJPfQnJJNCJLqODOKsW7JS7dKHFO1u5lVXC2hbKIbjFgUHGXeM0Df4KmKoiBxMwLlrgljWyJvVzB+ziwEiwykWnKh3zvct4LE8Zx0NoBiHAWIkMsaRRJ5dZP2R6Jkwg22XsH1SocKIY8TacIjfds4bO+Ev8aOeQALgtQBuOn4jLLXC/3aFWIjHdkd914PrJOe5hIuG0lpMguIj5m5YfB3DJluV97lX/ALiN1Ntby8+SjEqXTGm78eamxeOsC3fVDYBuWBFvMpCZLq8njgxDtlzMNzckSJiVNxIJnYfdidRoaQ0ATHu3T57FXtjDXbuIzcQtpXu2rSrpCKr8VcVmuTqSmqhpgTA3o15C9TAgguuHvepVuYV7ivd9mM2sIpBJULbSyExWimeMDBQoOsDQGiRaLJ6f13JEh5mZSkPDT3+wsHbGLt/dLZVFAtIWZZLl2QZwxmBB6AB01cwutJWeK1kgANC637KNk3zdbF2gjJbm0VclS5ZQSEIBCkAqZPh0kjlxvuHeu1A+03cFP9quxsQzDG3FRUIWzkVizJBYqXMAGSTu3aDXfUWdob1N/ZO4rzgW67Ml5ysukwVzOveND8qmsDxJJjgQJAno8J6aEMtsUWBuaR1fTrHhTTeF0B2ihtOtqyls3VCOyu7SuYMVVWJyyVHXVQYZgkzkpmOA0hrACbCZm7YDdxVW/wAIQ1y6zWBN5Al/LcdS7KytmU/g1USuoNIQCAADdctZpYJJLbxbbeoMdt7jLboLaoGt2LYAZjlGHJyxmkmZ6T0U2wZEGePFRiUqs0tlKYA8FUv7QD4e3aa2M1qQlwMQcjOzlSu48p21qYYQ4uneqzFDoYYRaLis4ipqlNIpKSaaE0w0lJMNCkmmkmhWpJyTG0NCkmMaSkmGhNE0kIBoQgmhNITQiSQtSUkhahCbQmkJpIQaaYSUkKyliBLfAdfeT0CnKxQLrZBPF07gRp+lfU05pVQouMA3anrOvlSTlimO5O8k+NCYkE60s79w30wkU57s6DQUJSTJpJyS600rAup4NcNcTgrJtWRayli5zqSZIA3hh0KKoNFY4zK0tpz2tAAFisbd4d4rF2DZvC1kYqTlUgyrBhBLHqobRGAztUXU+IRKQXM1qWFWsLiCjSPiOumqnNmJK++0lIgroRB13UpKoQ5FVQkaqZjq3ipKau27dw65DJ/EpAJ8RuNTzblWSLkXcK51ie4wD9f3ozbsEVgofYrnZ8x606jsEVhik9hudnzHrRUdgisEhwNzs+Y9aKjsE6zcU04C52fMetLNuwTrtxSHZ9zs+Y9aM27BOu3FMOzrvY8x60s27BSzjcU07Nu9jzX1ozbsE86zFV8ThmSM4id247vCoOaW3qxrg65OGzrh1C7+8etTECIdClMI923ex5r60fLxME5hMOy7vY819aPl4mHknWCT3Xd7HmvrS+XiYeSdYKO9gLiiWWASBvG87umq4rHQml77AE6wTfY37PmPWud0nRNfgeShnmYpfZH7PmPWjpOia/A8kZ5mKT2N+z5j1o6TomvwPJPPMxTfYn7PmPWjpOia/A8k8/DxUV2wy84RO7d+1aINJhRgTDM5KbXtdcj2dur6VqEJ50LWKLFImB5JfZm6vpRmX4I+Ujavkk9mbq+lGZfgn8pGw8lJbw5Gsa/DT+tPMvwSNEjavkmvZcmSPMetLMxMEChxR/p8kcQ0RHju30Zl+CPlI2r5JPZm6vpRmX4I+Ujavkj2Zur6UZl+CPlI2r5J/ENAEeO6nmX4JfJxtXyUbWyN9RcwtvVUSE+H2hJTLhH7PmPWue7KNFaSC+0bDyWUxmYp4wj9nzHrR0nRNceB5JZ1mKcMK/V5j1p9KUTX4HkomKzFPGHbq8xR0pRNceB5JZxuKX2durzFHSlE1x4HklnG4pmaugpSTw2lNKScrxuoUZLqLJ5K+A+lbW3BYzen00kUIRQhFCEUIRQhFCEUIWJwi3p4H9qzx9C00e4rRscxfyj6V0GdkblcVJUkIoQihCo7XHIX/wCxa5+VP4r9x8ijQdyq18vWRFCEUIRQhUNpjVfj+1emyD9t+8LVRzenLur17eyF66H2BuCKkpooQihCVVJ3CfDWi5CQGhCKEIoQihCq43o+NZaReFy8o3t71q2+aPAfSvnFJ+8/efNeadeU6qVFFCEUIRQhZAavoy3yTg1NKScGoSkutw/MX8o+lbm3BYHXlSU1FFCF0HBHD22N03rJuooWSJJtyW5WQasNNYkiN2+MdMc8BoY6RM+/vXRyeyG4uMRlYCXdfo0+i7azwdwTqGS1bZSJBBJBHWCDXJdSqQ0yLiu42hUVwm1oIVXG7IwaEIuHW5dIkW1JmO05mEXvPwk6VYyPSHCsXyGPLEqqJRqK01RDBdgPM4Db4WrzRhqfGu8vMG9JQkihCxuEA1TwP7VnjaFogXFaFjmr4D6V0GdkK9WcHhWu3FtoJZzlX1PcN/wpRHthtLnXBSYwvcGtvK61OBdvM1r2hXxATNxcZR0c6CWjUboOorlHKT5B9STZyn7sXRFAZOrWm6V3u1chibeV2UjKVOVl6mGjD4Ga6zDNoN65rhIkLP2oOQPzrWHKn8V+4+RUTcVTr5esq6XgHsIYrEMGYqLa59ADJkAAz8T8K10OAIr7dC35Po4jRDPQun4Z8EVXDXL/ABrk2+UqkCIORcvcOTPiTW2lUUVC6dy6FNoQzZfM2fpeZ1x1wFTx45vx/avT5A+2/eFogm9IK9c24L2EPsDcEVJTRQhaOxsGjl3uzxNlOMuBTBflBUtKegszKJ6BJ6KqivIADbzYOfckprvCTE7rdxrCDm28OTZRR1QkFj3sST11EUeHpEzibT73IkrGGxBxs2roBxGVmsXgAGdkUsbN6IDhgDlY8oNGpBioubmfqb2dI9RhtGCLlgA1pTRQhFCFVxvR8ay0i8Ll5Rvb3rVt80eA+lfOKT95+8+a8068p1UqKKELpeAewkxeIZbkZUTNlOaGJIXXKynSZ0PQK10OA2K81tC30CjNjPIdoHvBdbd+zKyWJF51BJIUAQJ6BmJMDvJNbjk1k710TkmGT2ivEQa9YsMk4NQlJLmppSXZ4bmL+UfQVvbcFzXdoqSmoooQu2+zLnYjwt/W5XKypczv9F3Mi9qJ3eq6m9sohi1i4bBY8sKAytO9graK/wDqHxBrntjWSeK0rv8AvDZ4SXVdR7Zw3VZ34b5Y7fGatYLBJaUhBvMsxMs7dp2OrGq3xHPMz/0rYcJsMSb+zvK8Yuc4+J+teoFy8W68ptNRRQhZG3Rqngf2qiNoV8K4q9Z5q+A+lb2dkLQt7gjfS3iOMYSyIzW1kAs2UiATpME/OslOa58OoLiRM4LVRCGxKx0CxddiuE2HDG57Td5v+AqjRvzBd/8A3RXLZQoxFWoPyPKfoui+lwga1c7vfNed4y+blx3O92ZuuMxmJ6d9d5jKjQ3ASXGe6s4uxWftIcgfmFYsp/xX7j5FVuuKpV8vWZdv9l20LNm5fN64luUULnIUGCZgnTq+ddHJ8RjC6sZLrZLisYXViBdeup4XcIMLcwd+2t+2zMhyhWmTvAEeFbKRHhOhuAcLl0KXSYLoLmhwnJeP1wl5lV8UN3xr1Hw/9t+8K2Gb1HXrW3Beyhdhu4eSSpKxFCF0/ATBpfvHD3P8O41trgBgstrOcsjUSzWxoRWOmPMNtdt4nLvl+0iqHC/Zi4bHXrNucisCkmSFdFcCTqYzRr1VbRohiQmuN6Bcul4ObAtLs1MdqL6YlHVpMKiYhUcFdxGUO0xNZI8dxjGDokfGU0ibZLgV3CukVJLQhFCFVxvR8ay0i8Ll5Rvb3rVt80eA+lfOKT95+8+a8068p1UqKKELufslcDE3pIH3XT+da6OTT9Z3Lr5IP/kduXX7YWwbzG/be6TGQorMAmUcklenNnPxFb4lSt9QmunFqVvrE8Ny+eJr0i5KUGhKSWaaJL0TZfE+zg3JzcgrlOpAQkqR1NuzdBjvFazXmKt0vfhhpWEZqq6vfPR5bjdPQZLUXC4cOWzpHG6LnVl4vjo3ESIUdJMgzNUl8UtlI3YG+XNXiHADq1YX3TBEq3jdw0rBXdWwrni5S2b7JzGZZ35WKz4xSLWuvE1Jr3N7JI3GSl94Xv4t3/cf1qGah6o8Ap56LrnxPNHvC7/Fu/7j+tPNM1R4BGei6x8TzVapqpFCEUIWVtoar4H9qojaFdDN62tn27RsEueUsFQGCswCHkiQemOitJLwWht0sFuYGFhLr/0rmLweHyvkfmqQsPbOdgbnKIMH8KaDUhpE1BkSLMTF5wNl378LVY9kKRkbhiLTb+vGxIMJhyxHGMoDMAS6GVW4ij8I5wZmB3ADpAJp5yMBOWGg4E46LkqkKcp46RoIGGm9V9o2raqnF6mWDEujHfI0XuMZhoY6DpU4Tnkmt5H18lGIGACr5j0WRj+b8RWfKf8AFfuPkVmidlXcBYsNZTOEDRcGtxVZm4u6UaSxyAEW1hlGuUyZIr5xDbDLRPbp2H3crYTYRYK0p26dh22aNG1Kdn4UHW6YLqgi4h5DNHHGF0ESeL3iNTqKM3C0niPH9IzMEXnTiLsf1eFl7RtItwi2SVgbyjGSBIzISp1ndVEQAOk334LPFa1rpNu7vRVqgqlHeG6vU/D3237x5KbSrWCGHFlzeDFxcBXIeUVVWJQgnRWgLmiVJU7pB9Oc5MVbpe/DDSvaQuw3cFcu7PwxuMRcARrrqqpdtCF4zEgauSQoW3hjmMyLhiSREQ+IG3WywODcNNp8FNVNpYS0qzbcOwKg5biQv3VomFyhrks1wZhEZdRM1OG5xNol3HE+GixCpYLGPacPaYq6kEEdxBEg6HUDf1VY9jXiThYmn7Tx737z3rpl3MsQIGgAAA6AAAPhShsDGhrbghTrtu+MMMMHizmZsoGpzghgT0rq2nf4VHMsr5yVqUlnVamihCKEKtjOj41kpF4XKyje3vXS7NtocOxi21zQEXHyZUyc62MwzNPidBpqa+fxQ2vEunWN+GxcNobVcbJz0mVmxXr2z8MpM3C3JkBbts8oLeJGbJypNu2BoD94J6qiYcIaeI28h4qZhQROZ0Yjbs2DxRf2fhVgi4zjlkw9oaKtwqm4kGVticsHMdxgUOhwhpx0jb+kOgwRpnfpG2zy0SVHa+Et28nFuHlZaHW4A0ncQBvEaETVUVjWyqn1VUaGxkqpn3zWfFVKhc9NfQ11UoNNKSdNCUl0Nnal0KALQgADnDoFZzluisNUutFlzuSwuhw5n6uCf71u/wAIfqFLp6ia3B3JRzcPW4Jfet3+EP1U+naJrcHckZuHrcEe9bn8Mfqo6domtwdySqQ9ZL70ufwx+qjp2ia3B3JFRmKUbUf+GPnR07RNfg7klUZilG037A+dPp2ia/B3JKo3FL7zfsD50dO0PX4O5IqNxSjaTdgfOjp2h6/B3JKq3FV8XiC8SIitEGmwqUCYRnLYR5gKTQBclG1ANDGmnT0fCui2K+QkF3WZDyg9oc2FYbR9TeaX3uvd5+lPOv1U+gcpf4v9zf8Akj3svd5+lGdfgjoHKX+L/c3/AJJfey93n6UZ1+COgcpf4v8Ac3/kkfHBwQOjU79w+FU0itGhmGRKdniJLJTMl02jw68aHITle02ncSq/Hr1+R9K8/wBWGax4LnZp+COPXr8j6UdWGax4IzT8EnHr1+R9KOrDNY8EZp+COPXr+vpS6sN1jwRmn4IDg7q30PJooQLQSZ4y9Ei0tvTTZ/vSh2WqIwlpfaLLnaO5ddmWHNaBVFiTif70qPTtD1+DuSl0y7VHFJxJ6vMUdO0TX4O5J9MnVHFIbR6vMUdO0TX4O5I6ZOqOKabZ6t5jeN5qyFlijxSQx05Ak2G4dytg5UfFeIbGgkmQt0lPOFfs+YqHTdG1uDuS7PyeUv8ACP7N5o9ludnzFHTdG1uDuSfyeUv8I/s3mk9mudj+YetLpuja3B3JHyeUf8I/s3mk9mu9j+YetHTdG1uDuSfyeUf8I/s3mqmNtsIzLG+NQfpVjKbDpNrDOW/1XJylBpEMtz7Kt8rQfIlSrjGAjKNNN9ct/wAPiI4vrG23RpVI+HKa8Vg2w23t096X25uyPnUerY1jwT6tU7U4t5o9ubsj50dWxrHgjq1TdTi3mj25uyPnR1bGseCOrVO1OLeaPbm7I+dHVsax4I6tU7U4t5rLrsLIloSSzTSW/a5o8B9K8DSfvP3nzXMdeU6qVFFCFYwmBu3Z4q29yInIjPE7pyjTcak2G5/ZE1YyE9/ZBO5WfcOK/wCmv/7Vz/jU/l4uqfBT+Wjah8Cj3Div+mv/AO1c/wCNHy8XVPgj5aNqHwKziKqVKKEkUISNXqvh77b948kwszEc9vE/WvWM7IX2Kh/x4f4t8go6ktKKEIoQrWA/H+Q/tUHXjevN/FH8Ifm31TK0rxCKEJQpgkAwIk9AndJ6KE5JKElZwm41mpF4WaPeFYNfMaV99/5HzWdFUIRQhFCE071/MPrXSyX2on4OXQyV/Nhfk3zC0Kzr7AihCKEIoQsjb29Pj+1d/IvZf3Lx/wAU9qFud6Kk2+vWM7I3L01G+yz8R5JKmrkAUkLQ2vsS/hsnHpkzjMnKRpA6eST11XDjMiTqGclVCjw4s6hnJZ9Wq1Uq5S+VJRQhLQElv2uaPAfSvBUn7z9581y3XlPqlRRQhdJwQ2tiMOLxw1oXXY2wy5HeFAuGYQg74+da6LFiQwagmbPVb6HGiwg4wxM2aCccF6ra2gxVCWQFrRc8htCAmnO/1Gu0HmzcvQCIZDdPyTnx7AMcyaW845Db4OnO7qK54JmIZX6F4RiOe35j9a82/tFeSf2io6SgihCQ16r4e+2/ePJMLMxHPbxP1r1jOyF9iof8eH+LfILc4GbLw9+7c9qdktW7efkc52zqqoNCSTmiAJPRWelRXsaKgtKhS40SG0ZsWkrRfZGBK4dgMTndZu2xlgxaZsyOQQBmAneYmBVQjRpuFktB71SI8ebhZIXHvw971zG1cPxd+7biMlx0jXTKxEa69HTrWyG6swHYt0J1ZgdiEYD8f5D+1DrxvXn/AIp/hN/Nvqo60rxC6vZXAi7cBdm5CnK5t23vFWG8MsozDeJtZ9Z8awxKc1pkBbtIHPjJbGUQm03bLeXCa9PtYFEsRai/hboZbyW7doBVKkF7YtKC0EBSpzNugypDcUvLn/VY4XEk8Z+M7B42dENAFlrTf7C8P2patpfuLZYvaV2Ftj+JAdD3+PTXpYZcWAuEjK1cV4AcQ25Lg9xqikXhY6ReFOa+ZUr77/yPms67PgTwLXF2nu3ndEnIgSASQNWJIOmsfOtFEoYitLnFdShUAR2F7yQNElfwH2bqbzJcvsVSM2W2yFswJXI7Sp74mN1WsycK0i67YrmZKBeQ512yXG5czww4P+x4jICWRlz22O+NxDRpII+lZKVAzL5C5YaZRsxEkLjcsI71/MPrWnJfaifg5WZL/mwvzb/9BXmOhrMTIL7AF0fCLZVjC31tBb9wlFeeOtpqxIiOIPV19NaI0NkN1UTPeOSwUWkRY8Mvm0Wkdkm7/wBgsvEcShZXsYhWXerX0BB6iDhtKqNVt4PiP+K0tzjgCHNkf/yf+at8LNkJhcRxVtmZcivLwTLTI5IA6OqrI8MQ31RgqqFSHR4VdwE5kWLj9vb0+P7V2ci9l/cvNfFPahbneipNvr1jOyNy9NRvss/EeS6/gfwaVlTE4lS9tmyYewsZ8VdBjKOpAQZJ00M6CslJpBBMNl+k4DmslLpRBMOHYdJwHNdI2w8ImJ48WpvlQy4HQ21uRmN7OP8AIAg7t+kTyBkz8V0OrOzW0yw3+9qx/MRXQ6hP062mWG/3daue+0nB31ezcv3+ONw3lHJyhDau5WCjs6rAJ661UF7CCGiUpcQteTnsIc1jZSl3zC4yt66So1yl8rSihJOoQt+1zR4D6V4Kk/efvPmuU68p9UqKKELuPsreL17VhyF5qlzzj0AGujk7tOXWyUZOcu6S9pb5V3/Bb/Kb/wCP/RXSndfdhu2Lr1rrTdhu2KttDa1q0CLl5kL2oQOhXMRm0Ep3j51B8RrbHGUwoPjMZY50pjD9LxrE89vzH61wX9orzD+0d6jqKgihCa53V6r4e+2/ePJSCzcRz28T9a9YzshfYaH/AB4f4t8gr2wdqDD3DcyC4YhQ0RMg8rTmkAggQSCRIBNVxoecFWclKPCMVtWclspw1fi0Vg0onFjKyARxd1PxWyR/i9fQd2kUGhiZI08xt2LMaCJkg328Qcdi5rG4g3Lr3DoXdnOpOrEk6sSTv3kk1ra2q0DBbWNqtDcE/A/j/If2pOvG9ee+KP4Q/NvqmVpXiF6fsj7U0t2LaXMOxZFCEoVCnKIBAO7durjRclOc8lrrDiumyngNAITb32lWAzXLWHu27h1aGQLcMQOMWDO4DMOVAiY0oGTIkqrnAjvs3e5INOZeAZrzrH4jjLjPryjOpBju0AAHcBXWY2q0Bc57qzpp2E3GqKReFkj3hWK+ZUr77/yPms69R4N8J8NhNl2pcNcGf7pSM5c3GMEfhGo1PRG/dXRgUmHCgC23DSvQUalwoNGbM222aZzVbDfajLjjMPCTyir5iB1gFRPzqLcpCdrbN6rblcT+ptm9UvtO2nYvrhms3FuGLhOU6hTkjMN6nQ6HvqunxGPDS0zvVWVIsOIGFhnf6LgzvX8w+tGS+3E/ByoyV/Nhfk3/AOgrz7j4VmNy+wC9dfwwAvYpLtm5YdRbtiePsLylZiRDOD0itdIIdErNIuGkc1yqDOFBLHtcDM/6XHDALO29cxGKfPduYeQCFC4jDAKD0D7yT8SarjF8S0keI5rRRmwaOKrA7b9LuSm4e4pLmMzW3V14pBmQhhILSJGnSKlSnB0SbTOwKGTYbmQJOBBmb+5cLt78Hx/auvkXsv7l574p7ULc70VJt9esZ2RuXp6N9ln4jyXsXADA27eEsXC+Z2CRmI+7VsQ5KWx+EEiT1nwAHFpj3OiOErPOxcOnRHOiubKy3vsvK6DjUyscyzlI3iYOFXTyHyrNI+96ySNnvSuA+1pwVwsEH7zGbjP+etdLJwtdub5LrZLBm/c3yXnddRddUa5S+VpaEktCF2WzFT2dtLZuaA8Y2WLeTfb1EtPiebA314iKG14l06xvw2LEwNquunPThs9zWp7DhRKG5I5LCHtliRxwKi5ooUxbbWN4Bg0ZuFdPiNulXZqAPpnhpG3T4FR2MFhZ55JXIQGuW1FzNJYSVITKBrqZmOkUhDhTvw0j3Yk2FAnfhpFv/X6WlgtpJg+Mu2HXM4bkqyEEB1yBRlOUQ7yCPwaGNTa2I2DNzDfuxV7IrIFZ7DfomMdHjhoVQcO8Zpyk0UqOQOaYkfyj5VX89FVPSUfZ4KjtThHdxBQ3gjm3omhWAY7JE7hvquJSXRJVgDJVRaW+KQXgGVyybjyST0kn51nJmZrKTMzTaEkUIUd07q9T8PfbfvCm1T4Q4YWrhvgl+OBTKYYhVYlDrojGFJ3gkHWIPpTnJirdL33r6vAzubh1Lqg8hxC07mx8K73GRweXeZUS7bVcim6UEsCbYGRNWkQ41qoRorQARhoOzxQI8ZoAIwtIN9nisfbWDsIqmw5bluvKdGJVTyXCqOSCI50Hu6a0QnvJ+oLTBfEcZPGgaPfBZNXrSrGC/F+Q/UVW+8b15z4n/hD82+q3tmW8ObdrjTbt/wCKrnR3Oa1fyvGaUynigFK78pUkyKIhiBxqzN0sLxZ326cQV5CGIdUVpafIqSzgbCLm5Je5bY2kvOmRWt3AjEucquGhiraCFbeaiYkRxloBtIBnaJ3WylpUgxjbcRYD78Ey5h8HnIDkBl1IcFUY3kSEDoWygZnmcxUd5ph0aUyOGyegy2YTSLYU7/c/Z3KptTCYdbQNp2d85Vpa2V5LOpIUQ0EKjAxEPEyKshviF31CQ79nds7lXEawN+k2qjhjvqFIvCwxrwug2PbtMhzFAxaCbn4bZU8pAXWTO+CWGkA6186iBhjRJynWN+EztHPBSgNYRbKe3DZaOeCs+78KMma4TmyK2W4nJzMQzzl3AQYIB66rzUISmcNKszMASm7DSPG5IuBwhCnO5nKSoe0MpKKShLZZgk8qI0jQ0s3BvnxCWagSBmfEYXWyWNikC3HCmVDEAgyCAdCDAnxgVmcAHEBZHgBxAUDb1/Mv1ro5L7cT8HLbkr+bC/JvmF0mHWzxOZiA+R7caSGVXuLdg9cJb8SYgwagKlWZvu9Z+i+rPMSvIXTB8hLzP6U+IwuG1AeMqcnK9tix4y+Q7HTMYFnkjlAMB0aNzYeOjZif1ZeoNiRsLzgRobYL9tt1iz9pWbasBbMiDPKV4h2A5SgDVQrR0TFQeGg2LRCc9w+ocJaNu2xVKgrVkbe/B8f2rv5F7L+5eO+Ke1C3O9FobEawLZF3IHbEWkllVitszxjcrRQN8wdYnSvRvD7Kt1Xiu20RDDZVnIM4y2KXA7Mwb5c10ryUzzdtjV0tFmUFRzWe4Csk8jrEEfFiichwO3zVj40YTk3HQcT5yHiohgMKbchybgtglTdtqGYpZYkMU0g3Loy6k5N8gzKvFrSlZPA7eQ8VMxItaUrJ4HE8hbtVLbmGs23AsMXWN7FGnlEBhkPJkQcrQRVkFz3D6wrYDnuH1jz9VnVcrlRrlL5WihCWhJdDZwmIKiLaxAjlDdGnTXNf8OCI4vmbbdGlZHQGTtKl9gxP8Nf1D1qHVpuJ4KOZZik9ixH8Nf1D1p9WW4ngjMsxR7HiP4a/qHrT6stxPBLMsxSjBYj+Gv6h60dWW4ngjNMxTvYb/wDDX9Q9aOrLcTwSzTcUew3+wP1D1o6sNxPBGabij2K92B+oetPqw3E8Es0MUnsl3sD5j1p9V24ngnmJ6VXxSMsZhHVrNbKLk4UIFoJtxl6JmEWJDs8nWN+u8elI5Zo7DVJusuOhfQoEbKwhNDYLZSEvq0S3pRs49/zHpS6co+PAqzPZX/wM/t+0nuzx+Y9KOnKPrcCjP5Y/ws/t+0vuzx+Y9KOnKPrcCjP5Y/wM/t+0+3gImOkRv/pQct0Yy+rgVgyhR8rU2FmnwmgTBscNHem+7zVnT9Gx4Fcfq/lLUH9hzR7vPXR0/RseBR1fylqD+w5o93mjp+jY8Cjq/lLUH9hzSe7zR0/RseBT6v5R1B/Yc017JTf0/tVsOnw6XazRsPquZlDJ9IohaI4lOcrQfJIcSBpp51y3/D8OI4vmbTPRpWhnw5TntDg2w23jT3pPah3edR6tw9Z3BT6s0/V/3Dmj2vw86XVuHrO4I6s0/V/3Dmk9r8POjq3DxdwT6s07V4jmkOK3btCD09FaKPkNsEuLSbQRo0q+jfD9PgRWxQwGqQe0NBnip/encPmfSqur7dY8F6r5rKv+Bv8Ab9pPeh6h8zR1fGseCPmsq/4G/wBv2k96HqHzNLq+MTwT+ayp/hb/AG/aPeh7I+Zo6vjE8EfNZU/wt/t+1Ux+INyNAInd8K10agfKAgGc8f0vO5djUl7mfMMDb5SM53KYbNuETl3684dNddojSEgPfepw/iaIxoZUFglp0I92Xex/MtOUfAe+9T60xNQcUe7LvY/mWiUfAe+9HWmJqDij3Zd7H8y0Sj4D33o60xNQcUnuy72P5lolHwHvvR1piag4rGrnLz6KaEUIXpGBX7tPyL/4iuww/SNyxvvKkdqmFFFpCzBQJJMATE90mh7g1pcbApNBJkFv3eDsogthhdukOqseZbyDPnPczKJiTMQa5jKfJxLyKrbCRpM7JbwtzqHMAN7RtlgJWz3FaGM4IAAlSWbIqqq6A3I5TsWPJXpj/wBVnhZUJsdiZk4YADSromTwLW4WDbidi5O5bhiNDBI01Bgxoa7LXVgCuSRIyUbCphJRsakFJMIpqQMlh8INCngf2rBS7wpOtCtJuHhXzuP9128+a+tUb7DPxHklqpXooQihCKEIoQihCKEIoQqG1Dzfj+1ehyH2X7wvE/Fo+uFud6LLu84+Jr1TOyF6uifYZ+I8k2pq9FCEUIRQhFCEUIRQhFCEOeT8T+1ZKReF474o7cLcfRdXh+Yv5R9K6DOyNy8gb1JU0kUISohJAAJJ3ACSfACkSAJlABNgU/u+7/Cufof0qGeh6w8Qp5p+qfArgDbynduEz6VxpLQDMTUWakpIYU0L03CL91b/ACL/AOIrqwz9IWRwtKRkq6agr+xcOhuTcYKoHTmmesZeqPOsdOiPbD/8YM+5aKM1hf8AWbFFtrhHiLV4gLKnS241leoEdE9FfPKfR6TnTN7gJzABIFmwaV6qjRYNW0AnErrNm7cuPaXjQFBGpIJJ8AdCa61CETNNzoNbTo8fVZI0QFxq9lVsJsm3cus1q6XYSzh7eYGT/piD513TS3shhr2SFwkZed65XyzHvJY6ZvMxPyS4jYgyuxVc7clQ0ggn8Xd8ahDykDEEMOuvTdQXCGXkX3Ll7+AKMVO8dWo+BruMjBzZhc0tIMlE1iph6S5rhUsNb8G+orFSzMhWNtCsW+aPAfSvnkb7jt5819bo32WfiPJOqtXooQn2bZZlUb2IUTukmNaYEzJRcaoJwXb8JuBVrD4XjUuPmQrnLQQwZgpIAGhEyBrujvrbHorWMrA3Lj0TKUSNGqOAtnJT8Ndi4S1gVeyqq0oLbKZNwHfJ/HyZae6pUmFCbDm3ZLbzUMn0mkRKQWvJItns5W2Lz6ueu6ihCKELN2ueb8f2r0GROy/eF4v4s7ULc70Wdc3nxr1bOyF6mi/YZ+I8k2pq9FCF6V9i+Dtu2KLorkC0AWUNAY3JAndOUfIVyspucA2Rx9Fxsrvc0MkcfReoe6rH8G1+hfSuTnH4lcXOPxPimXdjYdlINi0QQQfu16fhTEV4M5lMRogM6x8V80MsGDvGlepC9kLQimhFCE4jk/E/tWSkXheN+Ke3C3H0XU4fmL+UfSuizsjcvIG9SVJCKEK5shovA7oW4Z6vunqmOJsPd5hWwTJ47/Iqrxzdo/M1bVGCrrHFcUY13/Un0riLSJhVy0bhH1qKnJNoQvVcFa+6t/kX/wARXTY76QszryrVvDUGIoyUz4SIAGp0HrVLox0KVRTC0RAImN1cx1HrPmdPua6LY4DENcIkAkBt69G/qq5kIPZJ4tFk9KzxY5hv+g2G2SU3mLBhoQIB7u/r00mrmwvoqG734LOYr3OrXFbWHxq3SrXXCOsroDkKEAjMPHpnprlx6AGxc60XbV1oNOLoebcb9lizNqLNwzvGmkER0RXWo9jFzI5+sqk1itAcqpLiuHqw9nwf6rVEczIU2CxFrmjwH0rwUb7jt5819Yo32WfiPJOqtXooQup4EcGUxZuNdLC2kKApgsxEmTGgAj591aqNAEWZdcFzMoU11Hk1l5xXbY7g291SlzE3LiLBtI6pGddV44qAbq7tDGk9OtbnwC4SLp4fvFceHTWwzWawA6SJ3bMD7usWLhdr7KykvaRHcfeKbLtkYjlopykCDPNgTrVAi0bSLdNh5LY+j0+f0uJAuNYW4G/zXn+LCi44tmUztkJmSmY5SZ13RXPMpmVy7jK1UVr5W71FSU0UIWXts8z4/tXoMi9l+8LxvxV2oW53os995r1bOyNy9PRfsM/EeSSpq9FCF6F9kW2LGHbE8fdW1nW2VzmAchfNB6+UNK5mUYT3htUTvXJyrBfEDagnf6L0rCcLMHduLbt30d2kgLmOiqWYkxA0B3muW6jRWtrFti47qLGa2s5sgs3FfaNs9Cw44uVJHIRyCR2WiCO+Yq1tAjnQrm5OpDv9PFeEX3lmI6ST8zXoGiQkvTtEgAmVJNFCFIo0+J/astIvC8Z8VduFuPounsc1fyj6V0GdkLyJUlSQihCtbLQG6FLKgYOuZzCrntsoLHoEkVVGJDJgTlIyF9hCshAF0iZX+RXZbJCWLQti5s54JJZ7ssxJ6dOqB8K5MetFfWqxBsAXSglsNtWsw968NFk9TfHSoyWSsE7i2/sj1pySrNUdy23TPyqMipBwXsewWTiEzZd1vNm35MmuXpndu7q0vDrJTu47Um1bZyv4bFoBLQBhjOWRJG+OrfM6R/7qE4hNo0p1YYFh0KdntG40EaEkGY0bNAiNBIA8IqoNiBomrDmy4y93+qZj2QLyTLHVdd4zMDpG7TfUodcm33YFXFqNb9N/7KzMsb9T01pCyykkN2KlVmnNRviKkGJTTfaKdRCdx9KomuK4fXJe14P9VqikCRCsZcr+zsvEH/Dz6Txn8PJ/lzpmn482OmvDRJV33Tmb8Ni+owq1SHfKqLsbL9nC/YrtzD4YGMxMmBDgwDxsOTl1MLalejN8BEthz/e+3yTD45F3DdZftNumSlvYXDEu2ZVm4xRVfTJDZFJIlZOSTHJk9UCRbDtM9OPv9KLXxwAJaLbNOnfp3qOLXF8lsjC2/NuzLq92Mw0LEgWoIGs/ER+mrZZ37/0pf+StaJiYvGiQ/c/YOSbzdpvmaqmcVqqtwTKSkihCKEIoQsnbu9Pj+1d/IvZf3Lx3xV2oW53orOz7mHFh+OXM/GqVymGhVY5T/oY8kneJBG6D6UiIS2qbJe+9d2EIpbDqGyoPTitS9g8C10kPo125udERV4y5lEEzlCi2R1z0nk1WHxw27QPT37mgRKQG3aBoM7h79zVddn4QpPGAHiiYzieMCSGiBoW0jRteb+KpZyLO7Tho9923QpGLHBu04aPfdt0KxtHZeFsyGzczjFVmAZ4a+q6lJXMEtkr/AKvCIsixX3bvLaoMjRn2jduu26LVV29s61YtK9hnh3dFYt/iWwNTlyjTUDpBEHpqcGI57pPF3AqyBFfEeQ8XAHcVzta1tRQhFCEUIU1vm/H0rLHvC8X8Wfchbj6Ls9n3La4ds6hnMBRAmDbYTmmUAbKZE7orTVeS2qZCXqPGxeXa5gYZiZ/R8LVexFrDM1xgcvKeAGEABrkMoy6zFuF6ifEQa6MAAdmjdYbd9qtcIRJO/TvtHCxLesYcuxkBS5KhXG4uMqgEbshLSSIIy6UNdGDQNmkbOdnFBbCmTtx28rdlyy8Uqh2CmVBMHfI8f7+NaWEloJvWd4AcQLlFU1Fcldy9nN8q4pkrW1p3yUJtL1FajIKwOdjNMKRuYjx9RSkpTneFu2OFN9VACWyAAPxHcI6Gq/5h0pSChUaphwzujeiD9XrRnzglm8E1eGF6SVW0Z683rSMdx0BGbG1KnDG+P8u348o//qlnnYIENgVy1wpvG2XZUB6BDf8AKrGxTKaqcZRA0KK7wqdYzoswDAB3+M0Z8i8Jhpd2blTPC672Lf8AN60vmX4BW5sIHC272Lf83/Kj5p+ARmwp7PCq4w5qT1coadczUhSHYKDmyWRtjHvdYcYoUrMRPTHf3VVFiF8pqbJSsTl2wwAGVdBHT61xXZIhOcXFxt3cl6VnxJHY0NDG2CWnR3p3vluyvn61HoaDrHhyUus9I1G8eaPfL9lfP1o6Ghax4ckdZ6RqN480e+X7K+frR0NC1jw5JdZ6RqN480vvluyvn60dDQtY8OSOs9I1G8eaPfDdlfP1p9DQtY8OSOs9I1G8eaPfDdlfP1pdDQtY8OSOtFI1G8eaPfDdlfP1o6Ghax4ckdZ6RqN480vvhuyvn60+hoWseHJHWikajePNVsZizciQBE7u+ttFobaMCGkmeK5eUcpxKcWl4Aqzunp3qMv3V0RHcBJb4fxJSGMDQxtgA06O9Gbup/MO2KXWek6jePNLIoz7tiXWek6jePNS2kB8aefdsUT8U0kf6G8eanGGHf8AP+lGfcqz8V0rUbx5pfZB3/P+lGfcjrZStRvHmj2Ve/5/0p59yOtdK1G8eaBgx/Z/pSz7kdbKTqN480vsa9/zHpTzzkutlK1G8eakt2AN3nVbnl165OUsqxaeWmIAKs7p6d5KujGMBuGnj61eKS4CUgucHpDtAjs+frR807AJzKPbz1L5+tHzTsAisU1sc/QF8/Wj5p2ATDgmHaNzsr5+tL5t+AUphYBIJMxPRIg/Eisc1qFgTGEQYInpBpKU5oD9R9f60IlO9KFB/oQPI0JXJWUj8XnRaiYOhMLHu8qLU5BWdnWw7w26D3fSpMEyqozixhIVpEK8ZHNQ5hPXG7zFSumqS4OqzvKzrtwsZYyarNq0gBokE2KE0oFNKakw45Qjr8umgXpOuKkxK66A7hP9O6mQotNiiyddEk5oikhKEpySmlFs0SRNGWhE0mWkiadxWlSqpVk42hTLQkHI4sUSRWKQ26Uk6yAtEkTSxTkkgUkk4UIV6xiAdDvpqlzVay0KtILdCJp2WhCMtCSbctA76EwSFHc5I13dfrQpCRUBB7x8dPnRNWWKDjf7NClJOW5/qj5mkiST2hu0Pl/ShFQYKhbxBG/Ud/rUAVpcwFODgiPrQlIqJ7ZHeKFIFMpJpaaSWhCvYTCErnUwQdB4VJrNKoiRWh1R2lS4hma1m3AmWHfu+VSJJE1Fga19XYs8CoK9LFCSmtWwd5j++imAokkKdGVN2p/vpqVygZuUUljvotKlYFILQG/+/gKlVAUaxQAOifgAKVmhKZ0pD4fOlYNCJ7U00k5pMtEkTUqIIPXUwLFEkzQ2lI2IFqjioqU0ZaYCJpy1JRQ660EIBSRSTRFEkJKRQlBjUUkLSwmKzaHf9aFS9krQrmWhVqO80REa9ZihSaJqtavHOVnN1ePVQplolNXF1EiiarNiS5bkEdYoQDIzWHxhGnlQtUk0sKE5Js0k0k0IX//Z"/>
          <p:cNvSpPr>
            <a:spLocks noChangeAspect="1" noChangeArrowheads="1"/>
          </p:cNvSpPr>
          <p:nvPr/>
        </p:nvSpPr>
        <p:spPr bwMode="auto">
          <a:xfrm>
            <a:off x="612775" y="3127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sp>
        <p:nvSpPr>
          <p:cNvPr id="22537" name="AutoShape 10" descr="data:image/jpeg;base64,/9j/4AAQSkZJRgABAQAAAQABAAD/2wCEAAkGBxQTEBQUEhQWFBQVFRgUFBcVGBcVGBUVFBQYFxUVFRYYHCggGB4lHRUUITEiJSkrLi4vGB8zODMsNygtLi4BCgoKDg0OGxAQGy4kICQsLCwsLCwsLiwsLCwsLC0sMCwsLCwsLCwtLCwtLC8sLC4sLCwsLCwsLCwsLCwsLCwsLP/AABEIAKgBLAMBEQACEQEDEQH/xAAcAAABBQEBAQAAAAAAAAAAAAAAAQIDBAUGBwj/xABDEAACAQIDAgsFBgQFBAMAAAABAhEAAwQSIQUxBhMiMkFRUmFxodEUFYGRsQcjQnKSwVOi4fAzQ2KT0lSCsvFjc8L/xAAbAQACAwEBAQAAAAAAAAAAAAAAAQIDBAUGB//EAD4RAAECAgUICAYCAQQDAQAAAAEAAgMRBBIhMVEFE0FSYXGh0RUWMoGRscHwBhQiM3LhNJJTQqLS8SOCsmL/2gAMAwEAAhEDEQA/AOcZK7y8eCmLhtdaJKRfYpWsTQoh8kGzppTSrW2pvE99JOtsTThT0EU066Y1kjeKSdYJuTqoTmmxQhKu+hCaaCmlT+/jQhJ0eFCelFzoNCBgo5pKUkk0TRJGahEkoPXRNOSM1JEkZqESRmoRJMmkpSSFqE5KMtQnJITSTkkJoQkmhNH7b+7o/ekgBCqSJAJEgaDSTMDyPyNCZGlSLh2PUPEx5b6clGsNFqW8msA6Ab+vpJj50FNtykw1gnmj/ubcPAUwNKg94F/grL5Qp6uk9o9Q8alcqxMm3/pZzNJmoK+Sfbt9PRTSJVzBYN7t1Uto1xzzEAkkxMkdwHlWV1Ja1xBFy1soT3sBDhaotoYG5buMl5WS4DylYQRIkeUUhS2k3KZoJa28WKrFalhXS8VVi500ZKETS8XIoSmuh2thkFjNYtWmwoFvNcQTiLRMZzcBYHMTmAB5JkRFZ2Ezk4mtbZoO73NdGLVLZsALLLf9Q3+5KrtvZVj265atcdCk8i1aFxgwjkovGaiCTmPVupw3uzYcZeKlGhQ8+WNn3Cfhao7vBxLZum9ddEtpZuD7r7wi/MKULjKwIggmN9AjEykLTPTgkaIGzLjICRutt771BtmzZTDYZrTXM722JzKoDRfuqWY5yQRlAAjcAdDpUoZeXOBu/ShGZCbDaW3kYbSsFmJ3mrpLMmRQmkNJNNNCaQNFCckhbXupJgWInQj+4oTkoyOqkpJhahOSTNSRJBahOSM1E05IzUIkjNQiSaWpJyTc1Cck1jSTkkBoRJJPfQnJJNCJLqODOKsW7JS7dKHFO1u5lVXC2hbKIbjFgUHGXeM0Df4KmKoiBxMwLlrgljWyJvVzB+ziwEiwykWnKh3zvct4LE8Zx0NoBiHAWIkMsaRRJ5dZP2R6Jkwg22XsH1SocKIY8TacIjfds4bO+Ev8aOeQALgtQBuOn4jLLXC/3aFWIjHdkd914PrJOe5hIuG0lpMguIj5m5YfB3DJluV97lX/ALiN1Ntby8+SjEqXTGm78eamxeOsC3fVDYBuWBFvMpCZLq8njgxDtlzMNzckSJiVNxIJnYfdidRoaQ0ATHu3T57FXtjDXbuIzcQtpXu2rSrpCKr8VcVmuTqSmqhpgTA3o15C9TAgguuHvepVuYV7ivd9mM2sIpBJULbSyExWimeMDBQoOsDQGiRaLJ6f13JEh5mZSkPDT3+wsHbGLt/dLZVFAtIWZZLl2QZwxmBB6AB01cwutJWeK1kgANC637KNk3zdbF2gjJbm0VclS5ZQSEIBCkAqZPh0kjlxvuHeu1A+03cFP9quxsQzDG3FRUIWzkVizJBYqXMAGSTu3aDXfUWdob1N/ZO4rzgW67Ml5ysukwVzOveND8qmsDxJJjgQJAno8J6aEMtsUWBuaR1fTrHhTTeF0B2ihtOtqyls3VCOyu7SuYMVVWJyyVHXVQYZgkzkpmOA0hrACbCZm7YDdxVW/wAIQ1y6zWBN5Al/LcdS7KytmU/g1USuoNIQCAADdctZpYJJLbxbbeoMdt7jLboLaoGt2LYAZjlGHJyxmkmZ6T0U2wZEGePFRiUqs0tlKYA8FUv7QD4e3aa2M1qQlwMQcjOzlSu48p21qYYQ4uneqzFDoYYRaLis4ipqlNIpKSaaE0w0lJMNCkmmkmhWpJyTG0NCkmMaSkmGhNE0kIBoQgmhNITQiSQtSUkhahCbQmkJpIQaaYSUkKyliBLfAdfeT0CnKxQLrZBPF07gRp+lfU05pVQouMA3anrOvlSTlimO5O8k+NCYkE60s79w30wkU57s6DQUJSTJpJyS600rAup4NcNcTgrJtWRayli5zqSZIA3hh0KKoNFY4zK0tpz2tAAFisbd4d4rF2DZvC1kYqTlUgyrBhBLHqobRGAztUXU+IRKQXM1qWFWsLiCjSPiOumqnNmJK++0lIgroRB13UpKoQ5FVQkaqZjq3ipKau27dw65DJ/EpAJ8RuNTzblWSLkXcK51ie4wD9f3ozbsEVgofYrnZ8x606jsEVhik9hudnzHrRUdgisEhwNzs+Y9aKjsE6zcU04C52fMetLNuwTrtxSHZ9zs+Y9aM27BOu3FMOzrvY8x60s27BSzjcU07Nu9jzX1ozbsE86zFV8ThmSM4id247vCoOaW3qxrg65OGzrh1C7+8etTECIdClMI923ex5r60fLxME5hMOy7vY819aPl4mHknWCT3Xd7HmvrS+XiYeSdYKO9gLiiWWASBvG87umq4rHQml77AE6wTfY37PmPWud0nRNfgeShnmYpfZH7PmPWjpOia/A8kZ5mKT2N+z5j1o6TomvwPJPPMxTfYn7PmPWjpOia/A8k8/DxUV2wy84RO7d+1aINJhRgTDM5KbXtdcj2dur6VqEJ50LWKLFImB5JfZm6vpRmX4I+Ujavkk9mbq+lGZfgn8pGw8lJbw5Gsa/DT+tPMvwSNEjavkmvZcmSPMetLMxMEChxR/p8kcQ0RHju30Zl+CPlI2r5JPZm6vpRmX4I+Ujavkj2Zur6UZl+CPlI2r5J/ENAEeO6nmX4JfJxtXyUbWyN9RcwtvVUSE+H2hJTLhH7PmPWue7KNFaSC+0bDyWUxmYp4wj9nzHrR0nRNceB5JZ1mKcMK/V5j1p9KUTX4HkomKzFPGHbq8xR0pRNceB5JZxuKX2durzFHSlE1x4HklnG4pmaugpSTw2lNKScrxuoUZLqLJ5K+A+lbW3BYzen00kUIRQhFCEUIRQhFCEUIWJwi3p4H9qzx9C00e4rRscxfyj6V0GdkblcVJUkIoQihCo7XHIX/wCxa5+VP4r9x8ijQdyq18vWRFCEUIRQhUNpjVfj+1emyD9t+8LVRzenLur17eyF66H2BuCKkpooQihCVVJ3CfDWi5CQGhCKEIoQihCq43o+NZaReFy8o3t71q2+aPAfSvnFJ+8/efNeadeU6qVFFCEUIRQhZAavoy3yTg1NKScGoSkutw/MX8o+lbm3BYHXlSU1FFCF0HBHD22N03rJuooWSJJtyW5WQasNNYkiN2+MdMc8BoY6RM+/vXRyeyG4uMRlYCXdfo0+i7azwdwTqGS1bZSJBBJBHWCDXJdSqQ0yLiu42hUVwm1oIVXG7IwaEIuHW5dIkW1JmO05mEXvPwk6VYyPSHCsXyGPLEqqJRqK01RDBdgPM4Db4WrzRhqfGu8vMG9JQkihCxuEA1TwP7VnjaFogXFaFjmr4D6V0GdkK9WcHhWu3FtoJZzlX1PcN/wpRHthtLnXBSYwvcGtvK61OBdvM1r2hXxATNxcZR0c6CWjUboOorlHKT5B9STZyn7sXRFAZOrWm6V3u1chibeV2UjKVOVl6mGjD4Ga6zDNoN65rhIkLP2oOQPzrWHKn8V+4+RUTcVTr5esq6XgHsIYrEMGYqLa59ADJkAAz8T8K10OAIr7dC35Po4jRDPQun4Z8EVXDXL/ABrk2+UqkCIORcvcOTPiTW2lUUVC6dy6FNoQzZfM2fpeZ1x1wFTx45vx/avT5A+2/eFogm9IK9c24L2EPsDcEVJTRQhaOxsGjl3uzxNlOMuBTBflBUtKegszKJ6BJ6KqivIADbzYOfckprvCTE7rdxrCDm28OTZRR1QkFj3sST11EUeHpEzibT73IkrGGxBxs2roBxGVmsXgAGdkUsbN6IDhgDlY8oNGpBioubmfqb2dI9RhtGCLlgA1pTRQhFCFVxvR8ay0i8Ll5Rvb3rVt80eA+lfOKT95+8+a8068p1UqKKELpeAewkxeIZbkZUTNlOaGJIXXKynSZ0PQK10OA2K81tC30CjNjPIdoHvBdbd+zKyWJF51BJIUAQJ6BmJMDvJNbjk1k710TkmGT2ivEQa9YsMk4NQlJLmppSXZ4bmL+UfQVvbcFzXdoqSmoooQu2+zLnYjwt/W5XKypczv9F3Mi9qJ3eq6m9sohi1i4bBY8sKAytO9graK/wDqHxBrntjWSeK0rv8AvDZ4SXVdR7Zw3VZ34b5Y7fGatYLBJaUhBvMsxMs7dp2OrGq3xHPMz/0rYcJsMSb+zvK8Yuc4+J+teoFy8W68ptNRRQhZG3Rqngf2qiNoV8K4q9Z5q+A+lb2dkLQt7gjfS3iOMYSyIzW1kAs2UiATpME/OslOa58OoLiRM4LVRCGxKx0CxddiuE2HDG57Td5v+AqjRvzBd/8A3RXLZQoxFWoPyPKfoui+lwga1c7vfNed4y+blx3O92ZuuMxmJ6d9d5jKjQ3ASXGe6s4uxWftIcgfmFYsp/xX7j5FVuuKpV8vWZdv9l20LNm5fN64luUULnIUGCZgnTq+ddHJ8RjC6sZLrZLisYXViBdeup4XcIMLcwd+2t+2zMhyhWmTvAEeFbKRHhOhuAcLl0KXSYLoLmhwnJeP1wl5lV8UN3xr1Hw/9t+8K2Gb1HXrW3Beyhdhu4eSSpKxFCF0/ATBpfvHD3P8O41trgBgstrOcsjUSzWxoRWOmPMNtdt4nLvl+0iqHC/Zi4bHXrNucisCkmSFdFcCTqYzRr1VbRohiQmuN6Bcul4ObAtLs1MdqL6YlHVpMKiYhUcFdxGUO0xNZI8dxjGDokfGU0ibZLgV3CukVJLQhFCFVxvR8ay0i8Ll5Rvb3rVt80eA+lfOKT95+8+a8068p1UqKKELufslcDE3pIH3XT+da6OTT9Z3Lr5IP/kduXX7YWwbzG/be6TGQorMAmUcklenNnPxFb4lSt9QmunFqVvrE8Ny+eJr0i5KUGhKSWaaJL0TZfE+zg3JzcgrlOpAQkqR1NuzdBjvFazXmKt0vfhhpWEZqq6vfPR5bjdPQZLUXC4cOWzpHG6LnVl4vjo3ESIUdJMgzNUl8UtlI3YG+XNXiHADq1YX3TBEq3jdw0rBXdWwrni5S2b7JzGZZ35WKz4xSLWuvE1Jr3N7JI3GSl94Xv4t3/cf1qGah6o8Ap56LrnxPNHvC7/Fu/7j+tPNM1R4BGei6x8TzVapqpFCEUIWVtoar4H9qojaFdDN62tn27RsEueUsFQGCswCHkiQemOitJLwWht0sFuYGFhLr/0rmLweHyvkfmqQsPbOdgbnKIMH8KaDUhpE1BkSLMTF5wNl378LVY9kKRkbhiLTb+vGxIMJhyxHGMoDMAS6GVW4ij8I5wZmB3ADpAJp5yMBOWGg4E46LkqkKcp46RoIGGm9V9o2raqnF6mWDEujHfI0XuMZhoY6DpU4Tnkmt5H18lGIGACr5j0WRj+b8RWfKf8AFfuPkVmidlXcBYsNZTOEDRcGtxVZm4u6UaSxyAEW1hlGuUyZIr5xDbDLRPbp2H3crYTYRYK0p26dh22aNG1Kdn4UHW6YLqgi4h5DNHHGF0ESeL3iNTqKM3C0niPH9IzMEXnTiLsf1eFl7RtItwi2SVgbyjGSBIzISp1ndVEQAOk334LPFa1rpNu7vRVqgqlHeG6vU/D3237x5KbSrWCGHFlzeDFxcBXIeUVVWJQgnRWgLmiVJU7pB9Oc5MVbpe/DDSvaQuw3cFcu7PwxuMRcARrrqqpdtCF4zEgauSQoW3hjmMyLhiSREQ+IG3WywODcNNp8FNVNpYS0qzbcOwKg5biQv3VomFyhrks1wZhEZdRM1OG5xNol3HE+GixCpYLGPacPaYq6kEEdxBEg6HUDf1VY9jXiThYmn7Tx737z3rpl3MsQIGgAAA6AAAPhShsDGhrbghTrtu+MMMMHizmZsoGpzghgT0rq2nf4VHMsr5yVqUlnVamihCKEKtjOj41kpF4XKyje3vXS7NtocOxi21zQEXHyZUyc62MwzNPidBpqa+fxQ2vEunWN+GxcNobVcbJz0mVmxXr2z8MpM3C3JkBbts8oLeJGbJypNu2BoD94J6qiYcIaeI28h4qZhQROZ0Yjbs2DxRf2fhVgi4zjlkw9oaKtwqm4kGVticsHMdxgUOhwhpx0jb+kOgwRpnfpG2zy0SVHa+Et28nFuHlZaHW4A0ncQBvEaETVUVjWyqn1VUaGxkqpn3zWfFVKhc9NfQ11UoNNKSdNCUl0Nnal0KALQgADnDoFZzluisNUutFlzuSwuhw5n6uCf71u/wAIfqFLp6ia3B3JRzcPW4Jfet3+EP1U+naJrcHckZuHrcEe9bn8Mfqo6domtwdySqQ9ZL70ufwx+qjp2ia3B3JFRmKUbUf+GPnR07RNfg7klUZilG037A+dPp2ia/B3JKo3FL7zfsD50dO0PX4O5IqNxSjaTdgfOjp2h6/B3JKq3FV8XiC8SIitEGmwqUCYRnLYR5gKTQBclG1ANDGmnT0fCui2K+QkF3WZDyg9oc2FYbR9TeaX3uvd5+lPOv1U+gcpf4v9zf8Akj3svd5+lGdfgjoHKX+L/c3/AJJfey93n6UZ1+COgcpf4v8Ac3/kkfHBwQOjU79w+FU0itGhmGRKdniJLJTMl02jw68aHITle02ncSq/Hr1+R9K8/wBWGax4LnZp+COPXr8j6UdWGax4IzT8EnHr1+R9KOrDNY8EZp+COPXr+vpS6sN1jwRmn4IDg7q30PJooQLQSZ4y9Ei0tvTTZ/vSh2WqIwlpfaLLnaO5ddmWHNaBVFiTif70qPTtD1+DuSl0y7VHFJxJ6vMUdO0TX4O5J9MnVHFIbR6vMUdO0TX4O5I6ZOqOKabZ6t5jeN5qyFlijxSQx05Ak2G4dytg5UfFeIbGgkmQt0lPOFfs+YqHTdG1uDuS7PyeUv8ACP7N5o9ludnzFHTdG1uDuSfyeUv8I/s3mk9mudj+YetLpuja3B3JHyeUf8I/s3mk9mu9j+YetHTdG1uDuSfyeUf8I/s3mqmNtsIzLG+NQfpVjKbDpNrDOW/1XJylBpEMtz7Kt8rQfIlSrjGAjKNNN9ct/wAPiI4vrG23RpVI+HKa8Vg2w23t096X25uyPnUerY1jwT6tU7U4t5o9ubsj50dWxrHgjq1TdTi3mj25uyPnR1bGseCOrVO1OLeaPbm7I+dHVsax4I6tU7U4t5rLrsLIloSSzTSW/a5o8B9K8DSfvP3nzXMdeU6qVFFCFYwmBu3Z4q29yInIjPE7pyjTcak2G5/ZE1YyE9/ZBO5WfcOK/wCmv/7Vz/jU/l4uqfBT+Wjah8Cj3Div+mv/AO1c/wCNHy8XVPgj5aNqHwKziKqVKKEkUISNXqvh77b948kwszEc9vE/WvWM7IX2Kh/x4f4t8go6ktKKEIoQrWA/H+Q/tUHXjevN/FH8Ifm31TK0rxCKEJQpgkAwIk9AndJ6KE5JKElZwm41mpF4WaPeFYNfMaV99/5HzWdFUIRQhFCE071/MPrXSyX2on4OXQyV/Nhfk3zC0Kzr7AihCKEIoQsjb29Pj+1d/IvZf3Lx/wAU9qFud6Kk2+vWM7I3L01G+yz8R5JKmrkAUkLQ2vsS/hsnHpkzjMnKRpA6eST11XDjMiTqGclVCjw4s6hnJZ9Wq1Uq5S+VJRQhLQElv2uaPAfSvBUn7z9581y3XlPqlRRQhdJwQ2tiMOLxw1oXXY2wy5HeFAuGYQg74+da6LFiQwagmbPVb6HGiwg4wxM2aCccF6ra2gxVCWQFrRc8htCAmnO/1Gu0HmzcvQCIZDdPyTnx7AMcyaW845Db4OnO7qK54JmIZX6F4RiOe35j9a82/tFeSf2io6SgihCQ16r4e+2/ePJMLMxHPbxP1r1jOyF9iof8eH+LfILc4GbLw9+7c9qdktW7efkc52zqqoNCSTmiAJPRWelRXsaKgtKhS40SG0ZsWkrRfZGBK4dgMTndZu2xlgxaZsyOQQBmAneYmBVQjRpuFktB71SI8ebhZIXHvw971zG1cPxd+7biMlx0jXTKxEa69HTrWyG6swHYt0J1ZgdiEYD8f5D+1DrxvXn/AIp/hN/Nvqo60rxC6vZXAi7cBdm5CnK5t23vFWG8MsozDeJtZ9Z8awxKc1pkBbtIHPjJbGUQm03bLeXCa9PtYFEsRai/hboZbyW7doBVKkF7YtKC0EBSpzNugypDcUvLn/VY4XEk8Z+M7B42dENAFlrTf7C8P2patpfuLZYvaV2Ftj+JAdD3+PTXpYZcWAuEjK1cV4AcQ25Lg9xqikXhY6ReFOa+ZUr77/yPms67PgTwLXF2nu3ndEnIgSASQNWJIOmsfOtFEoYitLnFdShUAR2F7yQNElfwH2bqbzJcvsVSM2W2yFswJXI7Sp74mN1WsycK0i67YrmZKBeQ512yXG5czww4P+x4jICWRlz22O+NxDRpII+lZKVAzL5C5YaZRsxEkLjcsI71/MPrWnJfaifg5WZL/mwvzb/9BXmOhrMTIL7AF0fCLZVjC31tBb9wlFeeOtpqxIiOIPV19NaI0NkN1UTPeOSwUWkRY8Mvm0Wkdkm7/wBgsvEcShZXsYhWXerX0BB6iDhtKqNVt4PiP+K0tzjgCHNkf/yf+at8LNkJhcRxVtmZcivLwTLTI5IA6OqrI8MQ31RgqqFSHR4VdwE5kWLj9vb0+P7V2ci9l/cvNfFPahbneipNvr1jOyNy9NRvss/EeS6/gfwaVlTE4lS9tmyYewsZ8VdBjKOpAQZJ00M6CslJpBBMNl+k4DmslLpRBMOHYdJwHNdI2w8ImJ48WpvlQy4HQ21uRmN7OP8AIAg7t+kTyBkz8V0OrOzW0yw3+9qx/MRXQ6hP062mWG/3daue+0nB31ezcv3+ONw3lHJyhDau5WCjs6rAJ661UF7CCGiUpcQteTnsIc1jZSl3zC4yt66So1yl8rSihJOoQt+1zR4D6V4Kk/efvPmuU68p9UqKKELuPsreL17VhyF5qlzzj0AGujk7tOXWyUZOcu6S9pb5V3/Bb/Kb/wCP/RXSndfdhu2Lr1rrTdhu2KttDa1q0CLl5kL2oQOhXMRm0Ep3j51B8RrbHGUwoPjMZY50pjD9LxrE89vzH61wX9orzD+0d6jqKgihCa53V6r4e+2/ePJSCzcRz28T9a9YzshfYaH/AB4f4t8gr2wdqDD3DcyC4YhQ0RMg8rTmkAggQSCRIBNVxoecFWclKPCMVtWclspw1fi0Vg0onFjKyARxd1PxWyR/i9fQd2kUGhiZI08xt2LMaCJkg328Qcdi5rG4g3Lr3DoXdnOpOrEk6sSTv3kk1ra2q0DBbWNqtDcE/A/j/If2pOvG9ee+KP4Q/NvqmVpXiF6fsj7U0t2LaXMOxZFCEoVCnKIBAO7durjRclOc8lrrDiumyngNAITb32lWAzXLWHu27h1aGQLcMQOMWDO4DMOVAiY0oGTIkqrnAjvs3e5INOZeAZrzrH4jjLjPryjOpBju0AAHcBXWY2q0Bc57qzpp2E3GqKReFkj3hWK+ZUr77/yPms69R4N8J8NhNl2pcNcGf7pSM5c3GMEfhGo1PRG/dXRgUmHCgC23DSvQUalwoNGbM222aZzVbDfajLjjMPCTyir5iB1gFRPzqLcpCdrbN6rblcT+ptm9UvtO2nYvrhms3FuGLhOU6hTkjMN6nQ6HvqunxGPDS0zvVWVIsOIGFhnf6LgzvX8w+tGS+3E/ByoyV/Nhfk3/AOgrz7j4VmNy+wC9dfwwAvYpLtm5YdRbtiePsLylZiRDOD0itdIIdErNIuGkc1yqDOFBLHtcDM/6XHDALO29cxGKfPduYeQCFC4jDAKD0D7yT8SarjF8S0keI5rRRmwaOKrA7b9LuSm4e4pLmMzW3V14pBmQhhILSJGnSKlSnB0SbTOwKGTYbmQJOBBmb+5cLt78Hx/auvkXsv7l574p7ULc70VJt9esZ2RuXp6N9ln4jyXsXADA27eEsXC+Z2CRmI+7VsQ5KWx+EEiT1nwAHFpj3OiOErPOxcOnRHOiubKy3vsvK6DjUyscyzlI3iYOFXTyHyrNI+96ySNnvSuA+1pwVwsEH7zGbjP+etdLJwtdub5LrZLBm/c3yXnddRddUa5S+VpaEktCF2WzFT2dtLZuaA8Y2WLeTfb1EtPiebA314iKG14l06xvw2LEwNquunPThs9zWp7DhRKG5I5LCHtliRxwKi5ooUxbbWN4Bg0ZuFdPiNulXZqAPpnhpG3T4FR2MFhZ55JXIQGuW1FzNJYSVITKBrqZmOkUhDhTvw0j3Yk2FAnfhpFv/X6WlgtpJg+Mu2HXM4bkqyEEB1yBRlOUQ7yCPwaGNTa2I2DNzDfuxV7IrIFZ7DfomMdHjhoVQcO8Zpyk0UqOQOaYkfyj5VX89FVPSUfZ4KjtThHdxBQ3gjm3omhWAY7JE7hvquJSXRJVgDJVRaW+KQXgGVyybjyST0kn51nJmZrKTMzTaEkUIUd07q9T8PfbfvCm1T4Q4YWrhvgl+OBTKYYhVYlDrojGFJ3gkHWIPpTnJirdL33r6vAzubh1Lqg8hxC07mx8K73GRweXeZUS7bVcim6UEsCbYGRNWkQ41qoRorQARhoOzxQI8ZoAIwtIN9nisfbWDsIqmw5bluvKdGJVTyXCqOSCI50Hu6a0QnvJ+oLTBfEcZPGgaPfBZNXrSrGC/F+Q/UVW+8b15z4n/hD82+q3tmW8ObdrjTbt/wCKrnR3Oa1fyvGaUynigFK78pUkyKIhiBxqzN0sLxZ326cQV5CGIdUVpafIqSzgbCLm5Je5bY2kvOmRWt3AjEucquGhiraCFbeaiYkRxloBtIBnaJ3WylpUgxjbcRYD78Ey5h8HnIDkBl1IcFUY3kSEDoWygZnmcxUd5ph0aUyOGyegy2YTSLYU7/c/Z3KptTCYdbQNp2d85Vpa2V5LOpIUQ0EKjAxEPEyKshviF31CQ79nds7lXEawN+k2qjhjvqFIvCwxrwug2PbtMhzFAxaCbn4bZU8pAXWTO+CWGkA6186iBhjRJynWN+EztHPBSgNYRbKe3DZaOeCs+78KMma4TmyK2W4nJzMQzzl3AQYIB66rzUISmcNKszMASm7DSPG5IuBwhCnO5nKSoe0MpKKShLZZgk8qI0jQ0s3BvnxCWagSBmfEYXWyWNikC3HCmVDEAgyCAdCDAnxgVmcAHEBZHgBxAUDb1/Mv1ro5L7cT8HLbkr+bC/JvmF0mHWzxOZiA+R7caSGVXuLdg9cJb8SYgwagKlWZvu9Z+i+rPMSvIXTB8hLzP6U+IwuG1AeMqcnK9tix4y+Q7HTMYFnkjlAMB0aNzYeOjZif1ZeoNiRsLzgRobYL9tt1iz9pWbasBbMiDPKV4h2A5SgDVQrR0TFQeGg2LRCc9w+ocJaNu2xVKgrVkbe/B8f2rv5F7L+5eO+Ke1C3O9FobEawLZF3IHbEWkllVitszxjcrRQN8wdYnSvRvD7Kt1Xiu20RDDZVnIM4y2KXA7Mwb5c10ryUzzdtjV0tFmUFRzWe4Csk8jrEEfFiichwO3zVj40YTk3HQcT5yHiohgMKbchybgtglTdtqGYpZYkMU0g3Loy6k5N8gzKvFrSlZPA7eQ8VMxItaUrJ4HE8hbtVLbmGs23AsMXWN7FGnlEBhkPJkQcrQRVkFz3D6wrYDnuH1jz9VnVcrlRrlL5WihCWhJdDZwmIKiLaxAjlDdGnTXNf8OCI4vmbbdGlZHQGTtKl9gxP8Nf1D1qHVpuJ4KOZZik9ixH8Nf1D1p9WW4ngjMsxR7HiP4a/qHrT6stxPBLMsxSjBYj+Gv6h60dWW4ngjNMxTvYb/wDDX9Q9aOrLcTwSzTcUew3+wP1D1o6sNxPBGabij2K92B+oetPqw3E8Es0MUnsl3sD5j1p9V24ngnmJ6VXxSMsZhHVrNbKLk4UIFoJtxl6JmEWJDs8nWN+u8elI5Zo7DVJusuOhfQoEbKwhNDYLZSEvq0S3pRs49/zHpS6co+PAqzPZX/wM/t+0nuzx+Y9KOnKPrcCjP5Y/ws/t+0vuzx+Y9KOnKPrcCjP5Y/wM/t+0+3gImOkRv/pQct0Yy+rgVgyhR8rU2FmnwmgTBscNHem+7zVnT9Gx4Fcfq/lLUH9hzR7vPXR0/RseBR1fylqD+w5o93mjp+jY8Cjq/lLUH9hzSe7zR0/RseBT6v5R1B/Yc017JTf0/tVsOnw6XazRsPquZlDJ9IohaI4lOcrQfJIcSBpp51y3/D8OI4vmbTPRpWhnw5TntDg2w23jT3pPah3edR6tw9Z3BT6s0/V/3Dmj2vw86XVuHrO4I6s0/V/3Dmk9r8POjq3DxdwT6s07V4jmkOK3btCD09FaKPkNsEuLSbQRo0q+jfD9PgRWxQwGqQe0NBnip/encPmfSqur7dY8F6r5rKv+Bv8Ab9pPeh6h8zR1fGseCPmsq/4G/wBv2k96HqHzNLq+MTwT+ayp/hb/AG/aPeh7I+Zo6vjE8EfNZU/wt/t+1Ux+INyNAInd8K10agfKAgGc8f0vO5djUl7mfMMDb5SM53KYbNuETl3684dNddojSEgPfepw/iaIxoZUFglp0I92Xex/MtOUfAe+9T60xNQcUe7LvY/mWiUfAe+9HWmJqDij3Zd7H8y0Sj4D33o60xNQcUnuy72P5lolHwHvvR1piag4rGrnLz6KaEUIXpGBX7tPyL/4iuww/SNyxvvKkdqmFFFpCzBQJJMATE90mh7g1pcbApNBJkFv3eDsogthhdukOqseZbyDPnPczKJiTMQa5jKfJxLyKrbCRpM7JbwtzqHMAN7RtlgJWz3FaGM4IAAlSWbIqqq6A3I5TsWPJXpj/wBVnhZUJsdiZk4YADSromTwLW4WDbidi5O5bhiNDBI01Bgxoa7LXVgCuSRIyUbCphJRsakFJMIpqQMlh8INCngf2rBS7wpOtCtJuHhXzuP9128+a+tUb7DPxHklqpXooQihCKEIoQihCKEIoQqG1Dzfj+1ehyH2X7wvE/Fo+uFud6LLu84+Jr1TOyF6uifYZ+I8k2pq9FCEUIRQhFCEUIRQhFCEOeT8T+1ZKReF474o7cLcfRdXh+Yv5R9K6DOyNy8gb1JU0kUISohJAAJJ3ACSfACkSAJlABNgU/u+7/Cufof0qGeh6w8Qp5p+qfArgDbynduEz6VxpLQDMTUWakpIYU0L03CL91b/ACL/AOIrqwz9IWRwtKRkq6agr+xcOhuTcYKoHTmmesZeqPOsdOiPbD/8YM+5aKM1hf8AWbFFtrhHiLV4gLKnS241leoEdE9FfPKfR6TnTN7gJzABIFmwaV6qjRYNW0AnErrNm7cuPaXjQFBGpIJJ8AdCa61CETNNzoNbTo8fVZI0QFxq9lVsJsm3cus1q6XYSzh7eYGT/piD513TS3shhr2SFwkZed65XyzHvJY6ZvMxPyS4jYgyuxVc7clQ0ggn8Xd8ahDykDEEMOuvTdQXCGXkX3Ll7+AKMVO8dWo+BruMjBzZhc0tIMlE1iph6S5rhUsNb8G+orFSzMhWNtCsW+aPAfSvnkb7jt5819bo32WfiPJOqtXooQn2bZZlUb2IUTukmNaYEzJRcaoJwXb8JuBVrD4XjUuPmQrnLQQwZgpIAGhEyBrujvrbHorWMrA3Lj0TKUSNGqOAtnJT8Ndi4S1gVeyqq0oLbKZNwHfJ/HyZae6pUmFCbDm3ZLbzUMn0mkRKQWvJItns5W2Lz6ueu6ihCKELN2ueb8f2r0GROy/eF4v4s7ULc70Wdc3nxr1bOyF6mi/YZ+I8k2pq9FCF6V9i+Dtu2KLorkC0AWUNAY3JAndOUfIVyspucA2Rx9Fxsrvc0MkcfReoe6rH8G1+hfSuTnH4lcXOPxPimXdjYdlINi0QQQfu16fhTEV4M5lMRogM6x8V80MsGDvGlepC9kLQimhFCE4jk/E/tWSkXheN+Ke3C3H0XU4fmL+UfSuizsjcvIG9SVJCKEK5shovA7oW4Z6vunqmOJsPd5hWwTJ47/Iqrxzdo/M1bVGCrrHFcUY13/Un0riLSJhVy0bhH1qKnJNoQvVcFa+6t/kX/wARXTY76QszryrVvDUGIoyUz4SIAGp0HrVLox0KVRTC0RAImN1cx1HrPmdPua6LY4DENcIkAkBt69G/qq5kIPZJ4tFk9KzxY5hv+g2G2SU3mLBhoQIB7u/r00mrmwvoqG734LOYr3OrXFbWHxq3SrXXCOsroDkKEAjMPHpnprlx6AGxc60XbV1oNOLoebcb9lizNqLNwzvGmkER0RXWo9jFzI5+sqk1itAcqpLiuHqw9nwf6rVEczIU2CxFrmjwH0rwUb7jt5819Yo32WfiPJOqtXooQup4EcGUxZuNdLC2kKApgsxEmTGgAj591aqNAEWZdcFzMoU11Hk1l5xXbY7g291SlzE3LiLBtI6pGddV44qAbq7tDGk9OtbnwC4SLp4fvFceHTWwzWawA6SJ3bMD7usWLhdr7KykvaRHcfeKbLtkYjlopykCDPNgTrVAi0bSLdNh5LY+j0+f0uJAuNYW4G/zXn+LCi44tmUztkJmSmY5SZ13RXPMpmVy7jK1UVr5W71FSU0UIWXts8z4/tXoMi9l+8LxvxV2oW53os995r1bOyNy9PRfsM/EeSSpq9FCF6F9kW2LGHbE8fdW1nW2VzmAchfNB6+UNK5mUYT3htUTvXJyrBfEDagnf6L0rCcLMHduLbt30d2kgLmOiqWYkxA0B3muW6jRWtrFti47qLGa2s5sgs3FfaNs9Cw44uVJHIRyCR2WiCO+Yq1tAjnQrm5OpDv9PFeEX3lmI6ST8zXoGiQkvTtEgAmVJNFCFIo0+J/astIvC8Z8VduFuPounsc1fyj6V0GdkLyJUlSQihCtbLQG6FLKgYOuZzCrntsoLHoEkVVGJDJgTlIyF9hCshAF0iZX+RXZbJCWLQti5s54JJZ7ssxJ6dOqB8K5MetFfWqxBsAXSglsNtWsw968NFk9TfHSoyWSsE7i2/sj1pySrNUdy23TPyqMipBwXsewWTiEzZd1vNm35MmuXpndu7q0vDrJTu47Um1bZyv4bFoBLQBhjOWRJG+OrfM6R/7qE4hNo0p1YYFh0KdntG40EaEkGY0bNAiNBIA8IqoNiBomrDmy4y93+qZj2QLyTLHVdd4zMDpG7TfUodcm33YFXFqNb9N/7KzMsb9T01pCyykkN2KlVmnNRviKkGJTTfaKdRCdx9KomuK4fXJe14P9VqikCRCsZcr+zsvEH/Dz6Txn8PJ/lzpmn482OmvDRJV33Tmb8Ni+owq1SHfKqLsbL9nC/YrtzD4YGMxMmBDgwDxsOTl1MLalejN8BEthz/e+3yTD45F3DdZftNumSlvYXDEu2ZVm4xRVfTJDZFJIlZOSTHJk9UCRbDtM9OPv9KLXxwAJaLbNOnfp3qOLXF8lsjC2/NuzLq92Mw0LEgWoIGs/ER+mrZZ37/0pf+StaJiYvGiQ/c/YOSbzdpvmaqmcVqqtwTKSkihCKEIoQsnbu9Pj+1d/IvZf3Lx3xV2oW53orOz7mHFh+OXM/GqVymGhVY5T/oY8kneJBG6D6UiIS2qbJe+9d2EIpbDqGyoPTitS9g8C10kPo125udERV4y5lEEzlCi2R1z0nk1WHxw27QPT37mgRKQG3aBoM7h79zVddn4QpPGAHiiYzieMCSGiBoW0jRteb+KpZyLO7Tho9923QpGLHBu04aPfdt0KxtHZeFsyGzczjFVmAZ4a+q6lJXMEtkr/AKvCIsixX3bvLaoMjRn2jduu26LVV29s61YtK9hnh3dFYt/iWwNTlyjTUDpBEHpqcGI57pPF3AqyBFfEeQ8XAHcVzta1tRQhFCEUIU1vm/H0rLHvC8X8Wfchbj6Ls9n3La4ds6hnMBRAmDbYTmmUAbKZE7orTVeS2qZCXqPGxeXa5gYZiZ/R8LVexFrDM1xgcvKeAGEABrkMoy6zFuF6ifEQa6MAAdmjdYbd9qtcIRJO/TvtHCxLesYcuxkBS5KhXG4uMqgEbshLSSIIy6UNdGDQNmkbOdnFBbCmTtx28rdlyy8Uqh2CmVBMHfI8f7+NaWEloJvWd4AcQLlFU1Fcldy9nN8q4pkrW1p3yUJtL1FajIKwOdjNMKRuYjx9RSkpTneFu2OFN9VACWyAAPxHcI6Gq/5h0pSChUaphwzujeiD9XrRnzglm8E1eGF6SVW0Z683rSMdx0BGbG1KnDG+P8u348o//qlnnYIENgVy1wpvG2XZUB6BDf8AKrGxTKaqcZRA0KK7wqdYzoswDAB3+M0Z8i8Jhpd2blTPC672Lf8AN60vmX4BW5sIHC272Lf83/Kj5p+ARmwp7PCq4w5qT1coadczUhSHYKDmyWRtjHvdYcYoUrMRPTHf3VVFiF8pqbJSsTl2wwAGVdBHT61xXZIhOcXFxt3cl6VnxJHY0NDG2CWnR3p3vluyvn61HoaDrHhyUus9I1G8eaPfL9lfP1o6Ghax4ckdZ6RqN480e+X7K+frR0NC1jw5JdZ6RqN480vvluyvn60dDQtY8OSOs9I1G8eaPfDdlfP1p9DQtY8OSOs9I1G8eaPfDdlfP1pdDQtY8OSOtFI1G8eaPfDdlfP1o6Ghax4ckdZ6RqN480vvhuyvn60+hoWseHJHWikajePNVsZizciQBE7u+ttFobaMCGkmeK5eUcpxKcWl4Aqzunp3qMv3V0RHcBJb4fxJSGMDQxtgA06O9Gbup/MO2KXWek6jePNLIoz7tiXWek6jePNS2kB8aefdsUT8U0kf6G8eanGGHf8AP+lGfcqz8V0rUbx5pfZB3/P+lGfcjrZStRvHmj2Ve/5/0p59yOtdK1G8eaBgx/Z/pSz7kdbKTqN480vsa9/zHpTzzkutlK1G8eakt2AN3nVbnl165OUsqxaeWmIAKs7p6d5KujGMBuGnj61eKS4CUgucHpDtAjs+frR807AJzKPbz1L5+tHzTsAisU1sc/QF8/Wj5p2ATDgmHaNzsr5+tL5t+AUphYBIJMxPRIg/Eisc1qFgTGEQYInpBpKU5oD9R9f60IlO9KFB/oQPI0JXJWUj8XnRaiYOhMLHu8qLU5BWdnWw7w26D3fSpMEyqozixhIVpEK8ZHNQ5hPXG7zFSumqS4OqzvKzrtwsZYyarNq0gBokE2KE0oFNKakw45Qjr8umgXpOuKkxK66A7hP9O6mQotNiiyddEk5oikhKEpySmlFs0SRNGWhE0mWkiadxWlSqpVk42hTLQkHI4sUSRWKQ26Uk6yAtEkTSxTkkgUkk4UIV6xiAdDvpqlzVay0KtILdCJp2WhCMtCSbctA76EwSFHc5I13dfrQpCRUBB7x8dPnRNWWKDjf7NClJOW5/qj5mkiST2hu0Pl/ShFQYKhbxBG/Ud/rUAVpcwFODgiPrQlIqJ7ZHeKFIFMpJpaaSWhCvYTCErnUwQdB4VJrNKoiRWh1R2lS4hma1m3AmWHfu+VSJJE1Fga19XYs8CoK9LFCSmtWwd5j++imAokkKdGVN2p/vpqVygZuUUljvotKlYFILQG/+/gKlVAUaxQAOifgAKVmhKZ0pD4fOlYNCJ7U00k5pMtEkTUqIIPXUwLFEkzQ2lI2IFqjioqU0ZaYCJpy1JRQ660EIBSRSTRFEkJKRQlBjUUkLSwmKzaHf9aFS9krQrmWhVqO80REa9ZihSaJqtavHOVnN1ePVQplolNXF1EiiarNiS5bkEdYoQDIzWHxhGnlQtUk0sKE5Js0k0k0IX//Z"/>
          <p:cNvSpPr>
            <a:spLocks noChangeAspect="1" noChangeArrowheads="1"/>
          </p:cNvSpPr>
          <p:nvPr/>
        </p:nvSpPr>
        <p:spPr bwMode="auto">
          <a:xfrm>
            <a:off x="765175" y="465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pic>
        <p:nvPicPr>
          <p:cNvPr id="22538" name="Picture 12" descr="http://cdn1.pcadvisor.co.uk/cmsdata/reviews/3413225/Fake_Windows_8_Star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1628775"/>
            <a:ext cx="7804150"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5D1E4E44-6075-45A7-91D7-D3F6EB0F9006}" type="slidenum">
              <a:rPr lang="tr-TR" altLang="en-US">
                <a:solidFill>
                  <a:srgbClr val="6D7D84"/>
                </a:solidFill>
                <a:latin typeface="Century Gothic" panose="020B0502020202020204" pitchFamily="34" charset="0"/>
                <a:sym typeface="Century Gothic" panose="020B0502020202020204" pitchFamily="34" charset="0"/>
              </a:rPr>
              <a:pPr/>
              <a:t>14</a:t>
            </a:fld>
            <a:endParaRPr lang="en-US" altLang="en-US" sz="1800"/>
          </a:p>
        </p:txBody>
      </p:sp>
      <p:sp>
        <p:nvSpPr>
          <p:cNvPr id="23556" name="Title 1"/>
          <p:cNvSpPr>
            <a:spLocks noGrp="1" noChangeArrowheads="1"/>
          </p:cNvSpPr>
          <p:nvPr>
            <p:ph type="title" idx="4294967295"/>
          </p:nvPr>
        </p:nvSpPr>
        <p:spPr/>
        <p:txBody>
          <a:bodyPr/>
          <a:lstStyle/>
          <a:p>
            <a:pPr eaLnBrk="1" hangingPunct="1"/>
            <a:r>
              <a:rPr lang="tr-TR" altLang="zh-CN" smtClean="0"/>
              <a:t>Windows 3.1</a:t>
            </a:r>
          </a:p>
        </p:txBody>
      </p:sp>
      <p:pic>
        <p:nvPicPr>
          <p:cNvPr id="23557" name="Picture 2" descr="http://upload.wikimedia.org/wikipedia/zh/3/33/Win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557338"/>
            <a:ext cx="5327650"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BB76EE32-6992-4288-B865-54B2CD38CE0E}" type="slidenum">
              <a:rPr lang="tr-TR" altLang="en-US">
                <a:solidFill>
                  <a:srgbClr val="6D7D84"/>
                </a:solidFill>
                <a:latin typeface="Century Gothic" panose="020B0502020202020204" pitchFamily="34" charset="0"/>
                <a:sym typeface="Century Gothic" panose="020B0502020202020204" pitchFamily="34" charset="0"/>
              </a:rPr>
              <a:pPr/>
              <a:t>15</a:t>
            </a:fld>
            <a:endParaRPr lang="en-US" altLang="en-US" sz="1800"/>
          </a:p>
        </p:txBody>
      </p:sp>
      <p:sp>
        <p:nvSpPr>
          <p:cNvPr id="24580" name="Title 1"/>
          <p:cNvSpPr>
            <a:spLocks noGrp="1" noChangeArrowheads="1"/>
          </p:cNvSpPr>
          <p:nvPr>
            <p:ph type="title" idx="4294967295"/>
          </p:nvPr>
        </p:nvSpPr>
        <p:spPr/>
        <p:txBody>
          <a:bodyPr/>
          <a:lstStyle/>
          <a:p>
            <a:pPr eaLnBrk="1" hangingPunct="1"/>
            <a:r>
              <a:rPr lang="tr-TR" altLang="zh-CN" smtClean="0"/>
              <a:t>Mac OS X</a:t>
            </a:r>
          </a:p>
        </p:txBody>
      </p:sp>
      <p:sp>
        <p:nvSpPr>
          <p:cNvPr id="24581" name="AutoShape 2" descr="https://encrypted-tbn1.gstatic.com/images?q=tbn:ANd9GcQzpktJX0zGYpV67KXh1KQERRzER80ZPnke7aByOy_dqS24TenRZA"/>
          <p:cNvSpPr>
            <a:spLocks noChangeAspect="1" noChangeArrowheads="1"/>
          </p:cNvSpPr>
          <p:nvPr/>
        </p:nvSpPr>
        <p:spPr bwMode="auto">
          <a:xfrm>
            <a:off x="63500" y="-134938"/>
            <a:ext cx="3048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pic>
        <p:nvPicPr>
          <p:cNvPr id="24582" name="Picture 4" descr="http://blog.roblox.com/wp-content/uploads/2012/09/Mac-OS-X-10.5-Leopar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484313"/>
            <a:ext cx="7705725" cy="481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5C107EE7-16F2-449C-92BF-7BE526358676}" type="slidenum">
              <a:rPr lang="tr-TR" altLang="en-US">
                <a:solidFill>
                  <a:srgbClr val="6D7D84"/>
                </a:solidFill>
                <a:latin typeface="Century Gothic" panose="020B0502020202020204" pitchFamily="34" charset="0"/>
                <a:sym typeface="Century Gothic" panose="020B0502020202020204" pitchFamily="34" charset="0"/>
              </a:rPr>
              <a:pPr/>
              <a:t>16</a:t>
            </a:fld>
            <a:endParaRPr lang="en-US" altLang="en-US" sz="1800"/>
          </a:p>
        </p:txBody>
      </p:sp>
      <p:sp>
        <p:nvSpPr>
          <p:cNvPr id="25604" name="Title 1"/>
          <p:cNvSpPr>
            <a:spLocks noGrp="1" noChangeArrowheads="1"/>
          </p:cNvSpPr>
          <p:nvPr>
            <p:ph type="title" idx="4294967295"/>
          </p:nvPr>
        </p:nvSpPr>
        <p:spPr/>
        <p:txBody>
          <a:bodyPr/>
          <a:lstStyle/>
          <a:p>
            <a:pPr eaLnBrk="1" hangingPunct="1"/>
            <a:r>
              <a:rPr lang="tr-TR" altLang="zh-CN" smtClean="0"/>
              <a:t>Linux – UBUNTU</a:t>
            </a:r>
          </a:p>
        </p:txBody>
      </p:sp>
      <p:sp>
        <p:nvSpPr>
          <p:cNvPr id="25605" name="AutoShape 2" descr="http://kennethmjohnson.net/linux/image/desktoptuzsm.png"/>
          <p:cNvSpPr>
            <a:spLocks noChangeAspect="1" noChangeArrowheads="1"/>
          </p:cNvSpPr>
          <p:nvPr/>
        </p:nvSpPr>
        <p:spPr bwMode="auto">
          <a:xfrm>
            <a:off x="63500" y="-134938"/>
            <a:ext cx="6000750"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pic>
        <p:nvPicPr>
          <p:cNvPr id="25606" name="Content Placeholder 5" descr="ubuntu.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163" y="1600200"/>
            <a:ext cx="603408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1A562AA3-2F68-460A-A088-7A39F6FB8BD6}" type="slidenum">
              <a:rPr lang="tr-TR" altLang="en-US">
                <a:solidFill>
                  <a:srgbClr val="6D7D84"/>
                </a:solidFill>
                <a:latin typeface="Century Gothic" panose="020B0502020202020204" pitchFamily="34" charset="0"/>
                <a:sym typeface="Century Gothic" panose="020B0502020202020204" pitchFamily="34" charset="0"/>
              </a:rPr>
              <a:pPr/>
              <a:t>17</a:t>
            </a:fld>
            <a:endParaRPr lang="en-US" altLang="en-US" sz="1800"/>
          </a:p>
        </p:txBody>
      </p:sp>
      <p:sp>
        <p:nvSpPr>
          <p:cNvPr id="26628" name="Title 1"/>
          <p:cNvSpPr>
            <a:spLocks noGrp="1" noChangeArrowheads="1"/>
          </p:cNvSpPr>
          <p:nvPr>
            <p:ph type="title" idx="4294967295"/>
          </p:nvPr>
        </p:nvSpPr>
        <p:spPr/>
        <p:txBody>
          <a:bodyPr/>
          <a:lstStyle/>
          <a:p>
            <a:pPr eaLnBrk="1" hangingPunct="1"/>
            <a:r>
              <a:rPr lang="tr-TR" altLang="zh-CN" smtClean="0"/>
              <a:t>Linux - Fedora</a:t>
            </a:r>
          </a:p>
        </p:txBody>
      </p:sp>
      <p:pic>
        <p:nvPicPr>
          <p:cNvPr id="26629" name="Content Placeholder 5" descr="fedora.jpg"/>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31913" y="1557338"/>
            <a:ext cx="6805612" cy="5103812"/>
          </a:xfrm>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4433FBF2-D37C-4B08-9D45-F2FDD1509071}" type="slidenum">
              <a:rPr lang="tr-TR" altLang="en-US">
                <a:solidFill>
                  <a:srgbClr val="6D7D84"/>
                </a:solidFill>
                <a:latin typeface="Century Gothic" panose="020B0502020202020204" pitchFamily="34" charset="0"/>
                <a:sym typeface="Century Gothic" panose="020B0502020202020204" pitchFamily="34" charset="0"/>
              </a:rPr>
              <a:pPr/>
              <a:t>18</a:t>
            </a:fld>
            <a:endParaRPr lang="en-US" altLang="en-US" sz="1800"/>
          </a:p>
        </p:txBody>
      </p:sp>
      <p:sp>
        <p:nvSpPr>
          <p:cNvPr id="27652" name="Title 1"/>
          <p:cNvSpPr>
            <a:spLocks noGrp="1" noChangeArrowheads="1"/>
          </p:cNvSpPr>
          <p:nvPr>
            <p:ph type="title" idx="4294967295"/>
          </p:nvPr>
        </p:nvSpPr>
        <p:spPr/>
        <p:txBody>
          <a:bodyPr/>
          <a:lstStyle/>
          <a:p>
            <a:pPr eaLnBrk="1" hangingPunct="1"/>
            <a:r>
              <a:rPr lang="tr-TR" altLang="zh-CN" smtClean="0"/>
              <a:t>Linux – Pardus</a:t>
            </a:r>
          </a:p>
        </p:txBody>
      </p:sp>
      <p:pic>
        <p:nvPicPr>
          <p:cNvPr id="27653" name="Picture 2" descr="http://i1-linux.softpedia-static.com/screenshots/Pardus-Milky-icon-theme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475" y="1450975"/>
            <a:ext cx="6480175"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7A494A71-1CBB-4593-9020-1169FC714BF7}" type="slidenum">
              <a:rPr lang="tr-TR" altLang="en-US">
                <a:solidFill>
                  <a:srgbClr val="6D7D84"/>
                </a:solidFill>
                <a:latin typeface="Century Gothic" panose="020B0502020202020204" pitchFamily="34" charset="0"/>
                <a:sym typeface="Century Gothic" panose="020B0502020202020204" pitchFamily="34" charset="0"/>
              </a:rPr>
              <a:pPr/>
              <a:t>19</a:t>
            </a:fld>
            <a:endParaRPr lang="en-US" altLang="en-US" sz="1800"/>
          </a:p>
        </p:txBody>
      </p:sp>
      <p:sp>
        <p:nvSpPr>
          <p:cNvPr id="28676" name="Rectangle 2"/>
          <p:cNvSpPr>
            <a:spLocks noGrp="1" noChangeArrowheads="1"/>
          </p:cNvSpPr>
          <p:nvPr>
            <p:ph type="title" idx="4294967295"/>
          </p:nvPr>
        </p:nvSpPr>
        <p:spPr>
          <a:xfrm>
            <a:off x="0" y="0"/>
            <a:ext cx="9144000" cy="1143000"/>
          </a:xfrm>
        </p:spPr>
        <p:txBody>
          <a:bodyPr lIns="92075" tIns="46038" rIns="92075" bIns="46038"/>
          <a:lstStyle/>
          <a:p>
            <a:pPr eaLnBrk="1" hangingPunct="1"/>
            <a:r>
              <a:rPr lang="tr-TR" altLang="zh-CN" smtClean="0"/>
              <a:t>The Operating System</a:t>
            </a:r>
          </a:p>
        </p:txBody>
      </p:sp>
      <p:sp>
        <p:nvSpPr>
          <p:cNvPr id="28677" name="Content Placeholder 10"/>
          <p:cNvSpPr>
            <a:spLocks noGrp="1" noChangeArrowheads="1"/>
          </p:cNvSpPr>
          <p:nvPr>
            <p:ph sz="half" idx="4294967295"/>
          </p:nvPr>
        </p:nvSpPr>
        <p:spPr>
          <a:xfrm>
            <a:off x="762000" y="1447800"/>
            <a:ext cx="8077200" cy="4687888"/>
          </a:xfrm>
        </p:spPr>
        <p:txBody>
          <a:bodyPr/>
          <a:lstStyle/>
          <a:p>
            <a:pPr eaLnBrk="1" hangingPunct="1">
              <a:spcBef>
                <a:spcPct val="0"/>
              </a:spcBef>
              <a:spcAft>
                <a:spcPts val="600"/>
              </a:spcAft>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Managing applications</a:t>
            </a:r>
          </a:p>
          <a:p>
            <a:pPr lvl="1" eaLnBrk="1" hangingPunct="1">
              <a:spcBef>
                <a:spcPct val="0"/>
              </a:spcBef>
              <a:spcAft>
                <a:spcPts val="600"/>
              </a:spcAft>
            </a:pPr>
            <a:r>
              <a:rPr lang="tr-TR" altLang="zh-CN" sz="2400" b="1" smtClean="0">
                <a:solidFill>
                  <a:srgbClr val="FF0000"/>
                </a:solidFill>
                <a:latin typeface="Tahoma" panose="020B0604030504040204" pitchFamily="34" charset="0"/>
                <a:cs typeface="Tahoma" panose="020B0604030504040204" pitchFamily="34" charset="0"/>
                <a:sym typeface="Tahoma" panose="020B0604030504040204" pitchFamily="34" charset="0"/>
              </a:rPr>
              <a:t>Single-tasking operating systems</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—run only one application at a time</a:t>
            </a:r>
            <a:endPar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eaLnBrk="1" hangingPunct="1">
              <a:spcBef>
                <a:spcPct val="0"/>
              </a:spcBef>
              <a:spcAft>
                <a:spcPts val="600"/>
              </a:spcAft>
            </a:pPr>
            <a:r>
              <a:rPr lang="tr-TR" altLang="zh-CN" sz="2400" b="1" smtClean="0">
                <a:solidFill>
                  <a:srgbClr val="FF0000"/>
                </a:solidFill>
                <a:latin typeface="Tahoma" panose="020B0604030504040204" pitchFamily="34" charset="0"/>
                <a:cs typeface="Tahoma" panose="020B0604030504040204" pitchFamily="34" charset="0"/>
                <a:sym typeface="Tahoma" panose="020B0604030504040204" pitchFamily="34" charset="0"/>
              </a:rPr>
              <a:t>Multitasking</a:t>
            </a: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 </a:t>
            </a:r>
            <a:r>
              <a:rPr lang="tr-TR" altLang="zh-CN" sz="2400" b="1" smtClean="0">
                <a:solidFill>
                  <a:srgbClr val="FF0000"/>
                </a:solidFill>
                <a:latin typeface="Tahoma" panose="020B0604030504040204" pitchFamily="34" charset="0"/>
                <a:cs typeface="Tahoma" panose="020B0604030504040204" pitchFamily="34" charset="0"/>
                <a:sym typeface="Tahoma" panose="020B0604030504040204" pitchFamily="34" charset="0"/>
              </a:rPr>
              <a:t>operating systems</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—permit more than one application to run at the same time</a:t>
            </a:r>
          </a:p>
          <a:p>
            <a:pPr lvl="2"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The </a:t>
            </a: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foreground application </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is the active one.</a:t>
            </a:r>
          </a:p>
          <a:p>
            <a:pPr lvl="2" eaLnBrk="1" hangingPunct="1">
              <a:spcBef>
                <a:spcPct val="0"/>
              </a:spcBef>
              <a:spcAft>
                <a:spcPts val="600"/>
              </a:spcAft>
            </a:pP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Background applications</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 appear inactive.</a:t>
            </a:r>
          </a:p>
          <a:p>
            <a:pPr lvl="1" eaLnBrk="1" hangingPunct="1">
              <a:spcBef>
                <a:spcPct val="0"/>
              </a:spcBef>
              <a:spcAft>
                <a:spcPts val="600"/>
              </a:spcAft>
            </a:pPr>
            <a:r>
              <a:rPr lang="tr-TR" altLang="zh-CN" sz="2400" b="1" smtClean="0">
                <a:solidFill>
                  <a:srgbClr val="FF0000"/>
                </a:solidFill>
                <a:latin typeface="Tahoma" panose="020B0604030504040204" pitchFamily="34" charset="0"/>
                <a:cs typeface="Tahoma" panose="020B0604030504040204" pitchFamily="34" charset="0"/>
                <a:sym typeface="Tahoma" panose="020B0604030504040204" pitchFamily="34" charset="0"/>
              </a:rPr>
              <a:t>Preemptive multitasking</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—ensures all applications have fair access to the CPU</a:t>
            </a:r>
            <a:endParaRPr lang="tr-TR" altLang="zh-CN" smtClean="0"/>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D591368A-8264-4017-BD7B-20D8F7E11E2D}" type="slidenum">
              <a:rPr lang="tr-TR" altLang="en-US">
                <a:solidFill>
                  <a:srgbClr val="6D7D84"/>
                </a:solidFill>
                <a:latin typeface="Century Gothic" panose="020B0502020202020204" pitchFamily="34" charset="0"/>
                <a:sym typeface="Century Gothic" panose="020B0502020202020204" pitchFamily="34" charset="0"/>
              </a:rPr>
              <a:pPr/>
              <a:t>20</a:t>
            </a:fld>
            <a:endParaRPr lang="en-US" altLang="en-US" sz="1800"/>
          </a:p>
        </p:txBody>
      </p:sp>
      <p:sp>
        <p:nvSpPr>
          <p:cNvPr id="29700" name="Title 6"/>
          <p:cNvSpPr>
            <a:spLocks noGrp="1" noChangeArrowheads="1"/>
          </p:cNvSpPr>
          <p:nvPr>
            <p:ph type="title" idx="4294967295"/>
          </p:nvPr>
        </p:nvSpPr>
        <p:spPr/>
        <p:txBody>
          <a:bodyPr/>
          <a:lstStyle/>
          <a:p>
            <a:pPr eaLnBrk="1" hangingPunct="1"/>
            <a:r>
              <a:rPr lang="tr-TR" altLang="zh-CN" smtClean="0"/>
              <a:t>Multi-tasking</a:t>
            </a:r>
          </a:p>
        </p:txBody>
      </p:sp>
      <p:pic>
        <p:nvPicPr>
          <p:cNvPr id="2970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1747838"/>
            <a:ext cx="9088438" cy="511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D1771877-B3E3-40CE-B23B-FC6F33EE3C2E}" type="slidenum">
              <a:rPr lang="tr-TR" altLang="en-US">
                <a:solidFill>
                  <a:srgbClr val="6D7D84"/>
                </a:solidFill>
                <a:latin typeface="Century Gothic" panose="020B0502020202020204" pitchFamily="34" charset="0"/>
                <a:sym typeface="Century Gothic" panose="020B0502020202020204" pitchFamily="34" charset="0"/>
              </a:rPr>
              <a:pPr/>
              <a:t>21</a:t>
            </a:fld>
            <a:endParaRPr lang="en-US" altLang="en-US" sz="1800"/>
          </a:p>
        </p:txBody>
      </p:sp>
      <p:sp>
        <p:nvSpPr>
          <p:cNvPr id="30724" name="Content Placeholder 10"/>
          <p:cNvSpPr>
            <a:spLocks noGrp="1" noChangeArrowheads="1"/>
          </p:cNvSpPr>
          <p:nvPr>
            <p:ph idx="4294967295"/>
          </p:nvPr>
        </p:nvSpPr>
        <p:spPr>
          <a:xfrm>
            <a:off x="755650" y="1844675"/>
            <a:ext cx="7507288" cy="2592388"/>
          </a:xfrm>
        </p:spPr>
        <p:txBody>
          <a:bodyPr/>
          <a:lstStyle/>
          <a:p>
            <a:pPr eaLnBrk="1" hangingPunct="1">
              <a:spcBef>
                <a:spcPct val="0"/>
              </a:spcBef>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Managing memory</a:t>
            </a:r>
          </a:p>
          <a:p>
            <a:pPr lvl="1"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RAM memory functions as the buffer.</a:t>
            </a:r>
          </a:p>
          <a:p>
            <a:pPr lvl="1" eaLnBrk="1" hangingPunct="1">
              <a:spcBef>
                <a:spcPct val="0"/>
              </a:spcBef>
            </a:pPr>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OS gives each program a portion of RAM</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 memory and keeps them from interfering with each other.</a:t>
            </a:r>
            <a:endParaRPr lang="tr-TR" altLang="zh-CN" smtClean="0"/>
          </a:p>
        </p:txBody>
      </p:sp>
      <p:sp>
        <p:nvSpPr>
          <p:cNvPr id="30725" name="Rectangle 2"/>
          <p:cNvSpPr>
            <a:spLocks noGrp="1" noChangeArrowheads="1"/>
          </p:cNvSpPr>
          <p:nvPr>
            <p:ph type="title" idx="4294967295"/>
          </p:nvPr>
        </p:nvSpPr>
        <p:spPr>
          <a:xfrm>
            <a:off x="0" y="0"/>
            <a:ext cx="9144000" cy="1295400"/>
          </a:xfrm>
        </p:spPr>
        <p:txBody>
          <a:bodyPr lIns="92075" tIns="46038" rIns="92075" bIns="46038"/>
          <a:lstStyle/>
          <a:p>
            <a:pPr eaLnBrk="1" hangingPunct="1"/>
            <a:r>
              <a:rPr lang="tr-TR" altLang="zh-CN" smtClean="0"/>
              <a:t>The Operating System</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3AE357B9-C687-4F33-BF1E-A334AA183838}" type="slidenum">
              <a:rPr lang="tr-TR" altLang="en-US">
                <a:solidFill>
                  <a:srgbClr val="6D7D84"/>
                </a:solidFill>
                <a:latin typeface="Century Gothic" panose="020B0502020202020204" pitchFamily="34" charset="0"/>
                <a:sym typeface="Century Gothic" panose="020B0502020202020204" pitchFamily="34" charset="0"/>
              </a:rPr>
              <a:pPr/>
              <a:t>22</a:t>
            </a:fld>
            <a:endParaRPr lang="en-US" altLang="en-US" sz="1800"/>
          </a:p>
        </p:txBody>
      </p:sp>
      <p:sp>
        <p:nvSpPr>
          <p:cNvPr id="31748" name="Content Placeholder 10"/>
          <p:cNvSpPr>
            <a:spLocks noGrp="1" noChangeArrowheads="1"/>
          </p:cNvSpPr>
          <p:nvPr>
            <p:ph sz="half" idx="4294967295"/>
          </p:nvPr>
        </p:nvSpPr>
        <p:spPr>
          <a:xfrm>
            <a:off x="755650" y="1123950"/>
            <a:ext cx="8153400" cy="4918075"/>
          </a:xfrm>
        </p:spPr>
        <p:txBody>
          <a:bodyPr/>
          <a:lstStyle/>
          <a:p>
            <a:pPr eaLnBrk="1" hangingPunct="1">
              <a:spcBef>
                <a:spcPct val="0"/>
              </a:spcBef>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Managing memory (con’t.)</a:t>
            </a:r>
          </a:p>
          <a:p>
            <a:pPr lvl="1" eaLnBrk="1" hangingPunct="1">
              <a:spcBef>
                <a:spcPct val="0"/>
              </a:spcBef>
            </a:pPr>
            <a:r>
              <a:rPr lang="tr-TR" altLang="zh-CN" sz="2400" b="1" smtClean="0">
                <a:solidFill>
                  <a:srgbClr val="FF0000"/>
                </a:solidFill>
                <a:latin typeface="Tahoma" panose="020B0604030504040204" pitchFamily="34" charset="0"/>
                <a:cs typeface="Tahoma" panose="020B0604030504040204" pitchFamily="34" charset="0"/>
                <a:sym typeface="Tahoma" panose="020B0604030504040204" pitchFamily="34" charset="0"/>
              </a:rPr>
              <a:t>Virtual memory</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—uses portion of hard disk to extend RAM</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When RAM is full, copies of pages are temporarily stored in a </a:t>
            </a: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swap file</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 a special hard disk file.</a:t>
            </a: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Transferring files between RAM and the hard disk—</a:t>
            </a: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paging</a:t>
            </a:r>
            <a:endPar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2" eaLnBrk="1" hangingPunct="1">
              <a:spcBef>
                <a:spcPct val="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Excessive paging—</a:t>
            </a: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thrashing</a:t>
            </a:r>
            <a:endPar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
        <p:nvSpPr>
          <p:cNvPr id="31749" name="Rectangle 2"/>
          <p:cNvSpPr>
            <a:spLocks noGrp="1" noChangeArrowheads="1"/>
          </p:cNvSpPr>
          <p:nvPr>
            <p:ph type="title" idx="4294967295"/>
          </p:nvPr>
        </p:nvSpPr>
        <p:spPr>
          <a:xfrm>
            <a:off x="0" y="-6350"/>
            <a:ext cx="9144000" cy="1225550"/>
          </a:xfrm>
        </p:spPr>
        <p:txBody>
          <a:bodyPr lIns="92075" tIns="46038" rIns="92075" bIns="46038"/>
          <a:lstStyle/>
          <a:p>
            <a:pPr eaLnBrk="1" hangingPunct="1"/>
            <a:r>
              <a:rPr lang="tr-TR" altLang="zh-CN" smtClean="0"/>
              <a:t>The Operating System</a:t>
            </a:r>
          </a:p>
        </p:txBody>
      </p:sp>
      <p:pic>
        <p:nvPicPr>
          <p:cNvPr id="31750" name="Content Placeholder 9" descr="FG04_007_0135045118.jpg"/>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rcRect/>
          <a:stretch>
            <a:fillRect/>
          </a:stretch>
        </p:blipFill>
        <p:spPr>
          <a:xfrm>
            <a:off x="3779838" y="4411663"/>
            <a:ext cx="4670425" cy="2446337"/>
          </a:xfrm>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FE0B18D4-0663-4856-A273-D3AB68678BD2}" type="slidenum">
              <a:rPr lang="tr-TR" altLang="en-US">
                <a:solidFill>
                  <a:srgbClr val="6D7D84"/>
                </a:solidFill>
                <a:latin typeface="Century Gothic" panose="020B0502020202020204" pitchFamily="34" charset="0"/>
                <a:sym typeface="Century Gothic" panose="020B0502020202020204" pitchFamily="34" charset="0"/>
              </a:rPr>
              <a:pPr/>
              <a:t>23</a:t>
            </a:fld>
            <a:endParaRPr lang="en-US" altLang="en-US" sz="1800"/>
          </a:p>
        </p:txBody>
      </p:sp>
      <p:sp>
        <p:nvSpPr>
          <p:cNvPr id="32772" name="Content Placeholder 10"/>
          <p:cNvSpPr>
            <a:spLocks noGrp="1" noChangeArrowheads="1"/>
          </p:cNvSpPr>
          <p:nvPr>
            <p:ph sz="half" idx="4294967295"/>
          </p:nvPr>
        </p:nvSpPr>
        <p:spPr>
          <a:xfrm>
            <a:off x="533400" y="1295400"/>
            <a:ext cx="8610600" cy="4992688"/>
          </a:xfrm>
        </p:spPr>
        <p:txBody>
          <a:bodyPr/>
          <a:lstStyle/>
          <a:p>
            <a:pPr eaLnBrk="1" hangingPunct="1">
              <a:spcBef>
                <a:spcPct val="0"/>
              </a:spcBef>
              <a:spcAft>
                <a:spcPts val="600"/>
              </a:spcAft>
            </a:pPr>
            <a:r>
              <a:rPr lang="tr-TR" altLang="zh-CN" sz="3300" b="1" smtClean="0">
                <a:solidFill>
                  <a:srgbClr val="000000"/>
                </a:solidFill>
                <a:latin typeface="Tahoma" panose="020B0604030504040204" pitchFamily="34" charset="0"/>
                <a:cs typeface="Tahoma" panose="020B0604030504040204" pitchFamily="34" charset="0"/>
                <a:sym typeface="Tahoma" panose="020B0604030504040204" pitchFamily="34" charset="0"/>
              </a:rPr>
              <a:t>Managing memory (con’t.)</a:t>
            </a:r>
          </a:p>
          <a:p>
            <a:pPr lvl="1" eaLnBrk="1" hangingPunct="1">
              <a:spcBef>
                <a:spcPct val="0"/>
              </a:spcBef>
              <a:spcAft>
                <a:spcPts val="600"/>
              </a:spcAft>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Adding more RAM—best way to improve computer performance:</a:t>
            </a:r>
          </a:p>
          <a:p>
            <a:pPr lvl="2" eaLnBrk="1" hangingPunct="1">
              <a:spcBef>
                <a:spcPct val="0"/>
              </a:spcBef>
              <a:spcAft>
                <a:spcPts val="600"/>
              </a:spcAft>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Paging slows computer.</a:t>
            </a:r>
          </a:p>
          <a:p>
            <a:pPr lvl="2" eaLnBrk="1" hangingPunct="1">
              <a:spcBef>
                <a:spcPct val="0"/>
              </a:spcBef>
              <a:spcAft>
                <a:spcPts val="600"/>
              </a:spcAft>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Accessing data from hard disk is slower than accessing from RAM.</a:t>
            </a:r>
          </a:p>
          <a:p>
            <a:pPr lvl="1" eaLnBrk="1" hangingPunct="1">
              <a:spcBef>
                <a:spcPct val="0"/>
              </a:spcBef>
              <a:spcAft>
                <a:spcPts val="600"/>
              </a:spcAft>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Windows Vista and Windows 7 come with Windows ReadyBoost</a:t>
            </a:r>
          </a:p>
          <a:p>
            <a:pPr lvl="2" eaLnBrk="1" hangingPunct="1">
              <a:spcBef>
                <a:spcPct val="0"/>
              </a:spcBef>
              <a:spcAft>
                <a:spcPts val="600"/>
              </a:spcAft>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Use USB disk as RAM</a:t>
            </a:r>
          </a:p>
          <a:p>
            <a:pPr lvl="2" eaLnBrk="1" hangingPunct="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Faster than harddisk</a:t>
            </a:r>
            <a:endParaRPr lang="tr-TR" altLang="zh-CN" sz="17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
        <p:nvSpPr>
          <p:cNvPr id="32773" name="Rectangle 2"/>
          <p:cNvSpPr>
            <a:spLocks noGrp="1" noChangeArrowheads="1"/>
          </p:cNvSpPr>
          <p:nvPr>
            <p:ph type="title" idx="4294967295"/>
          </p:nvPr>
        </p:nvSpPr>
        <p:spPr>
          <a:xfrm>
            <a:off x="0" y="0"/>
            <a:ext cx="9144000" cy="1143000"/>
          </a:xfrm>
        </p:spPr>
        <p:txBody>
          <a:bodyPr lIns="92075" tIns="46038" rIns="92075" bIns="46038"/>
          <a:lstStyle/>
          <a:p>
            <a:pPr eaLnBrk="1" hangingPunct="1"/>
            <a:r>
              <a:rPr lang="tr-TR" altLang="zh-CN" smtClean="0"/>
              <a:t>The Operating System</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FDFF095F-89F3-4A3D-9DE5-7D1AB1BAAD46}" type="slidenum">
              <a:rPr lang="tr-TR" altLang="en-US">
                <a:solidFill>
                  <a:srgbClr val="6D7D84"/>
                </a:solidFill>
                <a:latin typeface="Century Gothic" panose="020B0502020202020204" pitchFamily="34" charset="0"/>
                <a:sym typeface="Century Gothic" panose="020B0502020202020204" pitchFamily="34" charset="0"/>
              </a:rPr>
              <a:pPr/>
              <a:t>24</a:t>
            </a:fld>
            <a:endParaRPr lang="en-US" altLang="en-US" sz="1800"/>
          </a:p>
        </p:txBody>
      </p:sp>
      <p:sp>
        <p:nvSpPr>
          <p:cNvPr id="33796" name="Rectangle 6"/>
          <p:cNvSpPr>
            <a:spLocks noChangeArrowheads="1"/>
          </p:cNvSpPr>
          <p:nvPr/>
        </p:nvSpPr>
        <p:spPr bwMode="auto">
          <a:xfrm>
            <a:off x="739775" y="1222375"/>
            <a:ext cx="7726363" cy="198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800100" indent="-3429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spcAft>
                <a:spcPts val="600"/>
              </a:spcAft>
              <a:buClr>
                <a:srgbClr val="909CA0"/>
              </a:buClr>
            </a:pPr>
            <a:r>
              <a:rPr lang="en-US" altLang="tr-TR" sz="3600" b="1">
                <a:solidFill>
                  <a:srgbClr val="000000"/>
                </a:solidFill>
                <a:latin typeface="Tahoma" panose="020B0604030504040204" pitchFamily="34" charset="0"/>
                <a:cs typeface="Tahoma" panose="020B0604030504040204" pitchFamily="34" charset="0"/>
                <a:sym typeface="Tahoma" panose="020B0604030504040204" pitchFamily="34" charset="0"/>
              </a:rPr>
              <a:t>Types of user interfaces</a:t>
            </a:r>
            <a:endParaRPr lang="tr-TR" altLang="en-US" sz="3600" b="1">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a:spcBef>
                <a:spcPct val="0"/>
              </a:spcBef>
              <a:spcAft>
                <a:spcPts val="600"/>
              </a:spcAft>
              <a:buClr>
                <a:srgbClr val="909CA0"/>
              </a:buClr>
            </a:pPr>
            <a:r>
              <a:rPr lang="en-US" altLang="tr-TR" sz="2400">
                <a:solidFill>
                  <a:srgbClr val="000000"/>
                </a:solidFill>
                <a:latin typeface="Tahoma" panose="020B0604030504040204" pitchFamily="34" charset="0"/>
                <a:cs typeface="Tahoma" panose="020B0604030504040204" pitchFamily="34" charset="0"/>
                <a:sym typeface="Tahoma" panose="020B0604030504040204" pitchFamily="34" charset="0"/>
              </a:rPr>
              <a:t>Graphical user interface (GUI)</a:t>
            </a:r>
            <a:endParaRPr lang="tr-TR" altLang="en-US" sz="240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a:spcBef>
                <a:spcPct val="0"/>
              </a:spcBef>
              <a:spcAft>
                <a:spcPts val="600"/>
              </a:spcAft>
              <a:buClr>
                <a:srgbClr val="909CA0"/>
              </a:buClr>
            </a:pPr>
            <a:r>
              <a:rPr lang="en-US" altLang="tr-TR" sz="2400">
                <a:solidFill>
                  <a:srgbClr val="000000"/>
                </a:solidFill>
                <a:latin typeface="Tahoma" panose="020B0604030504040204" pitchFamily="34" charset="0"/>
                <a:cs typeface="Tahoma" panose="020B0604030504040204" pitchFamily="34" charset="0"/>
                <a:sym typeface="Tahoma" panose="020B0604030504040204" pitchFamily="34" charset="0"/>
              </a:rPr>
              <a:t>Menu-driven user interface</a:t>
            </a:r>
            <a:endParaRPr lang="tr-TR" altLang="en-US" sz="240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a:spcBef>
                <a:spcPct val="0"/>
              </a:spcBef>
              <a:spcAft>
                <a:spcPts val="600"/>
              </a:spcAft>
              <a:buClr>
                <a:srgbClr val="909CA0"/>
              </a:buClr>
            </a:pPr>
            <a:r>
              <a:rPr lang="en-US" altLang="tr-TR" sz="2400">
                <a:solidFill>
                  <a:srgbClr val="000000"/>
                </a:solidFill>
                <a:latin typeface="Tahoma" panose="020B0604030504040204" pitchFamily="34" charset="0"/>
                <a:cs typeface="Tahoma" panose="020B0604030504040204" pitchFamily="34" charset="0"/>
                <a:sym typeface="Tahoma" panose="020B0604030504040204" pitchFamily="34" charset="0"/>
              </a:rPr>
              <a:t>Command-line user interface</a:t>
            </a:r>
          </a:p>
        </p:txBody>
      </p:sp>
      <p:sp>
        <p:nvSpPr>
          <p:cNvPr id="33797" name="Rectangle 2"/>
          <p:cNvSpPr>
            <a:spLocks noGrp="1" noChangeArrowheads="1"/>
          </p:cNvSpPr>
          <p:nvPr>
            <p:ph type="title" idx="4294967295"/>
          </p:nvPr>
        </p:nvSpPr>
        <p:spPr>
          <a:xfrm>
            <a:off x="0" y="0"/>
            <a:ext cx="9144000" cy="1219200"/>
          </a:xfrm>
        </p:spPr>
        <p:txBody>
          <a:bodyPr lIns="92075" tIns="46038" rIns="92075" bIns="46038"/>
          <a:lstStyle/>
          <a:p>
            <a:pPr eaLnBrk="1" hangingPunct="1"/>
            <a:r>
              <a:rPr lang="tr-TR" altLang="zh-CN" smtClean="0"/>
              <a:t>The Operating System</a:t>
            </a:r>
          </a:p>
        </p:txBody>
      </p:sp>
      <p:pic>
        <p:nvPicPr>
          <p:cNvPr id="3379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63" y="3322638"/>
            <a:ext cx="7696200"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1"/>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tr-TR" altLang="en-US" sz="1200" smtClean="0">
                <a:solidFill>
                  <a:srgbClr val="8D8E8E"/>
                </a:solidFill>
                <a:latin typeface="Arial" panose="020B0604020202020204" pitchFamily="34" charset="0"/>
                <a:sym typeface="MS PGothic" panose="020B0600070205080204" pitchFamily="34" charset="-128"/>
              </a:rPr>
              <a:t>Copyright © 2012 Pearson Education, Inc. Publishing as Prentice Hall</a:t>
            </a:r>
            <a:endParaRPr lang="en-US" altLang="tr-TR" sz="1800" smtClean="0">
              <a:latin typeface="Arial" panose="020B0604020202020204" pitchFamily="34" charset="0"/>
              <a:sym typeface="Arial" panose="020B0604020202020204" pitchFamily="34" charset="0"/>
            </a:endParaRPr>
          </a:p>
        </p:txBody>
      </p:sp>
      <p:sp>
        <p:nvSpPr>
          <p:cNvPr id="34819" name="Slide Number Placeholder 4"/>
          <p:cNvSpPr>
            <a:spLocks noGrp="1"/>
          </p:cNvSpPr>
          <p:nvPr>
            <p:ph type="sldNum" sz="quarter" idx="12"/>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fld id="{AB16C7EE-9A73-445A-9F7A-8B88A1FE1DE2}" type="slidenum">
              <a:rPr lang="tr-TR" altLang="en-US" sz="1200">
                <a:solidFill>
                  <a:srgbClr val="8D8E8E"/>
                </a:solidFill>
                <a:latin typeface="Arial" panose="020B0604020202020204" pitchFamily="34" charset="0"/>
                <a:sym typeface="MS PGothic" panose="020B0600070205080204" pitchFamily="34" charset="-128"/>
              </a:rPr>
              <a:pPr>
                <a:spcBef>
                  <a:spcPct val="0"/>
                </a:spcBef>
                <a:buFont typeface="Arial" panose="020B0604020202020204" pitchFamily="34" charset="0"/>
                <a:buNone/>
              </a:pPr>
              <a:t>25</a:t>
            </a:fld>
            <a:endParaRPr lang="en-US" altLang="tr-TR" sz="1800">
              <a:latin typeface="Arial" panose="020B0604020202020204" pitchFamily="34" charset="0"/>
              <a:sym typeface="Arial" panose="020B0604020202020204" pitchFamily="34" charset="0"/>
            </a:endParaRPr>
          </a:p>
        </p:txBody>
      </p:sp>
      <p:sp>
        <p:nvSpPr>
          <p:cNvPr id="34820" name="Title 1"/>
          <p:cNvSpPr>
            <a:spLocks noGrp="1" noChangeArrowheads="1"/>
          </p:cNvSpPr>
          <p:nvPr>
            <p:ph type="title" idx="4294967295"/>
          </p:nvPr>
        </p:nvSpPr>
        <p:spPr/>
        <p:txBody>
          <a:bodyPr/>
          <a:lstStyle/>
          <a:p>
            <a:r>
              <a:rPr lang="tr-TR" altLang="zh-CN" smtClean="0"/>
              <a:t>Graphical User Interface</a:t>
            </a:r>
          </a:p>
        </p:txBody>
      </p:sp>
      <p:pic>
        <p:nvPicPr>
          <p:cNvPr id="34821" name="Picture 2" descr="http://pubpages.unh.edu/%7Emjp262/excel_spreadshee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181100"/>
            <a:ext cx="8088312"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1"/>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tr-TR" altLang="en-US" sz="1200" smtClean="0">
                <a:solidFill>
                  <a:srgbClr val="8D8E8E"/>
                </a:solidFill>
                <a:latin typeface="Arial" panose="020B0604020202020204" pitchFamily="34" charset="0"/>
                <a:sym typeface="MS PGothic" panose="020B0600070205080204" pitchFamily="34" charset="-128"/>
              </a:rPr>
              <a:t>Copyright © 2012 Pearson Education, Inc. Publishing as Prentice Hall</a:t>
            </a:r>
            <a:endParaRPr lang="en-US" altLang="tr-TR" sz="1800" smtClean="0">
              <a:latin typeface="Arial" panose="020B0604020202020204" pitchFamily="34" charset="0"/>
              <a:sym typeface="Arial" panose="020B0604020202020204" pitchFamily="34" charset="0"/>
            </a:endParaRPr>
          </a:p>
        </p:txBody>
      </p:sp>
      <p:sp>
        <p:nvSpPr>
          <p:cNvPr id="35843" name="Slide Number Placeholder 4"/>
          <p:cNvSpPr>
            <a:spLocks noGrp="1"/>
          </p:cNvSpPr>
          <p:nvPr>
            <p:ph type="sldNum" sz="quarter" idx="12"/>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fld id="{6C78C7A2-CE39-4DC4-9E86-55044E849A10}" type="slidenum">
              <a:rPr lang="tr-TR" altLang="en-US" sz="1200">
                <a:solidFill>
                  <a:srgbClr val="8D8E8E"/>
                </a:solidFill>
                <a:latin typeface="Arial" panose="020B0604020202020204" pitchFamily="34" charset="0"/>
                <a:sym typeface="MS PGothic" panose="020B0600070205080204" pitchFamily="34" charset="-128"/>
              </a:rPr>
              <a:pPr>
                <a:spcBef>
                  <a:spcPct val="0"/>
                </a:spcBef>
                <a:buFont typeface="Arial" panose="020B0604020202020204" pitchFamily="34" charset="0"/>
                <a:buNone/>
              </a:pPr>
              <a:t>26</a:t>
            </a:fld>
            <a:endParaRPr lang="en-US" altLang="tr-TR" sz="1800">
              <a:latin typeface="Arial" panose="020B0604020202020204" pitchFamily="34" charset="0"/>
              <a:sym typeface="Arial" panose="020B0604020202020204" pitchFamily="34" charset="0"/>
            </a:endParaRPr>
          </a:p>
        </p:txBody>
      </p:sp>
      <p:sp>
        <p:nvSpPr>
          <p:cNvPr id="35844" name="Content Placeholder 10"/>
          <p:cNvSpPr>
            <a:spLocks noGrp="1" noChangeArrowheads="1"/>
          </p:cNvSpPr>
          <p:nvPr>
            <p:ph idx="4294967295"/>
          </p:nvPr>
        </p:nvSpPr>
        <p:spPr>
          <a:xfrm>
            <a:off x="762000" y="1905000"/>
            <a:ext cx="7507288" cy="4495800"/>
          </a:xfrm>
        </p:spPr>
        <p:txBody>
          <a:bodyPr/>
          <a:lstStyle/>
          <a:p>
            <a:pPr lvl="1"/>
            <a:endPar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Features preemptive multitasking</a:t>
            </a:r>
          </a:p>
          <a:p>
            <a:pPr lvl="2"/>
            <a:r>
              <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rPr>
              <a:t>ensures all applications have fair access to the CPU</a:t>
            </a:r>
          </a:p>
          <a:p>
            <a:pPr lvl="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Has many versions that are not compatible </a:t>
            </a:r>
          </a:p>
          <a:p>
            <a:pPr lvl="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Hard to use—defaults to a command-line user interface</a:t>
            </a:r>
          </a:p>
          <a:p>
            <a:pPr lvl="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Mac OS X is based on UNIX</a:t>
            </a:r>
          </a:p>
          <a:p>
            <a:pPr lvl="1"/>
            <a:endParaRPr lang="tr-TR" altLang="zh-CN" sz="20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a:spcBef>
                <a:spcPct val="0"/>
              </a:spcBef>
            </a:pPr>
            <a:endPar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
        <p:nvSpPr>
          <p:cNvPr id="35845" name="Rectangle 2"/>
          <p:cNvSpPr>
            <a:spLocks noGrp="1" noChangeArrowheads="1"/>
          </p:cNvSpPr>
          <p:nvPr>
            <p:ph type="title" idx="4294967295"/>
          </p:nvPr>
        </p:nvSpPr>
        <p:spPr>
          <a:xfrm>
            <a:off x="0" y="0"/>
            <a:ext cx="9144000" cy="1600200"/>
          </a:xfrm>
        </p:spPr>
        <p:txBody>
          <a:bodyPr lIns="92075" tIns="46038" rIns="92075" bIns="46038" anchor="b"/>
          <a:lstStyle/>
          <a:p>
            <a:r>
              <a:rPr lang="tr-TR" altLang="zh-CN" smtClean="0"/>
              <a:t>UNIX</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1"/>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tr-TR" altLang="en-US" sz="1200" smtClean="0">
                <a:solidFill>
                  <a:srgbClr val="8D8E8E"/>
                </a:solidFill>
                <a:latin typeface="Arial" panose="020B0604020202020204" pitchFamily="34" charset="0"/>
                <a:sym typeface="MS PGothic" panose="020B0600070205080204" pitchFamily="34" charset="-128"/>
              </a:rPr>
              <a:t>Copyright © 2012 Pearson Education, Inc. Publishing as Prentice Hall</a:t>
            </a:r>
            <a:endParaRPr lang="en-US" altLang="tr-TR" sz="1800" smtClean="0">
              <a:latin typeface="Arial" panose="020B0604020202020204" pitchFamily="34" charset="0"/>
              <a:sym typeface="Arial" panose="020B0604020202020204" pitchFamily="34" charset="0"/>
            </a:endParaRPr>
          </a:p>
        </p:txBody>
      </p:sp>
      <p:sp>
        <p:nvSpPr>
          <p:cNvPr id="36867" name="Slide Number Placeholder 4"/>
          <p:cNvSpPr>
            <a:spLocks noGrp="1"/>
          </p:cNvSpPr>
          <p:nvPr>
            <p:ph type="sldNum" sz="quarter" idx="12"/>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fld id="{6BCEBF7F-F5AB-4F91-A69E-EC887CAC2C61}" type="slidenum">
              <a:rPr lang="tr-TR" altLang="en-US" sz="1200">
                <a:solidFill>
                  <a:srgbClr val="8D8E8E"/>
                </a:solidFill>
                <a:latin typeface="Arial" panose="020B0604020202020204" pitchFamily="34" charset="0"/>
                <a:sym typeface="MS PGothic" panose="020B0600070205080204" pitchFamily="34" charset="-128"/>
              </a:rPr>
              <a:pPr>
                <a:spcBef>
                  <a:spcPct val="0"/>
                </a:spcBef>
                <a:buFont typeface="Arial" panose="020B0604020202020204" pitchFamily="34" charset="0"/>
                <a:buNone/>
              </a:pPr>
              <a:t>27</a:t>
            </a:fld>
            <a:endParaRPr lang="en-US" altLang="tr-TR" sz="1800">
              <a:latin typeface="Arial" panose="020B0604020202020204" pitchFamily="34" charset="0"/>
              <a:sym typeface="Arial" panose="020B0604020202020204" pitchFamily="34" charset="0"/>
            </a:endParaRPr>
          </a:p>
        </p:txBody>
      </p:sp>
      <p:sp>
        <p:nvSpPr>
          <p:cNvPr id="36868" name="Rectangle 2"/>
          <p:cNvSpPr>
            <a:spLocks noGrp="1" noChangeArrowheads="1"/>
          </p:cNvSpPr>
          <p:nvPr>
            <p:ph type="title" idx="4294967295"/>
          </p:nvPr>
        </p:nvSpPr>
        <p:spPr>
          <a:xfrm>
            <a:off x="0" y="0"/>
            <a:ext cx="9144000" cy="1600200"/>
          </a:xfrm>
        </p:spPr>
        <p:txBody>
          <a:bodyPr lIns="92075" tIns="46038" rIns="92075" bIns="46038"/>
          <a:lstStyle/>
          <a:p>
            <a:r>
              <a:rPr lang="tr-TR" altLang="zh-CN" smtClean="0"/>
              <a:t>Stand-Alone </a:t>
            </a:r>
            <a:br>
              <a:rPr lang="tr-TR" altLang="zh-CN" smtClean="0"/>
            </a:br>
            <a:r>
              <a:rPr lang="tr-TR" altLang="zh-CN" smtClean="0"/>
              <a:t>Operating Systems</a:t>
            </a:r>
          </a:p>
        </p:txBody>
      </p:sp>
      <p:sp>
        <p:nvSpPr>
          <p:cNvPr id="36869" name="Content Placeholder 5"/>
          <p:cNvSpPr>
            <a:spLocks noGrp="1" noChangeArrowheads="1"/>
          </p:cNvSpPr>
          <p:nvPr>
            <p:ph idx="4294967295"/>
          </p:nvPr>
        </p:nvSpPr>
        <p:spPr>
          <a:xfrm>
            <a:off x="762000" y="1524000"/>
            <a:ext cx="4746625" cy="4648200"/>
          </a:xfrm>
        </p:spPr>
        <p:txBody>
          <a:bodyPr/>
          <a:lstStyle/>
          <a:p>
            <a:r>
              <a:rPr lang="tr-TR" altLang="zh-CN" b="1" smtClean="0">
                <a:solidFill>
                  <a:srgbClr val="000000"/>
                </a:solidFill>
                <a:latin typeface="Tahoma" panose="020B0604030504040204" pitchFamily="34" charset="0"/>
                <a:cs typeface="Tahoma" panose="020B0604030504040204" pitchFamily="34" charset="0"/>
                <a:sym typeface="Tahoma" panose="020B0604030504040204" pitchFamily="34" charset="0"/>
              </a:rPr>
              <a:t>Linux</a:t>
            </a:r>
          </a:p>
          <a:p>
            <a:pPr lvl="1"/>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Developed by Linus Torvalds in 1991</a:t>
            </a:r>
          </a:p>
          <a:p>
            <a:pPr lvl="2"/>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He was a computer science student in Finland between 1988 – 1996</a:t>
            </a:r>
          </a:p>
          <a:p>
            <a:pPr lvl="2"/>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Linux was his Master’s thesis</a:t>
            </a:r>
            <a:endParaRPr lang="tr-TR" altLang="zh-CN" sz="16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a:r>
              <a:rPr lang="tr-TR" altLang="zh-CN" sz="1600" b="1" smtClean="0">
                <a:solidFill>
                  <a:srgbClr val="FF0000"/>
                </a:solidFill>
                <a:latin typeface="Tahoma" panose="020B0604030504040204" pitchFamily="34" charset="0"/>
                <a:cs typeface="Tahoma" panose="020B0604030504040204" pitchFamily="34" charset="0"/>
                <a:sym typeface="Tahoma" panose="020B0604030504040204" pitchFamily="34" charset="0"/>
              </a:rPr>
              <a:t>Open source software</a:t>
            </a:r>
          </a:p>
          <a:p>
            <a:pPr lvl="2"/>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source code is available to users</a:t>
            </a:r>
          </a:p>
          <a:p>
            <a:pPr lvl="1"/>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Powerful, free</a:t>
            </a:r>
          </a:p>
          <a:p>
            <a:pPr lvl="1"/>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Linux is actually a kernel not an OS</a:t>
            </a:r>
          </a:p>
        </p:txBody>
      </p:sp>
      <p:pic>
        <p:nvPicPr>
          <p:cNvPr id="36870" name="Picture 2" descr="http://readwrite.com/files/linus_torvald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1700213"/>
            <a:ext cx="2735263"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1"/>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tr-TR" altLang="en-US" sz="1200" smtClean="0">
                <a:solidFill>
                  <a:srgbClr val="8D8E8E"/>
                </a:solidFill>
                <a:latin typeface="Arial" panose="020B0604020202020204" pitchFamily="34" charset="0"/>
                <a:sym typeface="MS PGothic" panose="020B0600070205080204" pitchFamily="34" charset="-128"/>
              </a:rPr>
              <a:t>Copyright © 2012 Pearson Education, Inc. Publishing as Prentice Hall</a:t>
            </a:r>
            <a:endParaRPr lang="en-US" altLang="tr-TR" sz="1800" smtClean="0">
              <a:latin typeface="Arial" panose="020B0604020202020204" pitchFamily="34" charset="0"/>
              <a:sym typeface="Arial" panose="020B0604020202020204" pitchFamily="34" charset="0"/>
            </a:endParaRPr>
          </a:p>
        </p:txBody>
      </p:sp>
      <p:sp>
        <p:nvSpPr>
          <p:cNvPr id="37891" name="Slide Number Placeholder 4"/>
          <p:cNvSpPr>
            <a:spLocks noGrp="1"/>
          </p:cNvSpPr>
          <p:nvPr>
            <p:ph type="sldNum" sz="quarter" idx="12"/>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fld id="{C82AA226-6646-46BB-B4E1-57347302F997}" type="slidenum">
              <a:rPr lang="tr-TR" altLang="en-US" sz="1200">
                <a:solidFill>
                  <a:srgbClr val="8D8E8E"/>
                </a:solidFill>
                <a:latin typeface="Arial" panose="020B0604020202020204" pitchFamily="34" charset="0"/>
                <a:sym typeface="MS PGothic" panose="020B0600070205080204" pitchFamily="34" charset="-128"/>
              </a:rPr>
              <a:pPr>
                <a:spcBef>
                  <a:spcPct val="0"/>
                </a:spcBef>
                <a:buFont typeface="Arial" panose="020B0604020202020204" pitchFamily="34" charset="0"/>
                <a:buNone/>
              </a:pPr>
              <a:t>28</a:t>
            </a:fld>
            <a:endParaRPr lang="en-US" altLang="tr-TR" sz="1800">
              <a:latin typeface="Arial" panose="020B0604020202020204" pitchFamily="34" charset="0"/>
              <a:sym typeface="Arial" panose="020B0604020202020204" pitchFamily="34" charset="0"/>
            </a:endParaRPr>
          </a:p>
        </p:txBody>
      </p:sp>
      <p:sp>
        <p:nvSpPr>
          <p:cNvPr id="37892" name="Title 1"/>
          <p:cNvSpPr>
            <a:spLocks noGrp="1" noChangeArrowheads="1"/>
          </p:cNvSpPr>
          <p:nvPr>
            <p:ph type="title" idx="4294967295"/>
          </p:nvPr>
        </p:nvSpPr>
        <p:spPr/>
        <p:txBody>
          <a:bodyPr/>
          <a:lstStyle/>
          <a:p>
            <a:r>
              <a:rPr lang="tr-TR" altLang="zh-CN" smtClean="0"/>
              <a:t>What does Free and Open Source Mean</a:t>
            </a:r>
          </a:p>
        </p:txBody>
      </p:sp>
      <p:sp>
        <p:nvSpPr>
          <p:cNvPr id="37893" name="Content Placeholder 2"/>
          <p:cNvSpPr>
            <a:spLocks noGrp="1" noChangeArrowheads="1"/>
          </p:cNvSpPr>
          <p:nvPr>
            <p:ph idx="4294967295"/>
          </p:nvPr>
        </p:nvSpPr>
        <p:spPr/>
        <p:txBody>
          <a:bodyPr/>
          <a:lstStyle/>
          <a:p>
            <a:r>
              <a:rPr lang="tr-TR" altLang="zh-CN" smtClean="0"/>
              <a:t>Free: Free to download, install, distribute and change</a:t>
            </a:r>
          </a:p>
          <a:p>
            <a:r>
              <a:rPr lang="tr-TR" altLang="zh-CN" smtClean="0"/>
              <a:t>Open Source</a:t>
            </a:r>
          </a:p>
          <a:p>
            <a:pPr lvl="1"/>
            <a:r>
              <a:rPr lang="tr-TR" altLang="zh-CN" smtClean="0"/>
              <a:t>Anybody can see, change and redistribute the source code</a:t>
            </a:r>
          </a:p>
          <a:p>
            <a:pPr lvl="1"/>
            <a:r>
              <a:rPr lang="tr-TR" altLang="zh-CN" smtClean="0"/>
              <a:t>If you change the source code, you have to distribute it freely</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1"/>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tr-TR" altLang="en-US" sz="1200" smtClean="0">
                <a:solidFill>
                  <a:srgbClr val="8D8E8E"/>
                </a:solidFill>
                <a:latin typeface="Arial" panose="020B0604020202020204" pitchFamily="34" charset="0"/>
                <a:sym typeface="MS PGothic" panose="020B0600070205080204" pitchFamily="34" charset="-128"/>
              </a:rPr>
              <a:t>Copyright © 2012 Pearson Education, Inc. Publishing as Prentice Hall</a:t>
            </a:r>
            <a:endParaRPr lang="en-US" altLang="tr-TR" sz="1800" smtClean="0">
              <a:latin typeface="Arial" panose="020B0604020202020204" pitchFamily="34" charset="0"/>
              <a:sym typeface="Arial" panose="020B0604020202020204" pitchFamily="34" charset="0"/>
            </a:endParaRPr>
          </a:p>
        </p:txBody>
      </p:sp>
      <p:sp>
        <p:nvSpPr>
          <p:cNvPr id="38915" name="Slide Number Placeholder 4"/>
          <p:cNvSpPr>
            <a:spLocks noGrp="1"/>
          </p:cNvSpPr>
          <p:nvPr>
            <p:ph type="sldNum" sz="quarter" idx="12"/>
          </p:nvPr>
        </p:nvSpPr>
        <p:spPr>
          <a:noFill/>
        </p:spPr>
        <p:txBody>
          <a:bodyPr/>
          <a:lstStyle>
            <a:lvl1pPr>
              <a:spcBef>
                <a:spcPct val="20000"/>
              </a:spcBef>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fld id="{1E12E914-5A9B-46D6-BC26-933065FA57E3}" type="slidenum">
              <a:rPr lang="tr-TR" altLang="en-US" sz="1200">
                <a:solidFill>
                  <a:srgbClr val="8D8E8E"/>
                </a:solidFill>
                <a:latin typeface="Arial" panose="020B0604020202020204" pitchFamily="34" charset="0"/>
                <a:sym typeface="MS PGothic" panose="020B0600070205080204" pitchFamily="34" charset="-128"/>
              </a:rPr>
              <a:pPr>
                <a:spcBef>
                  <a:spcPct val="0"/>
                </a:spcBef>
                <a:buFont typeface="Arial" panose="020B0604020202020204" pitchFamily="34" charset="0"/>
                <a:buNone/>
              </a:pPr>
              <a:t>29</a:t>
            </a:fld>
            <a:endParaRPr lang="en-US" altLang="tr-TR" sz="1800">
              <a:latin typeface="Arial" panose="020B0604020202020204" pitchFamily="34" charset="0"/>
              <a:sym typeface="Arial" panose="020B0604020202020204" pitchFamily="34" charset="0"/>
            </a:endParaRPr>
          </a:p>
        </p:txBody>
      </p:sp>
      <p:sp>
        <p:nvSpPr>
          <p:cNvPr id="38916" name="Title 1"/>
          <p:cNvSpPr>
            <a:spLocks noGrp="1" noChangeArrowheads="1"/>
          </p:cNvSpPr>
          <p:nvPr>
            <p:ph type="title" idx="4294967295"/>
          </p:nvPr>
        </p:nvSpPr>
        <p:spPr/>
        <p:txBody>
          <a:bodyPr/>
          <a:lstStyle/>
          <a:p>
            <a:r>
              <a:rPr lang="tr-TR" altLang="zh-CN" smtClean="0"/>
              <a:t>Stand-Alone </a:t>
            </a:r>
            <a:br>
              <a:rPr lang="tr-TR" altLang="zh-CN" smtClean="0"/>
            </a:br>
            <a:r>
              <a:rPr lang="tr-TR" altLang="zh-CN" smtClean="0"/>
              <a:t>Operating Systems</a:t>
            </a:r>
          </a:p>
        </p:txBody>
      </p:sp>
      <p:sp>
        <p:nvSpPr>
          <p:cNvPr id="38917" name="Content Placeholder 2"/>
          <p:cNvSpPr>
            <a:spLocks noGrp="1" noChangeArrowheads="1"/>
          </p:cNvSpPr>
          <p:nvPr>
            <p:ph idx="4294967295"/>
          </p:nvPr>
        </p:nvSpPr>
        <p:spPr/>
        <p:txBody>
          <a:bodyPr/>
          <a:lstStyle/>
          <a:p>
            <a:r>
              <a:rPr lang="tr-TR" altLang="zh-CN" smtClean="0"/>
              <a:t>Linux</a:t>
            </a:r>
            <a:endPar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Gaining acceptance for Web servers</a:t>
            </a:r>
          </a:p>
          <a:p>
            <a:pPr lvl="1"/>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Disadvantages</a:t>
            </a:r>
          </a:p>
          <a:p>
            <a:pPr lvl="2"/>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Lack of technical support prevents adoption in corporate environments</a:t>
            </a:r>
          </a:p>
          <a:p>
            <a:pPr lvl="2"/>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Difficult to run Microsoft Office applications</a:t>
            </a:r>
          </a:p>
          <a:p>
            <a:pPr lvl="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About 60% of the servers in the world use Linux</a:t>
            </a:r>
          </a:p>
          <a:p>
            <a:pPr lvl="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Supercomputers also prefer linux</a:t>
            </a:r>
          </a:p>
          <a:p>
            <a:pPr lvl="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Android is also based on linux open source</a:t>
            </a:r>
          </a:p>
          <a:p>
            <a:pPr lvl="1"/>
            <a:endParaRPr lang="tr-TR" altLang="zh-CN" smtClean="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F9B1C58B-E958-47B8-A71D-ABFF78B6A43C}" type="slidenum">
              <a:rPr lang="tr-TR" altLang="en-US">
                <a:solidFill>
                  <a:srgbClr val="6D7D84"/>
                </a:solidFill>
                <a:latin typeface="Century Gothic" panose="020B0502020202020204" pitchFamily="34" charset="0"/>
                <a:sym typeface="Century Gothic" panose="020B0502020202020204" pitchFamily="34" charset="0"/>
              </a:rPr>
              <a:pPr/>
              <a:t>30</a:t>
            </a:fld>
            <a:endParaRPr lang="en-US" altLang="en-US" sz="1800"/>
          </a:p>
        </p:txBody>
      </p:sp>
      <p:sp>
        <p:nvSpPr>
          <p:cNvPr id="39940" name="Content Placeholder 10"/>
          <p:cNvSpPr>
            <a:spLocks noGrp="1" noChangeArrowheads="1"/>
          </p:cNvSpPr>
          <p:nvPr>
            <p:ph idx="4294967295"/>
          </p:nvPr>
        </p:nvSpPr>
        <p:spPr>
          <a:xfrm>
            <a:off x="762000" y="1600200"/>
            <a:ext cx="8382000" cy="4800600"/>
          </a:xfrm>
        </p:spPr>
        <p:txBody>
          <a:bodyPr/>
          <a:lstStyle/>
          <a:p>
            <a:pPr eaLnBrk="1" hangingPunct="1">
              <a:lnSpc>
                <a:spcPct val="90000"/>
              </a:lnSpc>
              <a:spcBef>
                <a:spcPct val="0"/>
              </a:spcBef>
            </a:pPr>
            <a:r>
              <a:rPr lang="tr-TR" altLang="zh-CN" sz="3300" b="1" smtClean="0">
                <a:solidFill>
                  <a:srgbClr val="000000"/>
                </a:solidFill>
                <a:latin typeface="Tahoma" panose="020B0604030504040204" pitchFamily="34" charset="0"/>
                <a:cs typeface="Tahoma" panose="020B0604030504040204" pitchFamily="34" charset="0"/>
                <a:sym typeface="Tahoma" panose="020B0604030504040204" pitchFamily="34" charset="0"/>
              </a:rPr>
              <a:t>Windows Vs Mac Vs Linux</a:t>
            </a:r>
          </a:p>
          <a:p>
            <a:pPr lvl="1" eaLnBrk="1" hangingPunct="1">
              <a:lnSpc>
                <a:spcPct val="90000"/>
              </a:lnSpc>
              <a:spcBef>
                <a:spcPct val="0"/>
              </a:spcBef>
            </a:pPr>
            <a:r>
              <a:rPr lang="tr-TR" altLang="zh-CN" sz="1900" b="1" smtClean="0">
                <a:solidFill>
                  <a:srgbClr val="000000"/>
                </a:solidFill>
                <a:latin typeface="Tahoma" panose="020B0604030504040204" pitchFamily="34" charset="0"/>
                <a:cs typeface="Tahoma" panose="020B0604030504040204" pitchFamily="34" charset="0"/>
                <a:sym typeface="Tahoma" panose="020B0604030504040204" pitchFamily="34" charset="0"/>
              </a:rPr>
              <a:t>Platform</a:t>
            </a: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—determined by combination of processor chip &amp; OS</a:t>
            </a:r>
          </a:p>
          <a:p>
            <a:pPr lvl="1"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Windows</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Dominate marketplace</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Intel or AMD chip</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More software available</a:t>
            </a:r>
          </a:p>
          <a:p>
            <a:pPr lvl="1"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Macs</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Mac OS</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Motorola or IBM chip</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Most current OS can run Windows software</a:t>
            </a:r>
          </a:p>
          <a:p>
            <a:pPr lvl="1"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Linux based OS</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Can be installed on PC or Mac</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More secure—fewer viruses</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Free to download, use and distribute</a:t>
            </a:r>
          </a:p>
          <a:p>
            <a:pPr lvl="2" eaLnBrk="1" hangingPunct="1">
              <a:lnSpc>
                <a:spcPct val="90000"/>
              </a:lnSpc>
              <a:spcBef>
                <a:spcPct val="0"/>
              </a:spcBef>
            </a:pPr>
            <a:r>
              <a:rPr lang="tr-TR" altLang="zh-CN" sz="1900" smtClean="0">
                <a:solidFill>
                  <a:srgbClr val="000000"/>
                </a:solidFill>
                <a:latin typeface="Tahoma" panose="020B0604030504040204" pitchFamily="34" charset="0"/>
                <a:cs typeface="Tahoma" panose="020B0604030504040204" pitchFamily="34" charset="0"/>
                <a:sym typeface="Tahoma" panose="020B0604030504040204" pitchFamily="34" charset="0"/>
              </a:rPr>
              <a:t>Hundreds of variants</a:t>
            </a:r>
          </a:p>
          <a:p>
            <a:pPr lvl="2" eaLnBrk="1" hangingPunct="1">
              <a:lnSpc>
                <a:spcPct val="90000"/>
              </a:lnSpc>
              <a:spcBef>
                <a:spcPct val="0"/>
              </a:spcBef>
            </a:pPr>
            <a:endPar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lvl="1" eaLnBrk="1" hangingPunct="1">
              <a:lnSpc>
                <a:spcPct val="90000"/>
              </a:lnSpc>
              <a:spcBef>
                <a:spcPct val="0"/>
              </a:spcBef>
            </a:pPr>
            <a:endPar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
        <p:nvSpPr>
          <p:cNvPr id="39941" name="Rectangle 2"/>
          <p:cNvSpPr>
            <a:spLocks noGrp="1" noChangeArrowheads="1"/>
          </p:cNvSpPr>
          <p:nvPr>
            <p:ph type="title" idx="4294967295"/>
          </p:nvPr>
        </p:nvSpPr>
        <p:spPr>
          <a:xfrm>
            <a:off x="0" y="0"/>
            <a:ext cx="9144000" cy="1600200"/>
          </a:xfrm>
        </p:spPr>
        <p:txBody>
          <a:bodyPr lIns="92075" tIns="46038" rIns="92075" bIns="46038"/>
          <a:lstStyle/>
          <a:p>
            <a:pPr eaLnBrk="1" hangingPunct="1"/>
            <a:r>
              <a:rPr lang="tr-TR" altLang="zh-CN" smtClean="0"/>
              <a:t>Stand-Alone</a:t>
            </a:r>
            <a:br>
              <a:rPr lang="tr-TR" altLang="zh-CN" smtClean="0"/>
            </a:br>
            <a:r>
              <a:rPr lang="tr-TR" altLang="zh-CN" smtClean="0"/>
              <a:t>Operating Systems</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E6C2DB00-82C0-4156-8F40-501783030638}" type="slidenum">
              <a:rPr lang="tr-TR" altLang="en-US">
                <a:solidFill>
                  <a:srgbClr val="6D7D84"/>
                </a:solidFill>
                <a:latin typeface="Century Gothic" panose="020B0502020202020204" pitchFamily="34" charset="0"/>
                <a:sym typeface="Century Gothic" panose="020B0502020202020204" pitchFamily="34" charset="0"/>
              </a:rPr>
              <a:pPr/>
              <a:t>31</a:t>
            </a:fld>
            <a:endParaRPr lang="en-US" altLang="en-US" sz="1800"/>
          </a:p>
        </p:txBody>
      </p:sp>
      <p:sp>
        <p:nvSpPr>
          <p:cNvPr id="40964" name="Content Placeholder 10"/>
          <p:cNvSpPr>
            <a:spLocks noGrp="1" noChangeArrowheads="1"/>
          </p:cNvSpPr>
          <p:nvPr>
            <p:ph idx="4294967295"/>
          </p:nvPr>
        </p:nvSpPr>
        <p:spPr>
          <a:xfrm>
            <a:off x="762000" y="1905000"/>
            <a:ext cx="7772400" cy="4495800"/>
          </a:xfrm>
        </p:spPr>
        <p:txBody>
          <a:bodyPr/>
          <a:lstStyle/>
          <a:p>
            <a:pPr eaLnBrk="1" hangingPunct="1"/>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Embedded operating systems</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Designed for specific applications</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Compact and efficient</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Eliminate many unneeded features of OSs</a:t>
            </a:r>
          </a:p>
          <a:p>
            <a:pPr lvl="1"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Used in PDAs, cell phones, kitchen appliances, point-of-sale devices, industrial robots, etc.</a:t>
            </a:r>
          </a:p>
          <a:p>
            <a:pPr eaLnBrk="1" hangingPunct="1">
              <a:spcBef>
                <a:spcPct val="0"/>
              </a:spcBef>
            </a:pPr>
            <a:endPar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
        <p:nvSpPr>
          <p:cNvPr id="40965" name="Rectangle 2"/>
          <p:cNvSpPr>
            <a:spLocks noGrp="1" noChangeArrowheads="1"/>
          </p:cNvSpPr>
          <p:nvPr>
            <p:ph type="title" idx="4294967295"/>
          </p:nvPr>
        </p:nvSpPr>
        <p:spPr>
          <a:xfrm>
            <a:off x="0" y="0"/>
            <a:ext cx="9144000" cy="1600200"/>
          </a:xfrm>
        </p:spPr>
        <p:txBody>
          <a:bodyPr lIns="92075" tIns="46038" rIns="92075" bIns="46038"/>
          <a:lstStyle/>
          <a:p>
            <a:pPr eaLnBrk="1" hangingPunct="1"/>
            <a:r>
              <a:rPr lang="tr-TR" altLang="zh-CN" smtClean="0"/>
              <a:t>Stand-Alone</a:t>
            </a:r>
            <a:br>
              <a:rPr lang="tr-TR" altLang="zh-CN" smtClean="0"/>
            </a:br>
            <a:r>
              <a:rPr lang="tr-TR" altLang="zh-CN" smtClean="0"/>
              <a:t>Operating Systems</a:t>
            </a:r>
          </a:p>
        </p:txBody>
      </p:sp>
      <p:pic>
        <p:nvPicPr>
          <p:cNvPr id="4096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6950" y="4743450"/>
            <a:ext cx="4914900" cy="185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410E82EC-B15A-49BD-BD25-032C29FA4787}" type="slidenum">
              <a:rPr lang="tr-TR" altLang="en-US">
                <a:solidFill>
                  <a:srgbClr val="6D7D84"/>
                </a:solidFill>
                <a:latin typeface="Century Gothic" panose="020B0502020202020204" pitchFamily="34" charset="0"/>
                <a:sym typeface="Century Gothic" panose="020B0502020202020204" pitchFamily="34" charset="0"/>
              </a:rPr>
              <a:pPr/>
              <a:t>32</a:t>
            </a:fld>
            <a:endParaRPr lang="en-US" altLang="en-US" sz="1800"/>
          </a:p>
        </p:txBody>
      </p:sp>
      <p:sp>
        <p:nvSpPr>
          <p:cNvPr id="41988" name="Rectangle 2"/>
          <p:cNvSpPr>
            <a:spLocks noGrp="1" noChangeArrowheads="1"/>
          </p:cNvSpPr>
          <p:nvPr>
            <p:ph type="title" idx="4294967295"/>
          </p:nvPr>
        </p:nvSpPr>
        <p:spPr/>
        <p:txBody>
          <a:bodyPr lIns="92075" tIns="46038" rIns="92075" bIns="46038" anchor="ctr"/>
          <a:lstStyle/>
          <a:p>
            <a:pPr eaLnBrk="1" hangingPunct="1"/>
            <a:r>
              <a:rPr lang="tr-TR" altLang="zh-CN" smtClean="0"/>
              <a:t>Stand-Alone </a:t>
            </a:r>
            <a:br>
              <a:rPr lang="tr-TR" altLang="zh-CN" smtClean="0"/>
            </a:br>
            <a:r>
              <a:rPr lang="tr-TR" altLang="zh-CN" smtClean="0"/>
              <a:t>Operating Systems</a:t>
            </a:r>
          </a:p>
        </p:txBody>
      </p:sp>
      <p:sp>
        <p:nvSpPr>
          <p:cNvPr id="41989" name="Content Placeholder 5"/>
          <p:cNvSpPr>
            <a:spLocks noGrp="1" noChangeArrowheads="1"/>
          </p:cNvSpPr>
          <p:nvPr>
            <p:ph sz="half" idx="4294967295"/>
          </p:nvPr>
        </p:nvSpPr>
        <p:spPr>
          <a:xfrm>
            <a:off x="3048000" y="1905000"/>
            <a:ext cx="6096000" cy="3962400"/>
          </a:xfrm>
        </p:spPr>
        <p:txBody>
          <a:bodyPr/>
          <a:lstStyle/>
          <a:p>
            <a:pPr marL="0" indent="-277813" eaLnBrk="1" hangingPunct="1"/>
            <a:r>
              <a:rPr lang="tr-TR" altLang="zh-CN" sz="3300" b="1" smtClean="0">
                <a:solidFill>
                  <a:srgbClr val="000000"/>
                </a:solidFill>
                <a:latin typeface="Tahoma" panose="020B0604030504040204" pitchFamily="34" charset="0"/>
                <a:cs typeface="Tahoma" panose="020B0604030504040204" pitchFamily="34" charset="0"/>
                <a:sym typeface="Tahoma" panose="020B0604030504040204" pitchFamily="34" charset="0"/>
              </a:rPr>
              <a:t>Microsoft Windows Mobile</a:t>
            </a:r>
            <a:r>
              <a:rPr lang="tr-TR" altLang="zh-CN" sz="3300" smtClean="0">
                <a:solidFill>
                  <a:srgbClr val="000000"/>
                </a:solidFill>
                <a:latin typeface="Tahoma" panose="020B0604030504040204" pitchFamily="34" charset="0"/>
                <a:cs typeface="Tahoma" panose="020B0604030504040204" pitchFamily="34" charset="0"/>
                <a:sym typeface="Tahoma" panose="020B0604030504040204" pitchFamily="34" charset="0"/>
              </a:rPr>
              <a:t> </a:t>
            </a:r>
          </a:p>
          <a:p>
            <a:pPr lvl="1" eaLnBrk="1" hangingPunct="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Designed for smartphones and PDAs</a:t>
            </a:r>
          </a:p>
          <a:p>
            <a:pPr lvl="1" eaLnBrk="1" hangingPunct="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Includes simplified versions of Windows programs</a:t>
            </a:r>
          </a:p>
          <a:p>
            <a:pPr lvl="1" eaLnBrk="1" hangingPunct="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Supports handwriting recognition and voice recording</a:t>
            </a:r>
          </a:p>
          <a:p>
            <a:pPr lvl="1" eaLnBrk="1" hangingPunct="1"/>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Supports synchronizing with corresponding programs on desktop computers</a:t>
            </a:r>
            <a:endParaRPr lang="tr-TR" altLang="zh-CN" smtClean="0"/>
          </a:p>
        </p:txBody>
      </p:sp>
      <p:pic>
        <p:nvPicPr>
          <p:cNvPr id="41990" name="Picture 8" descr="04-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788185">
            <a:off x="914400" y="2362200"/>
            <a:ext cx="1573213"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1C025ACB-CBF4-4FCC-94C5-87D2388627AF}" type="slidenum">
              <a:rPr lang="tr-TR" altLang="en-US">
                <a:solidFill>
                  <a:srgbClr val="6D7D84"/>
                </a:solidFill>
                <a:latin typeface="Century Gothic" panose="020B0502020202020204" pitchFamily="34" charset="0"/>
                <a:sym typeface="Century Gothic" panose="020B0502020202020204" pitchFamily="34" charset="0"/>
              </a:rPr>
              <a:pPr/>
              <a:t>33</a:t>
            </a:fld>
            <a:endParaRPr lang="en-US" altLang="en-US" sz="1800"/>
          </a:p>
        </p:txBody>
      </p:sp>
      <p:sp>
        <p:nvSpPr>
          <p:cNvPr id="43012" name="Title 1"/>
          <p:cNvSpPr>
            <a:spLocks noGrp="1" noChangeArrowheads="1"/>
          </p:cNvSpPr>
          <p:nvPr>
            <p:ph type="title" idx="4294967295"/>
          </p:nvPr>
        </p:nvSpPr>
        <p:spPr/>
        <p:txBody>
          <a:bodyPr/>
          <a:lstStyle/>
          <a:p>
            <a:pPr eaLnBrk="1" hangingPunct="1"/>
            <a:r>
              <a:rPr lang="tr-TR" altLang="zh-CN" smtClean="0"/>
              <a:t>Stand-Alone</a:t>
            </a:r>
            <a:br>
              <a:rPr lang="tr-TR" altLang="zh-CN" smtClean="0"/>
            </a:br>
            <a:r>
              <a:rPr lang="tr-TR" altLang="zh-CN" smtClean="0"/>
              <a:t>Operating Systems</a:t>
            </a:r>
          </a:p>
        </p:txBody>
      </p:sp>
      <p:sp>
        <p:nvSpPr>
          <p:cNvPr id="43013" name="Content Placeholder 2"/>
          <p:cNvSpPr>
            <a:spLocks noGrp="1" noChangeArrowheads="1"/>
          </p:cNvSpPr>
          <p:nvPr>
            <p:ph sz="half" idx="4294967295"/>
          </p:nvPr>
        </p:nvSpPr>
        <p:spPr>
          <a:xfrm>
            <a:off x="4648200" y="1600200"/>
            <a:ext cx="4038600" cy="4525963"/>
          </a:xfrm>
        </p:spPr>
        <p:txBody>
          <a:bodyPr/>
          <a:lstStyle/>
          <a:p>
            <a:pPr eaLnBrk="1" hangingPunct="1"/>
            <a:r>
              <a:rPr lang="tr-TR" altLang="zh-CN" smtClean="0"/>
              <a:t>Designed for smartphones, tablets, computers, mini-pcs, netbooks</a:t>
            </a:r>
          </a:p>
          <a:p>
            <a:pPr eaLnBrk="1" hangingPunct="1"/>
            <a:r>
              <a:rPr lang="tr-TR" altLang="zh-CN" smtClean="0"/>
              <a:t>Synchronizes with PC</a:t>
            </a:r>
          </a:p>
          <a:p>
            <a:pPr eaLnBrk="1" hangingPunct="1"/>
            <a:r>
              <a:rPr lang="tr-TR" altLang="zh-CN" smtClean="0"/>
              <a:t>Supports touchscreen, voice recognition, usb devices</a:t>
            </a:r>
          </a:p>
          <a:p>
            <a:pPr eaLnBrk="1" hangingPunct="1"/>
            <a:r>
              <a:rPr lang="tr-TR" altLang="zh-CN" smtClean="0"/>
              <a:t>Most popular smartphone OS</a:t>
            </a:r>
          </a:p>
        </p:txBody>
      </p:sp>
      <p:pic>
        <p:nvPicPr>
          <p:cNvPr id="43014" name="Content Placeholder 6" descr="android_logo.jpg"/>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365125" y="1841500"/>
            <a:ext cx="4041775" cy="4041775"/>
          </a:xfrm>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9831B101-BE7F-4B4C-9AAA-615E94D265B9}" type="slidenum">
              <a:rPr lang="tr-TR" altLang="en-US">
                <a:solidFill>
                  <a:srgbClr val="6D7D84"/>
                </a:solidFill>
                <a:latin typeface="Century Gothic" panose="020B0502020202020204" pitchFamily="34" charset="0"/>
                <a:sym typeface="Century Gothic" panose="020B0502020202020204" pitchFamily="34" charset="0"/>
              </a:rPr>
              <a:pPr/>
              <a:t>34</a:t>
            </a:fld>
            <a:endParaRPr lang="en-US" altLang="en-US" sz="1800"/>
          </a:p>
        </p:txBody>
      </p:sp>
      <p:sp>
        <p:nvSpPr>
          <p:cNvPr id="44036"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Stand-Alone </a:t>
            </a:r>
            <a:br>
              <a:rPr lang="tr-TR" altLang="zh-CN" smtClean="0"/>
            </a:br>
            <a:r>
              <a:rPr lang="tr-TR" altLang="zh-CN" smtClean="0"/>
              <a:t>Operating Systems</a:t>
            </a:r>
          </a:p>
        </p:txBody>
      </p:sp>
      <p:sp>
        <p:nvSpPr>
          <p:cNvPr id="44037" name="Content Placeholder 5"/>
          <p:cNvSpPr>
            <a:spLocks noGrp="1" noChangeArrowheads="1"/>
          </p:cNvSpPr>
          <p:nvPr>
            <p:ph idx="4294967295"/>
          </p:nvPr>
        </p:nvSpPr>
        <p:spPr>
          <a:xfrm>
            <a:off x="762000" y="1600200"/>
            <a:ext cx="8382000" cy="4724400"/>
          </a:xfrm>
        </p:spPr>
        <p:txBody>
          <a:bodyPr/>
          <a:lstStyle/>
          <a:p>
            <a:pPr eaLnBrk="1" hangingPunct="1">
              <a:lnSpc>
                <a:spcPct val="90000"/>
              </a:lnSpc>
            </a:pPr>
            <a:r>
              <a:rPr lang="tr-TR" altLang="zh-CN" sz="3300" b="1" smtClean="0">
                <a:solidFill>
                  <a:srgbClr val="000000"/>
                </a:solidFill>
                <a:latin typeface="Tahoma" panose="020B0604030504040204" pitchFamily="34" charset="0"/>
                <a:cs typeface="Tahoma" panose="020B0604030504040204" pitchFamily="34" charset="0"/>
                <a:sym typeface="Tahoma" panose="020B0604030504040204" pitchFamily="34" charset="0"/>
              </a:rPr>
              <a:t>More embedded operating systems</a:t>
            </a:r>
          </a:p>
          <a:p>
            <a:pPr lvl="1" eaLnBrk="1" hangingPunct="1">
              <a:lnSpc>
                <a:spcPct val="90000"/>
              </a:lnSpc>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Window CE</a:t>
            </a:r>
          </a:p>
          <a:p>
            <a:pPr lvl="2"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Used in devices such as hand-held PCs, video game players, digital cameras, and industrial products such as barcode readers</a:t>
            </a:r>
          </a:p>
          <a:p>
            <a:pPr lvl="1" eaLnBrk="1" hangingPunct="1">
              <a:lnSpc>
                <a:spcPct val="90000"/>
              </a:lnSpc>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Palm OS</a:t>
            </a:r>
          </a:p>
          <a:p>
            <a:pPr lvl="2"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Developed for PDAs—currently used in smartphones such as Palm Pixi</a:t>
            </a:r>
          </a:p>
          <a:p>
            <a:pPr lvl="1" eaLnBrk="1" hangingPunct="1">
              <a:lnSpc>
                <a:spcPct val="90000"/>
              </a:lnSpc>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Symbian OS</a:t>
            </a:r>
          </a:p>
          <a:p>
            <a:pPr lvl="2"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Open industry standard operating system for data-enabled mobile phones with many add-on devices</a:t>
            </a:r>
          </a:p>
          <a:p>
            <a:pPr lvl="1" eaLnBrk="1" hangingPunct="1">
              <a:lnSpc>
                <a:spcPct val="90000"/>
              </a:lnSpc>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iOS</a:t>
            </a:r>
          </a:p>
          <a:p>
            <a:pPr lvl="2"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Apple iPhone only</a:t>
            </a:r>
            <a:endParaRPr lang="tr-TR" altLang="zh-CN" smtClean="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0DEF7010-D08F-4B38-873B-98813AD7AE7F}" type="slidenum">
              <a:rPr lang="tr-TR" altLang="en-US">
                <a:solidFill>
                  <a:srgbClr val="6D7D84"/>
                </a:solidFill>
                <a:latin typeface="Century Gothic" panose="020B0502020202020204" pitchFamily="34" charset="0"/>
                <a:sym typeface="Century Gothic" panose="020B0502020202020204" pitchFamily="34" charset="0"/>
              </a:rPr>
              <a:pPr/>
              <a:t>35</a:t>
            </a:fld>
            <a:endParaRPr lang="en-US" altLang="en-US" sz="1800"/>
          </a:p>
        </p:txBody>
      </p:sp>
      <p:sp>
        <p:nvSpPr>
          <p:cNvPr id="45060" name="Content Placeholder 10"/>
          <p:cNvSpPr>
            <a:spLocks noGrp="1" noChangeArrowheads="1"/>
          </p:cNvSpPr>
          <p:nvPr>
            <p:ph idx="4294967295"/>
          </p:nvPr>
        </p:nvSpPr>
        <p:spPr>
          <a:xfrm>
            <a:off x="3962400" y="1905000"/>
            <a:ext cx="4724400" cy="4495800"/>
          </a:xfrm>
        </p:spPr>
        <p:txBody>
          <a:bodyPr/>
          <a:lstStyle/>
          <a:p>
            <a:pPr eaLnBrk="1" hangingPunct="1">
              <a:lnSpc>
                <a:spcPct val="90000"/>
              </a:lnSpc>
            </a:pPr>
            <a:r>
              <a:rPr lang="tr-TR" altLang="zh-CN" sz="3300" b="1" smtClean="0">
                <a:solidFill>
                  <a:srgbClr val="000000"/>
                </a:solidFill>
                <a:latin typeface="Tahoma" panose="020B0604030504040204" pitchFamily="34" charset="0"/>
                <a:cs typeface="Tahoma" panose="020B0604030504040204" pitchFamily="34" charset="0"/>
                <a:sym typeface="Tahoma" panose="020B0604030504040204" pitchFamily="34" charset="0"/>
              </a:rPr>
              <a:t>More embedded operating systems</a:t>
            </a:r>
          </a:p>
          <a:p>
            <a:pPr lvl="1" eaLnBrk="1" hangingPunct="1">
              <a:lnSpc>
                <a:spcPct val="90000"/>
              </a:lnSpc>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iPhone OS</a:t>
            </a:r>
          </a:p>
          <a:p>
            <a:pPr lvl="2"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Features</a:t>
            </a:r>
          </a:p>
          <a:p>
            <a:pPr lvl="3"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Genius Mixes</a:t>
            </a:r>
          </a:p>
          <a:p>
            <a:pPr lvl="3"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Genius Recommendations</a:t>
            </a:r>
          </a:p>
          <a:p>
            <a:pPr lvl="3"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Saving video from mail and MMS into Camera Roll</a:t>
            </a:r>
          </a:p>
          <a:p>
            <a:pPr lvl="3" eaLnBrk="1" hangingPunct="1">
              <a:lnSpc>
                <a:spcPct val="90000"/>
              </a:lnSpc>
            </a:pP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Save a New Clip option</a:t>
            </a:r>
          </a:p>
          <a:p>
            <a:pPr eaLnBrk="1" hangingPunct="1">
              <a:lnSpc>
                <a:spcPct val="90000"/>
              </a:lnSpc>
              <a:spcBef>
                <a:spcPct val="0"/>
              </a:spcBef>
            </a:pPr>
            <a:endParaRPr lang="tr-TR" altLang="zh-CN"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
        <p:nvSpPr>
          <p:cNvPr id="45061" name="Rectangle 2"/>
          <p:cNvSpPr>
            <a:spLocks noGrp="1" noChangeArrowheads="1"/>
          </p:cNvSpPr>
          <p:nvPr>
            <p:ph type="title" idx="4294967295"/>
          </p:nvPr>
        </p:nvSpPr>
        <p:spPr>
          <a:xfrm>
            <a:off x="0" y="0"/>
            <a:ext cx="9144000" cy="1600200"/>
          </a:xfrm>
        </p:spPr>
        <p:txBody>
          <a:bodyPr lIns="92075" tIns="46038" rIns="92075" bIns="46038"/>
          <a:lstStyle/>
          <a:p>
            <a:pPr eaLnBrk="1" hangingPunct="1"/>
            <a:r>
              <a:rPr lang="tr-TR" altLang="zh-CN" smtClean="0"/>
              <a:t>Stand-Alone</a:t>
            </a:r>
            <a:br>
              <a:rPr lang="tr-TR" altLang="zh-CN" smtClean="0"/>
            </a:br>
            <a:r>
              <a:rPr lang="tr-TR" altLang="zh-CN" smtClean="0"/>
              <a:t>Operating Systems</a:t>
            </a:r>
          </a:p>
        </p:txBody>
      </p:sp>
      <p:pic>
        <p:nvPicPr>
          <p:cNvPr id="4506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30375"/>
            <a:ext cx="2514600" cy="464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FC0C87D5-3506-47A1-B94E-C87BB2691986}" type="slidenum">
              <a:rPr lang="tr-TR" altLang="en-US">
                <a:solidFill>
                  <a:srgbClr val="6D7D84"/>
                </a:solidFill>
                <a:latin typeface="Century Gothic" panose="020B0502020202020204" pitchFamily="34" charset="0"/>
                <a:sym typeface="Century Gothic" panose="020B0502020202020204" pitchFamily="34" charset="0"/>
              </a:rPr>
              <a:pPr/>
              <a:t>36</a:t>
            </a:fld>
            <a:endParaRPr lang="en-US" altLang="en-US" sz="1800"/>
          </a:p>
        </p:txBody>
      </p:sp>
      <p:sp>
        <p:nvSpPr>
          <p:cNvPr id="46084" name="Title 1"/>
          <p:cNvSpPr>
            <a:spLocks noGrp="1" noChangeArrowheads="1"/>
          </p:cNvSpPr>
          <p:nvPr>
            <p:ph type="title" idx="4294967295"/>
          </p:nvPr>
        </p:nvSpPr>
        <p:spPr/>
        <p:txBody>
          <a:bodyPr/>
          <a:lstStyle/>
          <a:p>
            <a:pPr eaLnBrk="1" hangingPunct="1"/>
            <a:r>
              <a:rPr lang="tr-TR" altLang="zh-CN" smtClean="0"/>
              <a:t>Mobile OS Market Share</a:t>
            </a:r>
          </a:p>
        </p:txBody>
      </p:sp>
      <p:pic>
        <p:nvPicPr>
          <p:cNvPr id="46085" name="Picture 3"/>
          <p:cNvPicPr>
            <a:picLocks noChangeAspect="1" noChangeArrowheads="1"/>
          </p:cNvPicPr>
          <p:nvPr/>
        </p:nvPicPr>
        <p:blipFill>
          <a:blip r:embed="rId2">
            <a:extLst>
              <a:ext uri="{28A0092B-C50C-407E-A947-70E740481C1C}">
                <a14:useLocalDpi xmlns:a14="http://schemas.microsoft.com/office/drawing/2010/main" val="0"/>
              </a:ext>
            </a:extLst>
          </a:blip>
          <a:srcRect l="1065" t="34935" r="54555" b="16087"/>
          <a:stretch>
            <a:fillRect/>
          </a:stretch>
        </p:blipFill>
        <p:spPr bwMode="auto">
          <a:xfrm>
            <a:off x="682625" y="1739900"/>
            <a:ext cx="7632700"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endParaRPr lang="tr-TR" altLang="en-US" smtClean="0"/>
          </a:p>
        </p:txBody>
      </p:sp>
      <p:sp>
        <p:nvSpPr>
          <p:cNvPr id="3" name="Footer Placeholder 2"/>
          <p:cNvSpPr>
            <a:spLocks noGrp="1"/>
          </p:cNvSpPr>
          <p:nvPr>
            <p:ph type="ftr" sz="quarter" idx="11"/>
          </p:nvPr>
        </p:nvSpPr>
        <p:spPr/>
        <p:txBody>
          <a:bodyPr/>
          <a:lstStyle/>
          <a:p>
            <a:pPr>
              <a:defRPr/>
            </a:pPr>
            <a:r>
              <a:rPr lang="tr-TR" altLang="en-US" smtClean="0"/>
              <a:t>Copyright © 2012 Pearson Education, Inc. Publishing as Prentice Hall</a:t>
            </a:r>
            <a:endParaRPr lang="en-US" sz="1800">
              <a:solidFill>
                <a:schemeClr val="tx1"/>
              </a:solidFill>
              <a:latin typeface="Arial" pitchFamily="34" charset="0"/>
              <a:sym typeface="Arial" pitchFamily="34" charset="0"/>
            </a:endParaRPr>
          </a:p>
        </p:txBody>
      </p:sp>
      <p:sp>
        <p:nvSpPr>
          <p:cNvPr id="47108" name="Rectangle 3"/>
          <p:cNvSpPr>
            <a:spLocks noChangeArrowheads="1"/>
          </p:cNvSpPr>
          <p:nvPr/>
        </p:nvSpPr>
        <p:spPr bwMode="auto">
          <a:xfrm>
            <a:off x="171450" y="2967038"/>
            <a:ext cx="85915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r>
              <a:rPr lang="tr-TR" altLang="en-US" sz="2400">
                <a:hlinkClick r:id="rId2"/>
              </a:rPr>
              <a:t>http://www.telegraph.co.uk/technology/google/8187962/Google-Chrome-comparison-of-operating-systems.html</a:t>
            </a:r>
            <a:endParaRPr lang="tr-TR" altLang="en-US" sz="2400"/>
          </a:p>
          <a:p>
            <a:endParaRPr lang="tr-TR"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5"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0447BD32-D204-4F6E-A9C4-89BC2DDE58CC}" type="slidenum">
              <a:rPr lang="tr-TR" altLang="en-US">
                <a:solidFill>
                  <a:srgbClr val="6D7D84"/>
                </a:solidFill>
                <a:latin typeface="Century Gothic" panose="020B0502020202020204" pitchFamily="34" charset="0"/>
                <a:sym typeface="Century Gothic" panose="020B0502020202020204" pitchFamily="34" charset="0"/>
              </a:rPr>
              <a:pPr/>
              <a:t>38</a:t>
            </a:fld>
            <a:endParaRPr lang="en-US" altLang="en-US" sz="1800"/>
          </a:p>
        </p:txBody>
      </p:sp>
      <p:sp>
        <p:nvSpPr>
          <p:cNvPr id="48132"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48133" name="Content Placeholder 5"/>
          <p:cNvSpPr>
            <a:spLocks noGrp="1" noChangeArrowheads="1"/>
          </p:cNvSpPr>
          <p:nvPr>
            <p:ph idx="4294967295"/>
          </p:nvPr>
        </p:nvSpPr>
        <p:spPr>
          <a:xfrm>
            <a:off x="762000" y="1600200"/>
            <a:ext cx="7772400" cy="4648200"/>
          </a:xfrm>
        </p:spPr>
        <p:txBody>
          <a:bodyPr/>
          <a:lstStyle/>
          <a:p>
            <a:pPr eaLnBrk="1" hangingPunct="1"/>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System utilities (utility programs)</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Software programs—essential to effective management of the computer system</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Perform tasks such as:</a:t>
            </a:r>
          </a:p>
          <a:p>
            <a:pPr lvl="2"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Backing up files</a:t>
            </a:r>
          </a:p>
          <a:p>
            <a:pPr lvl="2"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Providing antivirus protection</a:t>
            </a:r>
          </a:p>
          <a:p>
            <a:pPr lvl="2"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Searching for and managing files</a:t>
            </a:r>
          </a:p>
          <a:p>
            <a:pPr lvl="2"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Compressing files</a:t>
            </a:r>
            <a:endParaRPr lang="tr-TR" altLang="zh-CN" sz="2400" b="1" smtClean="0">
              <a:solidFill>
                <a:srgbClr val="FF0000"/>
              </a:solidFill>
              <a:latin typeface="Tahoma" panose="020B0604030504040204" pitchFamily="34" charset="0"/>
              <a:cs typeface="Tahoma" panose="020B0604030504040204" pitchFamily="34" charset="0"/>
              <a:sym typeface="Tahoma" panose="020B0604030504040204" pitchFamily="34" charset="0"/>
            </a:endParaRPr>
          </a:p>
          <a:p>
            <a:pPr lvl="2" eaLnBrk="1" hangingPunct="1"/>
            <a:r>
              <a:rPr lang="tr-TR" altLang="zh-CN" sz="2400" smtClean="0">
                <a:solidFill>
                  <a:srgbClr val="FF0000"/>
                </a:solidFill>
                <a:latin typeface="Tahoma" panose="020B0604030504040204" pitchFamily="34" charset="0"/>
                <a:cs typeface="Tahoma" panose="020B0604030504040204" pitchFamily="34" charset="0"/>
                <a:sym typeface="Tahoma" panose="020B0604030504040204" pitchFamily="34" charset="0"/>
              </a:rPr>
              <a:t>Providing accessibility utilities to individuals with special needs</a:t>
            </a:r>
            <a:endParaRPr lang="tr-TR" altLang="zh-CN" smtClean="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63020E08-80C2-428A-92FF-90CDC2C1CDF9}" type="slidenum">
              <a:rPr lang="tr-TR" altLang="en-US">
                <a:solidFill>
                  <a:srgbClr val="6D7D84"/>
                </a:solidFill>
                <a:latin typeface="Century Gothic" panose="020B0502020202020204" pitchFamily="34" charset="0"/>
                <a:sym typeface="Century Gothic" panose="020B0502020202020204" pitchFamily="34" charset="0"/>
              </a:rPr>
              <a:pPr/>
              <a:t>39</a:t>
            </a:fld>
            <a:endParaRPr lang="en-US" altLang="en-US" sz="1800"/>
          </a:p>
        </p:txBody>
      </p:sp>
      <p:sp>
        <p:nvSpPr>
          <p:cNvPr id="49156"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49157" name="Content Placeholder 5"/>
          <p:cNvSpPr>
            <a:spLocks noGrp="1" noChangeArrowheads="1"/>
          </p:cNvSpPr>
          <p:nvPr>
            <p:ph idx="4294967295"/>
          </p:nvPr>
        </p:nvSpPr>
        <p:spPr>
          <a:xfrm>
            <a:off x="228600" y="1905000"/>
            <a:ext cx="5638800" cy="4114800"/>
          </a:xfrm>
        </p:spPr>
        <p:txBody>
          <a:bodyPr/>
          <a:lstStyle/>
          <a:p>
            <a:pPr eaLnBrk="1" hangingPunct="1">
              <a:spcBef>
                <a:spcPct val="0"/>
              </a:spcBef>
              <a:spcAft>
                <a:spcPts val="600"/>
              </a:spcAft>
            </a:pPr>
            <a:r>
              <a:rPr lang="tr-TR" altLang="zh-CN" sz="3000" b="1" smtClean="0">
                <a:solidFill>
                  <a:srgbClr val="000000"/>
                </a:solidFill>
                <a:latin typeface="Tahoma" panose="020B0604030504040204" pitchFamily="34" charset="0"/>
                <a:cs typeface="Tahoma" panose="020B0604030504040204" pitchFamily="34" charset="0"/>
                <a:sym typeface="Tahoma" panose="020B0604030504040204" pitchFamily="34" charset="0"/>
              </a:rPr>
              <a:t>Backup software</a:t>
            </a:r>
            <a:r>
              <a:rPr lang="tr-TR" altLang="zh-CN" sz="3000" smtClean="0">
                <a:solidFill>
                  <a:srgbClr val="000000"/>
                </a:solidFill>
                <a:latin typeface="Tahoma" panose="020B0604030504040204" pitchFamily="34" charset="0"/>
                <a:cs typeface="Tahoma" panose="020B0604030504040204" pitchFamily="34" charset="0"/>
                <a:sym typeface="Tahoma" panose="020B0604030504040204" pitchFamily="34" charset="0"/>
              </a:rPr>
              <a:t>—copies data found on the hard disk to a backup device</a:t>
            </a:r>
          </a:p>
          <a:p>
            <a:pPr lvl="1" eaLnBrk="1" hangingPunct="1">
              <a:spcBef>
                <a:spcPct val="0"/>
              </a:spcBef>
              <a:spcAft>
                <a:spcPts val="600"/>
              </a:spcAft>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Full backups</a:t>
            </a: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—include all files and data</a:t>
            </a:r>
          </a:p>
          <a:p>
            <a:pPr lvl="1" eaLnBrk="1" hangingPunct="1">
              <a:spcBef>
                <a:spcPct val="0"/>
              </a:spcBef>
              <a:spcAft>
                <a:spcPts val="600"/>
              </a:spcAft>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Incremental backups</a:t>
            </a: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—include only those files changed or added since the previous backup</a:t>
            </a:r>
          </a:p>
          <a:p>
            <a:pPr lvl="1" eaLnBrk="1" hangingPunct="1">
              <a:spcBef>
                <a:spcPct val="0"/>
              </a:spcBef>
              <a:spcAft>
                <a:spcPts val="600"/>
              </a:spcAft>
            </a:pP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Drive imaging software</a:t>
            </a:r>
            <a:r>
              <a:rPr lang="tr-TR" altLang="zh-CN" sz="2200" smtClean="0">
                <a:solidFill>
                  <a:srgbClr val="000000"/>
                </a:solidFill>
                <a:latin typeface="Tahoma" panose="020B0604030504040204" pitchFamily="34" charset="0"/>
                <a:cs typeface="Tahoma" panose="020B0604030504040204" pitchFamily="34" charset="0"/>
                <a:sym typeface="Tahoma" panose="020B0604030504040204" pitchFamily="34" charset="0"/>
              </a:rPr>
              <a:t>—creates a mirror image of the entire hard drive</a:t>
            </a:r>
            <a:r>
              <a:rPr lang="tr-TR" altLang="zh-CN" sz="2200" b="1" smtClean="0">
                <a:solidFill>
                  <a:srgbClr val="000000"/>
                </a:solidFill>
                <a:latin typeface="Tahoma" panose="020B0604030504040204" pitchFamily="34" charset="0"/>
                <a:cs typeface="Tahoma" panose="020B0604030504040204" pitchFamily="34" charset="0"/>
                <a:sym typeface="Tahoma" panose="020B0604030504040204" pitchFamily="34" charset="0"/>
              </a:rPr>
              <a:t> </a:t>
            </a:r>
            <a:endParaRPr lang="tr-TR" altLang="zh-CN" smtClean="0"/>
          </a:p>
        </p:txBody>
      </p:sp>
      <p:pic>
        <p:nvPicPr>
          <p:cNvPr id="4915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981200"/>
            <a:ext cx="3022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E367B848-1F4E-4ED4-A447-735B63FDE0CE}" type="slidenum">
              <a:rPr lang="tr-TR" altLang="en-US">
                <a:solidFill>
                  <a:srgbClr val="6D7D84"/>
                </a:solidFill>
                <a:latin typeface="Century Gothic" panose="020B0502020202020204" pitchFamily="34" charset="0"/>
                <a:sym typeface="Century Gothic" panose="020B0502020202020204" pitchFamily="34" charset="0"/>
              </a:rPr>
              <a:pPr/>
              <a:t>40</a:t>
            </a:fld>
            <a:endParaRPr lang="en-US" altLang="en-US" sz="1800"/>
          </a:p>
        </p:txBody>
      </p:sp>
      <p:sp>
        <p:nvSpPr>
          <p:cNvPr id="50180"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50181" name="Content Placeholder 5"/>
          <p:cNvSpPr>
            <a:spLocks noGrp="1" noChangeArrowheads="1"/>
          </p:cNvSpPr>
          <p:nvPr>
            <p:ph sz="half" idx="4294967295"/>
          </p:nvPr>
        </p:nvSpPr>
        <p:spPr>
          <a:xfrm>
            <a:off x="304800" y="1905000"/>
            <a:ext cx="7867650" cy="4548188"/>
          </a:xfrm>
        </p:spPr>
        <p:txBody>
          <a:bodyPr/>
          <a:lstStyle/>
          <a:p>
            <a:pPr eaLnBrk="1" hangingPunct="1">
              <a:spcBef>
                <a:spcPct val="0"/>
              </a:spcBef>
              <a:spcAft>
                <a:spcPts val="600"/>
              </a:spcAft>
            </a:pPr>
            <a:r>
              <a:rPr lang="tr-TR" altLang="zh-CN" sz="3200" b="1" smtClean="0">
                <a:solidFill>
                  <a:srgbClr val="000000"/>
                </a:solidFill>
                <a:latin typeface="Tahoma" panose="020B0604030504040204" pitchFamily="34" charset="0"/>
                <a:cs typeface="Tahoma" panose="020B0604030504040204" pitchFamily="34" charset="0"/>
                <a:sym typeface="Tahoma" panose="020B0604030504040204" pitchFamily="34" charset="0"/>
              </a:rPr>
              <a:t>Antivirus software</a:t>
            </a:r>
            <a:r>
              <a:rPr lang="tr-TR" altLang="zh-CN" sz="3200" smtClean="0">
                <a:solidFill>
                  <a:srgbClr val="000000"/>
                </a:solidFill>
                <a:latin typeface="Tahoma" panose="020B0604030504040204" pitchFamily="34" charset="0"/>
                <a:cs typeface="Tahoma" panose="020B0604030504040204" pitchFamily="34" charset="0"/>
                <a:sym typeface="Tahoma" panose="020B0604030504040204" pitchFamily="34" charset="0"/>
              </a:rPr>
              <a:t>—protects the computer from viruses</a:t>
            </a:r>
          </a:p>
          <a:p>
            <a:pPr lvl="1"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Popular antivirus programs: </a:t>
            </a:r>
          </a:p>
          <a:p>
            <a:pPr lvl="2"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BitDefender Antivirus</a:t>
            </a:r>
          </a:p>
          <a:p>
            <a:pPr lvl="2"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Kaspersky Anti-virus</a:t>
            </a:r>
          </a:p>
          <a:p>
            <a:pPr lvl="2"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Norton AntiVirus</a:t>
            </a:r>
          </a:p>
          <a:p>
            <a:pPr lvl="2"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McAfee</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27DC7B19-0BD7-4FF6-BEDB-33CCEFFA99A2}" type="slidenum">
              <a:rPr lang="tr-TR" altLang="en-US">
                <a:solidFill>
                  <a:srgbClr val="6D7D84"/>
                </a:solidFill>
                <a:latin typeface="Century Gothic" panose="020B0502020202020204" pitchFamily="34" charset="0"/>
                <a:sym typeface="Century Gothic" panose="020B0502020202020204" pitchFamily="34" charset="0"/>
              </a:rPr>
              <a:pPr/>
              <a:t>41</a:t>
            </a:fld>
            <a:endParaRPr lang="en-US" altLang="en-US" sz="1800"/>
          </a:p>
        </p:txBody>
      </p:sp>
      <p:sp>
        <p:nvSpPr>
          <p:cNvPr id="51204"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51205" name="Content Placeholder 5"/>
          <p:cNvSpPr>
            <a:spLocks noGrp="1" noChangeArrowheads="1"/>
          </p:cNvSpPr>
          <p:nvPr>
            <p:ph idx="4294967295"/>
          </p:nvPr>
        </p:nvSpPr>
        <p:spPr>
          <a:xfrm>
            <a:off x="762000" y="1905000"/>
            <a:ext cx="7772400" cy="4114800"/>
          </a:xfrm>
        </p:spPr>
        <p:txBody>
          <a:bodyPr/>
          <a:lstStyle/>
          <a:p>
            <a:pPr eaLnBrk="1" hangingPunct="1">
              <a:spcBef>
                <a:spcPct val="0"/>
              </a:spcBef>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Searching for and managing files</a:t>
            </a:r>
          </a:p>
          <a:p>
            <a:pPr lvl="1" eaLnBrk="1" hangingPunct="1">
              <a:spcBef>
                <a:spcPct val="0"/>
              </a:spcBef>
            </a:pP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File manager</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—utility software that organizes and manages data</a:t>
            </a:r>
          </a:p>
          <a:p>
            <a:pPr lvl="2" eaLnBrk="1" hangingPunct="1">
              <a:spcBef>
                <a:spcPts val="60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Copy files</a:t>
            </a:r>
          </a:p>
          <a:p>
            <a:pPr lvl="2" eaLnBrk="1" hangingPunct="1">
              <a:spcBef>
                <a:spcPts val="60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Determine how and where files are stored</a:t>
            </a:r>
          </a:p>
          <a:p>
            <a:pPr lvl="2" eaLnBrk="1" hangingPunct="1">
              <a:spcBef>
                <a:spcPts val="600"/>
              </a:spcBef>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Delete files</a:t>
            </a:r>
          </a:p>
          <a:p>
            <a:pPr lvl="1" eaLnBrk="1" hangingPunct="1">
              <a:spcBef>
                <a:spcPct val="0"/>
              </a:spcBef>
            </a:pP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Search utility</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—enables you to locate files</a:t>
            </a:r>
            <a:endParaRPr lang="tr-TR" altLang="zh-CN" smtClean="0"/>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092EF4A3-CDDC-43C0-9370-496BDA0114D7}" type="slidenum">
              <a:rPr lang="tr-TR" altLang="en-US">
                <a:solidFill>
                  <a:srgbClr val="6D7D84"/>
                </a:solidFill>
                <a:latin typeface="Century Gothic" panose="020B0502020202020204" pitchFamily="34" charset="0"/>
                <a:sym typeface="Century Gothic" panose="020B0502020202020204" pitchFamily="34" charset="0"/>
              </a:rPr>
              <a:pPr/>
              <a:t>42</a:t>
            </a:fld>
            <a:endParaRPr lang="en-US" altLang="en-US" sz="1800"/>
          </a:p>
        </p:txBody>
      </p:sp>
      <p:sp>
        <p:nvSpPr>
          <p:cNvPr id="52228"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52229" name="Content Placeholder 5"/>
          <p:cNvSpPr>
            <a:spLocks noGrp="1" noChangeArrowheads="1"/>
          </p:cNvSpPr>
          <p:nvPr>
            <p:ph idx="4294967295"/>
          </p:nvPr>
        </p:nvSpPr>
        <p:spPr>
          <a:xfrm>
            <a:off x="762000" y="1676400"/>
            <a:ext cx="8382000" cy="4648200"/>
          </a:xfrm>
        </p:spPr>
        <p:txBody>
          <a:bodyPr/>
          <a:lstStyle/>
          <a:p>
            <a:pPr eaLnBrk="1" hangingPunct="1">
              <a:spcBef>
                <a:spcPct val="0"/>
              </a:spcBef>
              <a:spcAft>
                <a:spcPts val="600"/>
              </a:spcAft>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Scanning and defragmenting disks</a:t>
            </a:r>
          </a:p>
          <a:p>
            <a:pPr lvl="1" eaLnBrk="1" hangingPunct="1">
              <a:spcBef>
                <a:spcPct val="0"/>
              </a:spcBef>
              <a:spcAft>
                <a:spcPts val="600"/>
              </a:spcAft>
            </a:pPr>
            <a:r>
              <a:rPr lang="tr-TR" altLang="zh-CN" sz="1800" b="1" smtClean="0">
                <a:solidFill>
                  <a:srgbClr val="000000"/>
                </a:solidFill>
                <a:latin typeface="Tahoma" panose="020B0604030504040204" pitchFamily="34" charset="0"/>
                <a:cs typeface="Tahoma" panose="020B0604030504040204" pitchFamily="34" charset="0"/>
                <a:sym typeface="Tahoma" panose="020B0604030504040204" pitchFamily="34" charset="0"/>
              </a:rPr>
              <a:t>Disk scanning programs</a:t>
            </a:r>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—find and resolve disk file storage problems</a:t>
            </a:r>
          </a:p>
          <a:p>
            <a:pPr lvl="2" eaLnBrk="1" hangingPunct="1">
              <a:spcBef>
                <a:spcPct val="0"/>
              </a:spcBef>
              <a:spcAft>
                <a:spcPts val="600"/>
              </a:spcAft>
            </a:pPr>
            <a:r>
              <a:rPr lang="tr-TR" altLang="zh-CN" sz="1800" b="1" smtClean="0">
                <a:solidFill>
                  <a:srgbClr val="000000"/>
                </a:solidFill>
                <a:latin typeface="Tahoma" panose="020B0604030504040204" pitchFamily="34" charset="0"/>
                <a:cs typeface="Tahoma" panose="020B0604030504040204" pitchFamily="34" charset="0"/>
                <a:sym typeface="Tahoma" panose="020B0604030504040204" pitchFamily="34" charset="0"/>
              </a:rPr>
              <a:t>Bad sector</a:t>
            </a:r>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—irregularity on the disk’s surface that renders a portion of the disk unable to store data reliably</a:t>
            </a:r>
          </a:p>
          <a:p>
            <a:pPr lvl="1" eaLnBrk="1" hangingPunct="1">
              <a:spcBef>
                <a:spcPct val="0"/>
              </a:spcBef>
              <a:spcAft>
                <a:spcPts val="600"/>
              </a:spcAft>
            </a:pPr>
            <a:r>
              <a:rPr lang="tr-TR" altLang="zh-CN" sz="1800" b="1" smtClean="0">
                <a:solidFill>
                  <a:srgbClr val="000000"/>
                </a:solidFill>
                <a:latin typeface="Tahoma" panose="020B0604030504040204" pitchFamily="34" charset="0"/>
                <a:cs typeface="Tahoma" panose="020B0604030504040204" pitchFamily="34" charset="0"/>
                <a:sym typeface="Tahoma" panose="020B0604030504040204" pitchFamily="34" charset="0"/>
              </a:rPr>
              <a:t>Disk cleanup utilities</a:t>
            </a:r>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—remove unnecessary files to save space</a:t>
            </a:r>
          </a:p>
          <a:p>
            <a:pPr lvl="1" eaLnBrk="1" hangingPunct="1">
              <a:spcBef>
                <a:spcPct val="0"/>
              </a:spcBef>
              <a:spcAft>
                <a:spcPts val="600"/>
              </a:spcAft>
            </a:pPr>
            <a:r>
              <a:rPr lang="tr-TR" altLang="zh-CN" sz="1800" b="1" smtClean="0">
                <a:solidFill>
                  <a:srgbClr val="000000"/>
                </a:solidFill>
                <a:latin typeface="Tahoma" panose="020B0604030504040204" pitchFamily="34" charset="0"/>
                <a:cs typeface="Tahoma" panose="020B0604030504040204" pitchFamily="34" charset="0"/>
                <a:sym typeface="Tahoma" panose="020B0604030504040204" pitchFamily="34" charset="0"/>
              </a:rPr>
              <a:t>Fragmented disk</a:t>
            </a:r>
            <a:r>
              <a:rPr lang="tr-TR" altLang="zh-CN" sz="1800" smtClean="0">
                <a:solidFill>
                  <a:srgbClr val="000000"/>
                </a:solidFill>
                <a:latin typeface="Tahoma" panose="020B0604030504040204" pitchFamily="34" charset="0"/>
                <a:cs typeface="Tahoma" panose="020B0604030504040204" pitchFamily="34" charset="0"/>
                <a:sym typeface="Tahoma" panose="020B0604030504040204" pitchFamily="34" charset="0"/>
              </a:rPr>
              <a:t>—results from computer creating and erasing files on hard disk</a:t>
            </a:r>
          </a:p>
          <a:p>
            <a:pPr lvl="2" eaLnBrk="1" hangingPunct="1">
              <a:spcBef>
                <a:spcPct val="0"/>
              </a:spcBef>
              <a:spcAft>
                <a:spcPts val="600"/>
              </a:spcAft>
            </a:pPr>
            <a:r>
              <a:rPr lang="tr-TR" altLang="zh-CN" sz="1800" smtClean="0">
                <a:solidFill>
                  <a:srgbClr val="FF0000"/>
                </a:solidFill>
                <a:latin typeface="Tahoma" panose="020B0604030504040204" pitchFamily="34" charset="0"/>
                <a:cs typeface="Tahoma" panose="020B0604030504040204" pitchFamily="34" charset="0"/>
                <a:sym typeface="Tahoma" panose="020B0604030504040204" pitchFamily="34" charset="0"/>
              </a:rPr>
              <a:t>Causes disk access to slow while system looks in several locations to find all file segments</a:t>
            </a:r>
          </a:p>
          <a:p>
            <a:pPr lvl="1" eaLnBrk="1" hangingPunct="1">
              <a:spcBef>
                <a:spcPct val="0"/>
              </a:spcBef>
              <a:spcAft>
                <a:spcPts val="600"/>
              </a:spcAft>
            </a:pPr>
            <a:r>
              <a:rPr lang="tr-TR" altLang="zh-CN" sz="1800" b="1" smtClean="0">
                <a:solidFill>
                  <a:srgbClr val="000000"/>
                </a:solidFill>
                <a:latin typeface="Tahoma" panose="020B0604030504040204" pitchFamily="34" charset="0"/>
                <a:cs typeface="Tahoma" panose="020B0604030504040204" pitchFamily="34" charset="0"/>
                <a:sym typeface="Tahoma" panose="020B0604030504040204" pitchFamily="34" charset="0"/>
              </a:rPr>
              <a:t>Disk defragmentation </a:t>
            </a:r>
            <a:r>
              <a:rPr lang="tr-TR" altLang="zh-CN" sz="1800" b="1" smtClean="0">
                <a:solidFill>
                  <a:srgbClr val="FF0000"/>
                </a:solidFill>
                <a:latin typeface="Tahoma" panose="020B0604030504040204" pitchFamily="34" charset="0"/>
                <a:cs typeface="Tahoma" panose="020B0604030504040204" pitchFamily="34" charset="0"/>
                <a:sym typeface="Tahoma" panose="020B0604030504040204" pitchFamily="34" charset="0"/>
              </a:rPr>
              <a:t>programs</a:t>
            </a:r>
            <a:r>
              <a:rPr lang="tr-TR" altLang="zh-CN" sz="1800" smtClean="0">
                <a:solidFill>
                  <a:srgbClr val="FF0000"/>
                </a:solidFill>
                <a:latin typeface="Tahoma" panose="020B0604030504040204" pitchFamily="34" charset="0"/>
                <a:cs typeface="Tahoma" panose="020B0604030504040204" pitchFamily="34" charset="0"/>
                <a:sym typeface="Tahoma" panose="020B0604030504040204" pitchFamily="34" charset="0"/>
              </a:rPr>
              <a:t>—reorganize stored data in a more efficient manner</a:t>
            </a:r>
          </a:p>
          <a:p>
            <a:pPr lvl="2" eaLnBrk="1" hangingPunct="1">
              <a:spcBef>
                <a:spcPct val="0"/>
              </a:spcBef>
              <a:spcAft>
                <a:spcPts val="600"/>
              </a:spcAft>
            </a:pPr>
            <a:endParaRPr lang="tr-TR" altLang="zh-CN" sz="1800" b="1"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B075C3F6-CC4E-4599-B6CF-BF4D16234B43}" type="slidenum">
              <a:rPr lang="tr-TR" altLang="en-US">
                <a:solidFill>
                  <a:srgbClr val="6D7D84"/>
                </a:solidFill>
                <a:latin typeface="Century Gothic" panose="020B0502020202020204" pitchFamily="34" charset="0"/>
                <a:sym typeface="Century Gothic" panose="020B0502020202020204" pitchFamily="34" charset="0"/>
              </a:rPr>
              <a:pPr/>
              <a:t>43</a:t>
            </a:fld>
            <a:endParaRPr lang="en-US" altLang="en-US" sz="1800"/>
          </a:p>
        </p:txBody>
      </p:sp>
      <p:sp>
        <p:nvSpPr>
          <p:cNvPr id="53252"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pic>
        <p:nvPicPr>
          <p:cNvPr id="5325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557338"/>
            <a:ext cx="4941888" cy="448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Box 7"/>
          <p:cNvSpPr>
            <a:spLocks noChangeArrowheads="1"/>
          </p:cNvSpPr>
          <p:nvPr/>
        </p:nvSpPr>
        <p:spPr bwMode="auto">
          <a:xfrm>
            <a:off x="611188" y="5518150"/>
            <a:ext cx="3313112" cy="922338"/>
          </a:xfrm>
          <a:prstGeom prst="rect">
            <a:avLst/>
          </a:prstGeom>
          <a:noFill/>
          <a:ln w="38100">
            <a:solidFill>
              <a:srgbClr val="000000"/>
            </a:solidFill>
            <a:bevel/>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r>
              <a:rPr lang="tr-TR" altLang="en-US" sz="1800" b="1">
                <a:solidFill>
                  <a:srgbClr val="2E3436"/>
                </a:solidFill>
                <a:latin typeface="Arial" panose="020B0604020202020204" pitchFamily="34" charset="0"/>
                <a:sym typeface="Arial" panose="020B0604020202020204" pitchFamily="34" charset="0"/>
              </a:rPr>
              <a:t>Defragmentation process repositions </a:t>
            </a:r>
            <a:r>
              <a:rPr lang="en-US" altLang="tr-TR" sz="1800" b="1">
                <a:solidFill>
                  <a:srgbClr val="2E3436"/>
                </a:solidFill>
                <a:latin typeface="Arial" panose="020B0604020202020204" pitchFamily="34" charset="0"/>
                <a:sym typeface="Arial" panose="020B0604020202020204" pitchFamily="34" charset="0"/>
              </a:rPr>
              <a:t>the sectors of a file into adjacent locations.</a:t>
            </a:r>
            <a:endParaRPr lang="tr-TR" altLang="en-US" sz="1800" b="1">
              <a:solidFill>
                <a:srgbClr val="2E3436"/>
              </a:solidFill>
              <a:latin typeface="Arial" panose="020B0604020202020204" pitchFamily="34" charset="0"/>
              <a:sym typeface="Arial" panose="020B0604020202020204" pitchFamily="34"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5AEE9684-7FB9-4C67-B266-8753CDEB59F2}" type="slidenum">
              <a:rPr lang="tr-TR" altLang="en-US">
                <a:solidFill>
                  <a:srgbClr val="6D7D84"/>
                </a:solidFill>
                <a:latin typeface="Century Gothic" panose="020B0502020202020204" pitchFamily="34" charset="0"/>
                <a:sym typeface="Century Gothic" panose="020B0502020202020204" pitchFamily="34" charset="0"/>
              </a:rPr>
              <a:pPr/>
              <a:t>44</a:t>
            </a:fld>
            <a:endParaRPr lang="en-US" altLang="en-US" sz="1800"/>
          </a:p>
        </p:txBody>
      </p:sp>
      <p:sp>
        <p:nvSpPr>
          <p:cNvPr id="54276"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54277" name="Content Placeholder 5"/>
          <p:cNvSpPr>
            <a:spLocks noGrp="1" noChangeArrowheads="1"/>
          </p:cNvSpPr>
          <p:nvPr>
            <p:ph sz="half" idx="4294967295"/>
          </p:nvPr>
        </p:nvSpPr>
        <p:spPr>
          <a:xfrm>
            <a:off x="685800" y="1676400"/>
            <a:ext cx="7772400" cy="4114800"/>
          </a:xfrm>
        </p:spPr>
        <p:txBody>
          <a:bodyPr/>
          <a:lstStyle/>
          <a:p>
            <a:pPr eaLnBrk="1" hangingPunct="1">
              <a:spcBef>
                <a:spcPct val="0"/>
              </a:spcBef>
              <a:spcAft>
                <a:spcPts val="600"/>
              </a:spcAft>
            </a:pPr>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File compression utilities</a:t>
            </a:r>
          </a:p>
          <a:p>
            <a:pPr lvl="1"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Decrease the size of files, resulting in faster downloads</a:t>
            </a:r>
          </a:p>
          <a:p>
            <a:pPr lvl="1" eaLnBrk="1" hangingPunct="1">
              <a:spcBef>
                <a:spcPct val="0"/>
              </a:spcBef>
              <a:spcAft>
                <a:spcPts val="600"/>
              </a:spcAft>
            </a:pP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Create </a:t>
            </a: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archives </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by storing files in a special format</a:t>
            </a:r>
            <a:endPar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endParaRPr>
          </a:p>
          <a:p>
            <a:pPr eaLnBrk="1" hangingPunct="1">
              <a:spcBef>
                <a:spcPct val="0"/>
              </a:spcBef>
            </a:pPr>
            <a:endParaRPr lang="tr-TR" altLang="zh-CN" sz="3200" b="1" smtClean="0">
              <a:solidFill>
                <a:srgbClr val="000000"/>
              </a:solidFill>
              <a:latin typeface="Tahoma" panose="020B0604030504040204" pitchFamily="34" charset="0"/>
              <a:cs typeface="Tahoma" panose="020B0604030504040204" pitchFamily="34" charset="0"/>
              <a:sym typeface="Tahoma" panose="020B0604030504040204" pitchFamily="34" charset="0"/>
            </a:endParaRPr>
          </a:p>
        </p:txBody>
      </p:sp>
      <p:pic>
        <p:nvPicPr>
          <p:cNvPr id="5427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889375"/>
            <a:ext cx="7543800" cy="245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7"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CF866C90-C084-4482-9477-F6BE24ED2457}" type="slidenum">
              <a:rPr lang="tr-TR" altLang="en-US">
                <a:solidFill>
                  <a:srgbClr val="6D7D84"/>
                </a:solidFill>
                <a:latin typeface="Century Gothic" panose="020B0502020202020204" pitchFamily="34" charset="0"/>
                <a:sym typeface="Century Gothic" panose="020B0502020202020204" pitchFamily="34" charset="0"/>
              </a:rPr>
              <a:pPr/>
              <a:t>45</a:t>
            </a:fld>
            <a:endParaRPr lang="en-US" altLang="en-US" sz="1800"/>
          </a:p>
        </p:txBody>
      </p:sp>
      <p:sp>
        <p:nvSpPr>
          <p:cNvPr id="55300"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55301" name="Content Placeholder 10"/>
          <p:cNvSpPr>
            <a:spLocks noGrp="1" noChangeArrowheads="1"/>
          </p:cNvSpPr>
          <p:nvPr>
            <p:ph sz="half" idx="4294967295"/>
          </p:nvPr>
        </p:nvSpPr>
        <p:spPr>
          <a:xfrm>
            <a:off x="4419600" y="1905000"/>
            <a:ext cx="4724400" cy="4525963"/>
          </a:xfrm>
        </p:spPr>
        <p:txBody>
          <a:bodyPr/>
          <a:lstStyle/>
          <a:p>
            <a:pPr eaLnBrk="1" hangingPunct="1"/>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Systems update</a:t>
            </a:r>
          </a:p>
          <a:p>
            <a:pPr lvl="1" eaLnBrk="1" hangingPunct="1"/>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Windows Update</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 for Windows 7 and Vista automatically downloads and installs updates.</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Includes service packs, version upgrades, and security updates</a:t>
            </a:r>
            <a:endParaRPr lang="tr-TR" altLang="zh-CN" smtClean="0"/>
          </a:p>
        </p:txBody>
      </p:sp>
      <p:pic>
        <p:nvPicPr>
          <p:cNvPr id="5530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3641725"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6"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CF7A217A-9586-4CD2-A32B-EDA3DCE12D90}" type="slidenum">
              <a:rPr lang="tr-TR" altLang="en-US">
                <a:solidFill>
                  <a:srgbClr val="6D7D84"/>
                </a:solidFill>
                <a:latin typeface="Century Gothic" panose="020B0502020202020204" pitchFamily="34" charset="0"/>
                <a:sym typeface="Century Gothic" panose="020B0502020202020204" pitchFamily="34" charset="0"/>
              </a:rPr>
              <a:pPr/>
              <a:t>46</a:t>
            </a:fld>
            <a:endParaRPr lang="en-US" altLang="en-US" sz="1800"/>
          </a:p>
        </p:txBody>
      </p:sp>
      <p:sp>
        <p:nvSpPr>
          <p:cNvPr id="56324" name="Rectangle 2"/>
          <p:cNvSpPr>
            <a:spLocks noGrp="1" noChangeArrowheads="1"/>
          </p:cNvSpPr>
          <p:nvPr>
            <p:ph type="title" idx="4294967295"/>
          </p:nvPr>
        </p:nvSpPr>
        <p:spPr>
          <a:xfrm>
            <a:off x="0" y="0"/>
            <a:ext cx="9144000" cy="1600200"/>
          </a:xfrm>
        </p:spPr>
        <p:txBody>
          <a:bodyPr lIns="92075" tIns="46038" rIns="92075" bIns="46038" anchor="ctr"/>
          <a:lstStyle/>
          <a:p>
            <a:pPr eaLnBrk="1" hangingPunct="1"/>
            <a:r>
              <a:rPr lang="tr-TR" altLang="zh-CN" smtClean="0"/>
              <a:t>System Utilities: </a:t>
            </a:r>
            <a:br>
              <a:rPr lang="tr-TR" altLang="zh-CN" smtClean="0"/>
            </a:br>
            <a:r>
              <a:rPr lang="tr-TR" altLang="zh-CN" smtClean="0"/>
              <a:t>Housekeeping Tools</a:t>
            </a:r>
          </a:p>
        </p:txBody>
      </p:sp>
      <p:sp>
        <p:nvSpPr>
          <p:cNvPr id="56325" name="Content Placeholder 10"/>
          <p:cNvSpPr>
            <a:spLocks noGrp="1" noChangeArrowheads="1"/>
          </p:cNvSpPr>
          <p:nvPr>
            <p:ph idx="4294967295"/>
          </p:nvPr>
        </p:nvSpPr>
        <p:spPr>
          <a:xfrm>
            <a:off x="762000" y="1676400"/>
            <a:ext cx="7391400" cy="4800600"/>
          </a:xfrm>
        </p:spPr>
        <p:txBody>
          <a:bodyPr/>
          <a:lstStyle/>
          <a:p>
            <a:pPr eaLnBrk="1" hangingPunct="1"/>
            <a:r>
              <a:rPr lang="tr-TR" altLang="zh-CN" sz="3600" b="1" smtClean="0">
                <a:solidFill>
                  <a:srgbClr val="000000"/>
                </a:solidFill>
                <a:latin typeface="Tahoma" panose="020B0604030504040204" pitchFamily="34" charset="0"/>
                <a:cs typeface="Tahoma" panose="020B0604030504040204" pitchFamily="34" charset="0"/>
                <a:sym typeface="Tahoma" panose="020B0604030504040204" pitchFamily="34" charset="0"/>
              </a:rPr>
              <a:t>Troubleshooting</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Ask for help if you are not sure!</a:t>
            </a:r>
          </a:p>
          <a:p>
            <a:pPr lvl="1"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Shut down the system properly.</a:t>
            </a:r>
          </a:p>
          <a:p>
            <a:pPr lvl="2"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Use correct procedure; don’t just turn the power off.</a:t>
            </a:r>
          </a:p>
          <a:p>
            <a:pPr lvl="2" eaLnBrk="1" hangingPunct="1"/>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Put in </a:t>
            </a:r>
            <a:r>
              <a:rPr lang="tr-TR" altLang="zh-CN" sz="2400" b="1" smtClean="0">
                <a:solidFill>
                  <a:srgbClr val="000000"/>
                </a:solidFill>
                <a:latin typeface="Tahoma" panose="020B0604030504040204" pitchFamily="34" charset="0"/>
                <a:cs typeface="Tahoma" panose="020B0604030504040204" pitchFamily="34" charset="0"/>
                <a:sym typeface="Tahoma" panose="020B0604030504040204" pitchFamily="34" charset="0"/>
              </a:rPr>
              <a:t>sleep</a:t>
            </a:r>
            <a:r>
              <a:rPr lang="tr-TR" altLang="zh-CN" sz="2400" smtClean="0">
                <a:solidFill>
                  <a:srgbClr val="000000"/>
                </a:solidFill>
                <a:latin typeface="Tahoma" panose="020B0604030504040204" pitchFamily="34" charset="0"/>
                <a:cs typeface="Tahoma" panose="020B0604030504040204" pitchFamily="34" charset="0"/>
                <a:sym typeface="Tahoma" panose="020B0604030504040204" pitchFamily="34" charset="0"/>
              </a:rPr>
              <a:t> mode, a low-power state, as an alternative.</a:t>
            </a:r>
            <a:endParaRPr lang="tr-TR" altLang="zh-CN" smtClean="0"/>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Footer Placeholder 3"/>
          <p:cNvSpPr>
            <a:spLocks noGrp="1"/>
          </p:cNvSpPr>
          <p:nvPr>
            <p:ph type="ftr" sz="quarter" idx="11"/>
          </p:nvPr>
        </p:nvSpPr>
        <p:spPr/>
        <p:txBody>
          <a:bodyPr/>
          <a:lstStyle/>
          <a:p>
            <a:pPr>
              <a:defRPr/>
            </a:pPr>
            <a:r>
              <a:rPr lang="tr-TR" altLang="en-US"/>
              <a:t>Copyright © 2012 Pearson Education, Inc. Publishing as Prentice Hall</a:t>
            </a:r>
            <a:endParaRPr lang="en-US" sz="1800">
              <a:solidFill>
                <a:schemeClr val="tx1"/>
              </a:solidFill>
              <a:latin typeface="Arial" pitchFamily="34" charset="0"/>
              <a:sym typeface="Arial" pitchFamily="34" charset="0"/>
            </a:endParaRPr>
          </a:p>
        </p:txBody>
      </p:sp>
      <p:sp>
        <p:nvSpPr>
          <p:cNvPr id="8" name="Slide Number Placeholder 4"/>
          <p:cNvSpPr>
            <a:spLocks noGrp="1"/>
          </p:cNvSpPr>
          <p:nvPr>
            <p:ph type="sldNum" sz="quarter" idx="12"/>
          </p:nvPr>
        </p:nvSpPr>
        <p:spPr/>
        <p:txBody>
          <a:bodyPr/>
          <a:lstStyle>
            <a:lvl1pPr>
              <a:defRPr>
                <a:solidFill>
                  <a:schemeClr val="tx1"/>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a:solidFill>
                  <a:schemeClr val="tx1"/>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a:solidFill>
                  <a:schemeClr val="tx1"/>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sym typeface="Arial" panose="020B0604020202020204" pitchFamily="34" charset="0"/>
              </a:defRPr>
            </a:lvl9pPr>
          </a:lstStyle>
          <a:p>
            <a:fld id="{DBCE9191-07C7-4B00-A59A-76B55511F17B}" type="slidenum">
              <a:rPr lang="tr-TR" altLang="en-US">
                <a:solidFill>
                  <a:srgbClr val="6D7D84"/>
                </a:solidFill>
                <a:latin typeface="Century Gothic" panose="020B0502020202020204" pitchFamily="34" charset="0"/>
                <a:sym typeface="Century Gothic" panose="020B0502020202020204" pitchFamily="34" charset="0"/>
              </a:rPr>
              <a:pPr/>
              <a:t>47</a:t>
            </a:fld>
            <a:endParaRPr lang="en-US" altLang="en-US" sz="1800"/>
          </a:p>
        </p:txBody>
      </p:sp>
      <p:sp>
        <p:nvSpPr>
          <p:cNvPr id="57348" name="Rectangle 3"/>
          <p:cNvSpPr>
            <a:spLocks noChangeArrowheads="1"/>
          </p:cNvSpPr>
          <p:nvPr/>
        </p:nvSpPr>
        <p:spPr bwMode="auto">
          <a:xfrm>
            <a:off x="-3724275" y="2297113"/>
            <a:ext cx="9142413"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spcBef>
                <a:spcPct val="0"/>
              </a:spcBef>
              <a:buFont typeface="Arial" panose="020B0604020202020204" pitchFamily="34" charset="0"/>
              <a:buNone/>
            </a:pPr>
            <a:endParaRPr lang="tr-TR" altLang="tr-TR" sz="1800">
              <a:solidFill>
                <a:srgbClr val="2E3436"/>
              </a:solidFill>
              <a:latin typeface="Arial" panose="020B0604020202020204" pitchFamily="34" charset="0"/>
              <a:sym typeface="Arial" panose="020B0604020202020204" pitchFamily="34" charset="0"/>
            </a:endParaRPr>
          </a:p>
        </p:txBody>
      </p:sp>
      <p:pic>
        <p:nvPicPr>
          <p:cNvPr id="57349" name="Picture 4" descr="cid:3287383400_2177562"/>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0" y="923925"/>
            <a:ext cx="8423275" cy="2747963"/>
          </a:xfrm>
          <a:prstGeom prst="rect">
            <a:avLst/>
          </a:prstGeom>
          <a:solidFill>
            <a:schemeClr val="hlink"/>
          </a:solidFill>
          <a:ln w="9525">
            <a:solidFill>
              <a:schemeClr val="bg1"/>
            </a:solidFill>
            <a:miter lim="800000"/>
            <a:headEnd/>
            <a:tailEnd/>
          </a:ln>
        </p:spPr>
      </p:pic>
      <p:sp>
        <p:nvSpPr>
          <p:cNvPr id="57350" name="Rectangle 5"/>
          <p:cNvSpPr>
            <a:spLocks noChangeArrowheads="1"/>
          </p:cNvSpPr>
          <p:nvPr/>
        </p:nvSpPr>
        <p:spPr bwMode="auto">
          <a:xfrm>
            <a:off x="708025" y="3894138"/>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lgn="ctr">
              <a:spcBef>
                <a:spcPct val="0"/>
              </a:spcBef>
              <a:buFont typeface="Arial" panose="020B0604020202020204" pitchFamily="34" charset="0"/>
              <a:buNone/>
            </a:pPr>
            <a:r>
              <a:rPr lang="en-US" altLang="tr-TR" sz="1600">
                <a:solidFill>
                  <a:srgbClr val="000000"/>
                </a:solidFill>
                <a:latin typeface="Arial" panose="020B0604020202020204" pitchFamily="34" charset="0"/>
                <a:sym typeface="Times New Roman" panose="02020603050405020304"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endParaRPr lang="tr-TR" altLang="en-US" sz="1800">
              <a:solidFill>
                <a:schemeClr val="tx1"/>
              </a:solidFill>
              <a:latin typeface="Arial" panose="020B0604020202020204" pitchFamily="34" charset="0"/>
              <a:sym typeface="Arial" panose="020B0604020202020204" pitchFamily="34" charset="0"/>
            </a:endParaRPr>
          </a:p>
        </p:txBody>
      </p:sp>
      <p:sp>
        <p:nvSpPr>
          <p:cNvPr id="57351" name="Rectangle 5"/>
          <p:cNvSpPr>
            <a:spLocks noGrp="1" noChangeArrowheads="1"/>
          </p:cNvSpPr>
          <p:nvPr/>
        </p:nvSpPr>
        <p:spPr bwMode="auto">
          <a:xfrm>
            <a:off x="738188" y="5327650"/>
            <a:ext cx="7845425"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4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1pPr>
            <a:lvl2pPr marL="742950" indent="-28575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2pPr>
            <a:lvl3pPr marL="11430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3pPr>
            <a:lvl4pPr marL="1600200" indent="-228600">
              <a:spcBef>
                <a:spcPct val="20000"/>
              </a:spcBef>
              <a:buFont typeface="Courier New" panose="02070309020205020404" pitchFamily="49" charset="0"/>
              <a:buChar char="o"/>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4pPr>
            <a:lvl5pPr marL="2057400" indent="-228600">
              <a:spcBef>
                <a:spcPct val="20000"/>
              </a:spcBef>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909CA0"/>
                </a:solidFill>
                <a:latin typeface="Century Gothic" panose="020B0502020202020204" pitchFamily="34" charset="0"/>
                <a:ea typeface="宋体" panose="02010600030101010101" pitchFamily="2" charset="-122"/>
                <a:sym typeface="Palatino Linotype" panose="02040502050505030304" pitchFamily="18" charset="0"/>
              </a:defRPr>
            </a:lvl9pPr>
          </a:lstStyle>
          <a:p>
            <a:pPr algn="ctr">
              <a:spcBef>
                <a:spcPct val="0"/>
              </a:spcBef>
              <a:buFont typeface="Arial" panose="020B0604020202020204" pitchFamily="34" charset="0"/>
              <a:buNone/>
            </a:pPr>
            <a:r>
              <a:rPr lang="en-US" altLang="tr-TR" sz="1800">
                <a:solidFill>
                  <a:srgbClr val="000000"/>
                </a:solidFill>
                <a:latin typeface="Tahoma" panose="020B0604030504040204" pitchFamily="34" charset="0"/>
                <a:sym typeface="Arial" panose="020B0604020202020204" pitchFamily="34" charset="0"/>
              </a:rPr>
              <a:t>Copyright © 2012 Pearson Education, Inc.  </a:t>
            </a:r>
            <a:endParaRPr lang="tr-TR" altLang="en-US" sz="1800">
              <a:solidFill>
                <a:srgbClr val="000000"/>
              </a:solidFill>
              <a:latin typeface="Tahoma" panose="020B0604030504040204" pitchFamily="34" charset="0"/>
              <a:sym typeface="Arial" panose="020B0604020202020204" pitchFamily="34" charset="0"/>
            </a:endParaRPr>
          </a:p>
          <a:p>
            <a:pPr algn="ctr">
              <a:spcBef>
                <a:spcPct val="0"/>
              </a:spcBef>
              <a:buFont typeface="Arial" panose="020B0604020202020204" pitchFamily="34" charset="0"/>
              <a:buNone/>
            </a:pPr>
            <a:r>
              <a:rPr lang="en-US" altLang="tr-TR" sz="1800">
                <a:solidFill>
                  <a:srgbClr val="000000"/>
                </a:solidFill>
                <a:latin typeface="Tahoma" panose="020B0604030504040204" pitchFamily="34" charset="0"/>
                <a:sym typeface="Arial" panose="020B0604020202020204" pitchFamily="34" charset="0"/>
              </a:rPr>
              <a:t>Publishing as Prentice Hall</a:t>
            </a:r>
            <a:endParaRPr lang="en-US" altLang="tr-TR" sz="1800">
              <a:solidFill>
                <a:srgbClr val="000000"/>
              </a:solidFill>
              <a:latin typeface="Arial" panose="020B0604020202020204" pitchFamily="34" charset="0"/>
              <a:sym typeface="Arial" panose="020B0604020202020204" pitchFamily="34" charset="0"/>
            </a:endParaRPr>
          </a:p>
        </p:txBody>
      </p:sp>
    </p:spTree>
  </p:cSld>
  <p:clrMapOvr>
    <a:masterClrMapping/>
  </p:clrMapOvr>
  <p:transition/>
</p:sld>
</file>

<file path=ppt/theme/theme1.xml><?xml version="1.0" encoding="utf-8"?>
<a:theme xmlns:a="http://schemas.openxmlformats.org/drawingml/2006/main" name="6_Custom Design">
  <a:themeElements>
    <a:clrScheme name="">
      <a:dk1>
        <a:srgbClr val="2E3436"/>
      </a:dk1>
      <a:lt1>
        <a:srgbClr val="FFFFFF"/>
      </a:lt1>
      <a:dk2>
        <a:srgbClr val="3E3D2D"/>
      </a:dk2>
      <a:lt2>
        <a:srgbClr val="CAF278"/>
      </a:lt2>
      <a:accent1>
        <a:srgbClr val="94C600"/>
      </a:accent1>
      <a:accent2>
        <a:srgbClr val="71685A"/>
      </a:accent2>
      <a:accent3>
        <a:srgbClr val="FFFFFF"/>
      </a:accent3>
      <a:accent4>
        <a:srgbClr val="262B2D"/>
      </a:accent4>
      <a:accent5>
        <a:srgbClr val="C8DFAA"/>
      </a:accent5>
      <a:accent6>
        <a:srgbClr val="665E51"/>
      </a:accent6>
      <a:hlink>
        <a:srgbClr val="E68200"/>
      </a:hlink>
      <a:folHlink>
        <a:srgbClr val="FFA94A"/>
      </a:folHlink>
    </a:clrScheme>
    <a:fontScheme name="6_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2.xml><?xml version="1.0" encoding="utf-8"?>
<a:theme xmlns:a="http://schemas.openxmlformats.org/drawingml/2006/main" name="5_Custom Design">
  <a:themeElements>
    <a:clrScheme name="">
      <a:dk1>
        <a:srgbClr val="2E3436"/>
      </a:dk1>
      <a:lt1>
        <a:srgbClr val="FFFFFF"/>
      </a:lt1>
      <a:dk2>
        <a:srgbClr val="1F497D"/>
      </a:dk2>
      <a:lt2>
        <a:srgbClr val="EEECE1"/>
      </a:lt2>
      <a:accent1>
        <a:srgbClr val="4F81BD"/>
      </a:accent1>
      <a:accent2>
        <a:srgbClr val="C0504D"/>
      </a:accent2>
      <a:accent3>
        <a:srgbClr val="FFFFFF"/>
      </a:accent3>
      <a:accent4>
        <a:srgbClr val="262B2D"/>
      </a:accent4>
      <a:accent5>
        <a:srgbClr val="B2C1DB"/>
      </a:accent5>
      <a:accent6>
        <a:srgbClr val="AE4845"/>
      </a:accent6>
      <a:hlink>
        <a:srgbClr val="0000FF"/>
      </a:hlink>
      <a:folHlink>
        <a:srgbClr val="800080"/>
      </a:folHlink>
    </a:clrScheme>
    <a:fontScheme name="5_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3.xml><?xml version="1.0" encoding="utf-8"?>
<a:theme xmlns:a="http://schemas.openxmlformats.org/drawingml/2006/main" name="4_Custom Design">
  <a:themeElements>
    <a:clrScheme name="">
      <a:dk1>
        <a:srgbClr val="2E3436"/>
      </a:dk1>
      <a:lt1>
        <a:srgbClr val="FFFFFF"/>
      </a:lt1>
      <a:dk2>
        <a:srgbClr val="1F497D"/>
      </a:dk2>
      <a:lt2>
        <a:srgbClr val="EEECE1"/>
      </a:lt2>
      <a:accent1>
        <a:srgbClr val="4F81BD"/>
      </a:accent1>
      <a:accent2>
        <a:srgbClr val="C0504D"/>
      </a:accent2>
      <a:accent3>
        <a:srgbClr val="FFFFFF"/>
      </a:accent3>
      <a:accent4>
        <a:srgbClr val="262B2D"/>
      </a:accent4>
      <a:accent5>
        <a:srgbClr val="B2C1DB"/>
      </a:accent5>
      <a:accent6>
        <a:srgbClr val="AE4845"/>
      </a:accent6>
      <a:hlink>
        <a:srgbClr val="0000FF"/>
      </a:hlink>
      <a:folHlink>
        <a:srgbClr val="800080"/>
      </a:folHlink>
    </a:clrScheme>
    <a:fontScheme name="4_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4.xml><?xml version="1.0" encoding="utf-8"?>
<a:theme xmlns:a="http://schemas.openxmlformats.org/drawingml/2006/main" name="3_Custom Design">
  <a:themeElements>
    <a:clrScheme name="">
      <a:dk1>
        <a:srgbClr val="2E3436"/>
      </a:dk1>
      <a:lt1>
        <a:srgbClr val="FFFFFF"/>
      </a:lt1>
      <a:dk2>
        <a:srgbClr val="1F497D"/>
      </a:dk2>
      <a:lt2>
        <a:srgbClr val="EEECE1"/>
      </a:lt2>
      <a:accent1>
        <a:srgbClr val="4F81BD"/>
      </a:accent1>
      <a:accent2>
        <a:srgbClr val="C0504D"/>
      </a:accent2>
      <a:accent3>
        <a:srgbClr val="FFFFFF"/>
      </a:accent3>
      <a:accent4>
        <a:srgbClr val="262B2D"/>
      </a:accent4>
      <a:accent5>
        <a:srgbClr val="B2C1DB"/>
      </a:accent5>
      <a:accent6>
        <a:srgbClr val="AE4845"/>
      </a:accent6>
      <a:hlink>
        <a:srgbClr val="0000FF"/>
      </a:hlink>
      <a:folHlink>
        <a:srgbClr val="800080"/>
      </a:folHlink>
    </a:clrScheme>
    <a:fontScheme name="3_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5.xml><?xml version="1.0" encoding="utf-8"?>
<a:theme xmlns:a="http://schemas.openxmlformats.org/drawingml/2006/main" name="2_Custom Design">
  <a:themeElements>
    <a:clrScheme name="">
      <a:dk1>
        <a:srgbClr val="2E3436"/>
      </a:dk1>
      <a:lt1>
        <a:srgbClr val="FFFFFF"/>
      </a:lt1>
      <a:dk2>
        <a:srgbClr val="1F497D"/>
      </a:dk2>
      <a:lt2>
        <a:srgbClr val="EEECE1"/>
      </a:lt2>
      <a:accent1>
        <a:srgbClr val="4F81BD"/>
      </a:accent1>
      <a:accent2>
        <a:srgbClr val="C0504D"/>
      </a:accent2>
      <a:accent3>
        <a:srgbClr val="FFFFFF"/>
      </a:accent3>
      <a:accent4>
        <a:srgbClr val="262B2D"/>
      </a:accent4>
      <a:accent5>
        <a:srgbClr val="B2C1DB"/>
      </a:accent5>
      <a:accent6>
        <a:srgbClr val="AE4845"/>
      </a:accent6>
      <a:hlink>
        <a:srgbClr val="0000FF"/>
      </a:hlink>
      <a:folHlink>
        <a:srgbClr val="800080"/>
      </a:folHlink>
    </a:clrScheme>
    <a:fontScheme name="2_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6.xml><?xml version="1.0" encoding="utf-8"?>
<a:theme xmlns:a="http://schemas.openxmlformats.org/drawingml/2006/main" name="1_Custom Design">
  <a:themeElements>
    <a:clrScheme name="">
      <a:dk1>
        <a:srgbClr val="2E3436"/>
      </a:dk1>
      <a:lt1>
        <a:srgbClr val="FFFFFF"/>
      </a:lt1>
      <a:dk2>
        <a:srgbClr val="1F497D"/>
      </a:dk2>
      <a:lt2>
        <a:srgbClr val="EEECE1"/>
      </a:lt2>
      <a:accent1>
        <a:srgbClr val="4F81BD"/>
      </a:accent1>
      <a:accent2>
        <a:srgbClr val="C0504D"/>
      </a:accent2>
      <a:accent3>
        <a:srgbClr val="FFFFFF"/>
      </a:accent3>
      <a:accent4>
        <a:srgbClr val="262B2D"/>
      </a:accent4>
      <a:accent5>
        <a:srgbClr val="B2C1DB"/>
      </a:accent5>
      <a:accent6>
        <a:srgbClr val="AE4845"/>
      </a:accent6>
      <a:hlink>
        <a:srgbClr val="0000FF"/>
      </a:hlink>
      <a:folHlink>
        <a:srgbClr val="800080"/>
      </a:folHlink>
    </a:clrScheme>
    <a:fontScheme name="1_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7.xml><?xml version="1.0" encoding="utf-8"?>
<a:theme xmlns:a="http://schemas.openxmlformats.org/drawingml/2006/main" name="Custom Design">
  <a:themeElements>
    <a:clrScheme name="">
      <a:dk1>
        <a:srgbClr val="2E3436"/>
      </a:dk1>
      <a:lt1>
        <a:srgbClr val="FFFFFF"/>
      </a:lt1>
      <a:dk2>
        <a:srgbClr val="1F497D"/>
      </a:dk2>
      <a:lt2>
        <a:srgbClr val="EEECE1"/>
      </a:lt2>
      <a:accent1>
        <a:srgbClr val="4F81BD"/>
      </a:accent1>
      <a:accent2>
        <a:srgbClr val="C0504D"/>
      </a:accent2>
      <a:accent3>
        <a:srgbClr val="FFFFFF"/>
      </a:accent3>
      <a:accent4>
        <a:srgbClr val="262B2D"/>
      </a:accent4>
      <a:accent5>
        <a:srgbClr val="B2C1DB"/>
      </a:accent5>
      <a:accent6>
        <a:srgbClr val="AE4845"/>
      </a:accent6>
      <a:hlink>
        <a:srgbClr val="0000FF"/>
      </a:hlink>
      <a:folHlink>
        <a:srgbClr val="800080"/>
      </a:folHlink>
    </a:clrScheme>
    <a:fontScheme name="Custom Design">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8.xml><?xml version="1.0" encoding="utf-8"?>
<a:theme xmlns:a="http://schemas.openxmlformats.org/drawingml/2006/main" name="Executive">
  <a:themeElements>
    <a:clrScheme name="">
      <a:dk1>
        <a:srgbClr val="2E3436"/>
      </a:dk1>
      <a:lt1>
        <a:srgbClr val="FFFFFF"/>
      </a:lt1>
      <a:dk2>
        <a:srgbClr val="2F5897"/>
      </a:dk2>
      <a:lt2>
        <a:srgbClr val="E4E9EF"/>
      </a:lt2>
      <a:accent1>
        <a:srgbClr val="6076B4"/>
      </a:accent1>
      <a:accent2>
        <a:srgbClr val="9C5252"/>
      </a:accent2>
      <a:accent3>
        <a:srgbClr val="FFFFFF"/>
      </a:accent3>
      <a:accent4>
        <a:srgbClr val="262B2D"/>
      </a:accent4>
      <a:accent5>
        <a:srgbClr val="B6BDD6"/>
      </a:accent5>
      <a:accent6>
        <a:srgbClr val="8D4949"/>
      </a:accent6>
      <a:hlink>
        <a:srgbClr val="3399FF"/>
      </a:hlink>
      <a:folHlink>
        <a:srgbClr val="B2B2B2"/>
      </a:folHlink>
    </a:clrScheme>
    <a:fontScheme name="Executive">
      <a:majorFont>
        <a:latin typeface="Palatino Linotype"/>
        <a:ea typeface="幼圆"/>
        <a:cs typeface="幼圆"/>
      </a:majorFont>
      <a:minorFont>
        <a:latin typeface="Century Gothic"/>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9.xml><?xml version="1.0" encoding="utf-8"?>
<a:theme xmlns:a="http://schemas.openxmlformats.org/drawingml/2006/main" name="1_Executive">
  <a:themeElements>
    <a:clrScheme name="">
      <a:dk1>
        <a:srgbClr val="2E3436"/>
      </a:dk1>
      <a:lt1>
        <a:srgbClr val="FFFFFF"/>
      </a:lt1>
      <a:dk2>
        <a:srgbClr val="2F5897"/>
      </a:dk2>
      <a:lt2>
        <a:srgbClr val="E4E9EF"/>
      </a:lt2>
      <a:accent1>
        <a:srgbClr val="6076B4"/>
      </a:accent1>
      <a:accent2>
        <a:srgbClr val="9C5252"/>
      </a:accent2>
      <a:accent3>
        <a:srgbClr val="FFFFFF"/>
      </a:accent3>
      <a:accent4>
        <a:srgbClr val="262B2D"/>
      </a:accent4>
      <a:accent5>
        <a:srgbClr val="B6BDD6"/>
      </a:accent5>
      <a:accent6>
        <a:srgbClr val="8D4949"/>
      </a:accent6>
      <a:hlink>
        <a:srgbClr val="3399FF"/>
      </a:hlink>
      <a:folHlink>
        <a:srgbClr val="B2B2B2"/>
      </a:folHlink>
    </a:clrScheme>
    <a:fontScheme name="Executive">
      <a:majorFont>
        <a:latin typeface="Palatino Linotype"/>
        <a:ea typeface="幼圆"/>
        <a:cs typeface="幼圆"/>
      </a:majorFont>
      <a:minorFont>
        <a:latin typeface="Century Gothic"/>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sym typeface="Arial" pitchFamily="34" charset="0"/>
          </a:defRPr>
        </a:defPPr>
      </a:lstStyle>
    </a:lnDef>
  </a:objectDefaults>
  <a:extraClrSchemeLst/>
</a:theme>
</file>

<file path=ppt/theme/theme10.xml><?xml version="1.0" encoding="utf-8"?>
<a:theme xmlns:a="http://schemas.openxmlformats.org/drawingml/2006/main" name="Office Theme">
  <a:themeElements>
    <a:clrScheme name="">
      <a:dk1>
        <a:srgbClr val="2E3436"/>
      </a:dk1>
      <a:lt1>
        <a:srgbClr val="FFFFFF"/>
      </a:lt1>
      <a:dk2>
        <a:srgbClr val="3E3D2D"/>
      </a:dk2>
      <a:lt2>
        <a:srgbClr val="CAF278"/>
      </a:lt2>
      <a:accent1>
        <a:srgbClr val="94C600"/>
      </a:accent1>
      <a:accent2>
        <a:srgbClr val="71685A"/>
      </a:accent2>
      <a:accent3>
        <a:srgbClr val="FFFFFF"/>
      </a:accent3>
      <a:accent4>
        <a:srgbClr val="262B2D"/>
      </a:accent4>
      <a:accent5>
        <a:srgbClr val="C8DFAA"/>
      </a:accent5>
      <a:accent6>
        <a:srgbClr val="665E51"/>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2E3436"/>
    </a:dk1>
    <a:lt1>
      <a:srgbClr val="FFFFFF"/>
    </a:lt1>
    <a:dk2>
      <a:srgbClr val="3E3D2D"/>
    </a:dk2>
    <a:lt2>
      <a:srgbClr val="CAF278"/>
    </a:lt2>
    <a:accent1>
      <a:srgbClr val="94C600"/>
    </a:accent1>
    <a:accent2>
      <a:srgbClr val="71685A"/>
    </a:accent2>
    <a:accent3>
      <a:srgbClr val="FFFFFF"/>
    </a:accent3>
    <a:accent4>
      <a:srgbClr val="262B2D"/>
    </a:accent4>
    <a:accent5>
      <a:srgbClr val="C8DFAA"/>
    </a:accent5>
    <a:accent6>
      <a:srgbClr val="665E51"/>
    </a:accent6>
    <a:hlink>
      <a:srgbClr val="E68200"/>
    </a:hlink>
    <a:folHlink>
      <a:srgbClr val="FFA94A"/>
    </a:folHlink>
  </a:clrScheme>
</a:themeOverride>
</file>

<file path=ppt/theme/themeOverride2.xml><?xml version="1.0" encoding="utf-8"?>
<a:themeOverride xmlns:a="http://schemas.openxmlformats.org/drawingml/2006/main">
  <a:clrScheme name="">
    <a:dk1>
      <a:srgbClr val="2E3436"/>
    </a:dk1>
    <a:lt1>
      <a:srgbClr val="FFFFFF"/>
    </a:lt1>
    <a:dk2>
      <a:srgbClr val="3E3D2D"/>
    </a:dk2>
    <a:lt2>
      <a:srgbClr val="CAF278"/>
    </a:lt2>
    <a:accent1>
      <a:srgbClr val="94C600"/>
    </a:accent1>
    <a:accent2>
      <a:srgbClr val="71685A"/>
    </a:accent2>
    <a:accent3>
      <a:srgbClr val="FFFFFF"/>
    </a:accent3>
    <a:accent4>
      <a:srgbClr val="262B2D"/>
    </a:accent4>
    <a:accent5>
      <a:srgbClr val="C8DFAA"/>
    </a:accent5>
    <a:accent6>
      <a:srgbClr val="665E51"/>
    </a:accent6>
    <a:hlink>
      <a:srgbClr val="E68200"/>
    </a:hlink>
    <a:folHlink>
      <a:srgbClr val="FFA94A"/>
    </a:folHlink>
  </a:clrScheme>
</a:themeOverride>
</file>

<file path=ppt/theme/themeOverride3.xml><?xml version="1.0" encoding="utf-8"?>
<a:themeOverride xmlns:a="http://schemas.openxmlformats.org/drawingml/2006/main">
  <a:clrScheme name="">
    <a:dk1>
      <a:srgbClr val="2E3436"/>
    </a:dk1>
    <a:lt1>
      <a:srgbClr val="FFFFFF"/>
    </a:lt1>
    <a:dk2>
      <a:srgbClr val="3E3D2D"/>
    </a:dk2>
    <a:lt2>
      <a:srgbClr val="CAF278"/>
    </a:lt2>
    <a:accent1>
      <a:srgbClr val="94C600"/>
    </a:accent1>
    <a:accent2>
      <a:srgbClr val="71685A"/>
    </a:accent2>
    <a:accent3>
      <a:srgbClr val="FFFFFF"/>
    </a:accent3>
    <a:accent4>
      <a:srgbClr val="262B2D"/>
    </a:accent4>
    <a:accent5>
      <a:srgbClr val="C8DFAA"/>
    </a:accent5>
    <a:accent6>
      <a:srgbClr val="665E51"/>
    </a:accent6>
    <a:hlink>
      <a:srgbClr val="E68200"/>
    </a:hlink>
    <a:folHlink>
      <a:srgbClr val="FFA94A"/>
    </a:folHlink>
  </a:clrScheme>
</a:themeOverride>
</file>

<file path=docProps/app.xml><?xml version="1.0" encoding="utf-8"?>
<Properties xmlns="http://schemas.openxmlformats.org/officeDocument/2006/extended-properties" xmlns:vt="http://schemas.openxmlformats.org/officeDocument/2006/docPropsVTypes">
  <Template/>
  <TotalTime>7</TotalTime>
  <Pages>0</Pages>
  <Words>2013</Words>
  <Characters>0</Characters>
  <Application>Microsoft Office PowerPoint</Application>
  <DocSecurity>0</DocSecurity>
  <PresentationFormat>On-screen Show (4:3)</PresentationFormat>
  <Lines>0</Lines>
  <Paragraphs>335</Paragraphs>
  <Slides>47</Slides>
  <Notes>3</Notes>
  <HiddenSlides>1</HiddenSlides>
  <MMClips>0</MMClips>
  <ScaleCrop>false</ScaleCrop>
  <HeadingPairs>
    <vt:vector size="6" baseType="variant">
      <vt:variant>
        <vt:lpstr>Fonts Used</vt:lpstr>
      </vt:variant>
      <vt:variant>
        <vt:i4>11</vt:i4>
      </vt:variant>
      <vt:variant>
        <vt:lpstr>Theme</vt:lpstr>
      </vt:variant>
      <vt:variant>
        <vt:i4>9</vt:i4>
      </vt:variant>
      <vt:variant>
        <vt:lpstr>Slide Titles</vt:lpstr>
      </vt:variant>
      <vt:variant>
        <vt:i4>47</vt:i4>
      </vt:variant>
    </vt:vector>
  </HeadingPairs>
  <TitlesOfParts>
    <vt:vector size="67" baseType="lpstr">
      <vt:lpstr>Arial</vt:lpstr>
      <vt:lpstr>宋体</vt:lpstr>
      <vt:lpstr>Calibri</vt:lpstr>
      <vt:lpstr>Palatino Linotype</vt:lpstr>
      <vt:lpstr>幼圆</vt:lpstr>
      <vt:lpstr>Century Gothic</vt:lpstr>
      <vt:lpstr>Courier New</vt:lpstr>
      <vt:lpstr>MS PGothic</vt:lpstr>
      <vt:lpstr>Tahoma</vt:lpstr>
      <vt:lpstr>Wingdings</vt:lpstr>
      <vt:lpstr>Times New Roman</vt:lpstr>
      <vt:lpstr>6_Custom Design</vt:lpstr>
      <vt:lpstr>5_Custom Design</vt:lpstr>
      <vt:lpstr>4_Custom Design</vt:lpstr>
      <vt:lpstr>3_Custom Design</vt:lpstr>
      <vt:lpstr>2_Custom Design</vt:lpstr>
      <vt:lpstr>1_Custom Design</vt:lpstr>
      <vt:lpstr>Custom Design</vt:lpstr>
      <vt:lpstr>Executive</vt:lpstr>
      <vt:lpstr>1_Executive</vt:lpstr>
      <vt:lpstr>Computers Are Your Future Twelfth Edition</vt:lpstr>
      <vt:lpstr>Objectives </vt:lpstr>
      <vt:lpstr>Objectives </vt:lpstr>
      <vt:lpstr>Objectives </vt:lpstr>
      <vt:lpstr>System Software</vt:lpstr>
      <vt:lpstr>PowerPoint Presentation</vt:lpstr>
      <vt:lpstr>The Operating System</vt:lpstr>
      <vt:lpstr>PowerPoint Presentation</vt:lpstr>
      <vt:lpstr>The Operating System</vt:lpstr>
      <vt:lpstr>The Operating System</vt:lpstr>
      <vt:lpstr>The Operating System</vt:lpstr>
      <vt:lpstr>Operating Systems</vt:lpstr>
      <vt:lpstr>Windows 8</vt:lpstr>
      <vt:lpstr>Windows 3.1</vt:lpstr>
      <vt:lpstr>Mac OS X</vt:lpstr>
      <vt:lpstr>Linux – UBUNTU</vt:lpstr>
      <vt:lpstr>Linux - Fedora</vt:lpstr>
      <vt:lpstr>Linux – Pardus</vt:lpstr>
      <vt:lpstr>The Operating System</vt:lpstr>
      <vt:lpstr>Multi-tasking</vt:lpstr>
      <vt:lpstr>The Operating System</vt:lpstr>
      <vt:lpstr>The Operating System</vt:lpstr>
      <vt:lpstr>The Operating System</vt:lpstr>
      <vt:lpstr>The Operating System</vt:lpstr>
      <vt:lpstr>Graphical User Interface</vt:lpstr>
      <vt:lpstr>UNIX</vt:lpstr>
      <vt:lpstr>Stand-Alone  Operating Systems</vt:lpstr>
      <vt:lpstr>What does Free and Open Source Mean</vt:lpstr>
      <vt:lpstr>Stand-Alone  Operating Systems</vt:lpstr>
      <vt:lpstr>Stand-Alone Operating Systems</vt:lpstr>
      <vt:lpstr>Stand-Alone Operating Systems</vt:lpstr>
      <vt:lpstr>Stand-Alone  Operating Systems</vt:lpstr>
      <vt:lpstr>Stand-Alone Operating Systems</vt:lpstr>
      <vt:lpstr>Stand-Alone  Operating Systems</vt:lpstr>
      <vt:lpstr>Stand-Alone Operating Systems</vt:lpstr>
      <vt:lpstr>Mobile OS Market Share</vt:lpstr>
      <vt:lpstr>PowerPoint Presentation</vt:lpstr>
      <vt:lpstr>System Utilities:  Housekeeping Tools</vt:lpstr>
      <vt:lpstr>System Utilities:  Housekeeping Tools</vt:lpstr>
      <vt:lpstr>System Utilities:  Housekeeping Tools</vt:lpstr>
      <vt:lpstr>System Utilities:  Housekeeping Tools</vt:lpstr>
      <vt:lpstr>System Utilities:  Housekeeping Tools</vt:lpstr>
      <vt:lpstr>System Utilities:  Housekeeping Tools</vt:lpstr>
      <vt:lpstr>System Utilities:  Housekeeping Tools</vt:lpstr>
      <vt:lpstr>System Utilities:  Housekeeping Tools</vt:lpstr>
      <vt:lpstr>System Utilities:  Housekeeping Tools</vt:lpstr>
      <vt:lpstr>PowerPoint Presentation</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Are Your Future Twelfth Edition</dc:title>
  <dc:subject/>
  <dc:creator>Computers Are Your Future</dc:creator>
  <cp:keywords/>
  <dc:description/>
  <cp:lastModifiedBy>Windows User</cp:lastModifiedBy>
  <cp:revision>34</cp:revision>
  <dcterms:created xsi:type="dcterms:W3CDTF">2008-05-17T17:07:00Z</dcterms:created>
  <dcterms:modified xsi:type="dcterms:W3CDTF">2018-01-24T13:32:12Z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TC010130221033</vt:lpwstr>
  </property>
  <property fmtid="{D5CDD505-2E9C-101B-9397-08002B2CF9AE}" pid="3" name="KSOProductBuildVer">
    <vt:lpwstr>1033-9.1.0.4207</vt:lpwstr>
  </property>
</Properties>
</file>