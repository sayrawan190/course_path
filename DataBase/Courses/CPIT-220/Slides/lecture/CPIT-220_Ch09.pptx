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5" r:id="rId1"/>
    <p:sldMasterId id="2147483733" r:id="rId2"/>
    <p:sldMasterId id="2147483721" r:id="rId3"/>
    <p:sldMasterId id="2147483709" r:id="rId4"/>
    <p:sldMasterId id="2147483697" r:id="rId5"/>
    <p:sldMasterId id="2147483685" r:id="rId6"/>
    <p:sldMasterId id="2147483673" r:id="rId7"/>
    <p:sldMasterId id="2147483858" r:id="rId8"/>
  </p:sldMasterIdLst>
  <p:notesMasterIdLst>
    <p:notesMasterId r:id="rId54"/>
  </p:notesMasterIdLst>
  <p:handoutMasterIdLst>
    <p:handoutMasterId r:id="rId55"/>
  </p:handoutMasterIdLst>
  <p:sldIdLst>
    <p:sldId id="271" r:id="rId9"/>
    <p:sldId id="267" r:id="rId10"/>
    <p:sldId id="259" r:id="rId11"/>
    <p:sldId id="301" r:id="rId12"/>
    <p:sldId id="302" r:id="rId13"/>
    <p:sldId id="350" r:id="rId14"/>
    <p:sldId id="303" r:id="rId15"/>
    <p:sldId id="304" r:id="rId16"/>
    <p:sldId id="305" r:id="rId17"/>
    <p:sldId id="307" r:id="rId18"/>
    <p:sldId id="308" r:id="rId19"/>
    <p:sldId id="310" r:id="rId20"/>
    <p:sldId id="309" r:id="rId21"/>
    <p:sldId id="358" r:id="rId22"/>
    <p:sldId id="359" r:id="rId23"/>
    <p:sldId id="360" r:id="rId24"/>
    <p:sldId id="361" r:id="rId25"/>
    <p:sldId id="362" r:id="rId26"/>
    <p:sldId id="311" r:id="rId27"/>
    <p:sldId id="351" r:id="rId28"/>
    <p:sldId id="353" r:id="rId29"/>
    <p:sldId id="312" r:id="rId30"/>
    <p:sldId id="313" r:id="rId31"/>
    <p:sldId id="314" r:id="rId32"/>
    <p:sldId id="315" r:id="rId33"/>
    <p:sldId id="316" r:id="rId34"/>
    <p:sldId id="317" r:id="rId35"/>
    <p:sldId id="318" r:id="rId36"/>
    <p:sldId id="319" r:id="rId37"/>
    <p:sldId id="320" r:id="rId38"/>
    <p:sldId id="321" r:id="rId39"/>
    <p:sldId id="323" r:id="rId40"/>
    <p:sldId id="325" r:id="rId41"/>
    <p:sldId id="326" r:id="rId42"/>
    <p:sldId id="327" r:id="rId43"/>
    <p:sldId id="328" r:id="rId44"/>
    <p:sldId id="329" r:id="rId45"/>
    <p:sldId id="340" r:id="rId46"/>
    <p:sldId id="335" r:id="rId47"/>
    <p:sldId id="336" r:id="rId48"/>
    <p:sldId id="337" r:id="rId49"/>
    <p:sldId id="338" r:id="rId50"/>
    <p:sldId id="352" r:id="rId51"/>
    <p:sldId id="339" r:id="rId52"/>
    <p:sldId id="272" r:id="rId53"/>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ulie McLaughlin" initials="JM" lastIdx="5" clrIdx="0"/>
  <p:cmAuthor id="7" name="Maureen Zaboski" initials="MZ" lastIdx="16" clrIdx="7"/>
  <p:cmAuthor id="1" name="Andi" initials="A" lastIdx="1" clrIdx="1"/>
  <p:cmAuthor id="2" name="Linda" initials="L" lastIdx="1" clrIdx="2"/>
  <p:cmAuthor id="3" name=" Donna Madsen" initials="DM" lastIdx="18" clrIdx="3"/>
  <p:cmAuthor id="4" name="Tiffany Bottolfson" initials="tmb" lastIdx="14" clrIdx="4"/>
  <p:cmAuthor id="5" name="Barbara" initials="BHE" lastIdx="3" clrIdx="5"/>
  <p:cmAuthor id="6" name="Judy Ann Levine" initials="jal" lastIdx="4"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26" autoAdjust="0"/>
    <p:restoredTop sz="81722" autoAdjust="0"/>
  </p:normalViewPr>
  <p:slideViewPr>
    <p:cSldViewPr>
      <p:cViewPr>
        <p:scale>
          <a:sx n="52" d="100"/>
          <a:sy n="52" d="100"/>
        </p:scale>
        <p:origin x="776" y="744"/>
      </p:cViewPr>
      <p:guideLst>
        <p:guide orient="horz" pos="2160"/>
        <p:guide pos="2880"/>
      </p:guideLst>
    </p:cSldViewPr>
  </p:slideViewPr>
  <p:outlineViewPr>
    <p:cViewPr>
      <p:scale>
        <a:sx n="33" d="100"/>
        <a:sy n="33" d="100"/>
      </p:scale>
      <p:origin x="0" y="1879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9" d="100"/>
          <a:sy n="59" d="100"/>
        </p:scale>
        <p:origin x="-2484" y="-84"/>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handoutMaster" Target="handoutMasters/handout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commentAuthors" Target="commentAuthor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presProps" Target="presProp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59" name="Rectangle 3"/>
          <p:cNvSpPr>
            <a:spLocks noGrp="1" noChangeArrowheads="1"/>
          </p:cNvSpPr>
          <p:nvPr>
            <p:ph type="dt" sz="quarter" idx="1"/>
          </p:nvPr>
        </p:nvSpPr>
        <p:spPr bwMode="auto">
          <a:xfrm>
            <a:off x="3963988"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algn="r" defTabSz="930275" eaLnBrk="0" hangingPunct="0">
              <a:defRPr kumimoji="1" sz="1200">
                <a:latin typeface="Tahoma" pitchFamily="34" charset="0"/>
                <a:cs typeface="+mn-cs"/>
              </a:defRPr>
            </a:lvl1pPr>
          </a:lstStyle>
          <a:p>
            <a:pPr>
              <a:defRPr/>
            </a:pPr>
            <a:endParaRPr lang="en-US" dirty="0"/>
          </a:p>
        </p:txBody>
      </p:sp>
      <p:sp>
        <p:nvSpPr>
          <p:cNvPr id="19460" name="Rectangle 4"/>
          <p:cNvSpPr>
            <a:spLocks noGrp="1" noChangeArrowheads="1"/>
          </p:cNvSpPr>
          <p:nvPr>
            <p:ph type="ftr" sz="quarter" idx="2"/>
          </p:nvPr>
        </p:nvSpPr>
        <p:spPr bwMode="auto">
          <a:xfrm>
            <a:off x="0"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61" name="Rectangle 5"/>
          <p:cNvSpPr>
            <a:spLocks noGrp="1" noChangeArrowheads="1"/>
          </p:cNvSpPr>
          <p:nvPr>
            <p:ph type="sldNum" sz="quarter" idx="3"/>
          </p:nvPr>
        </p:nvSpPr>
        <p:spPr bwMode="auto">
          <a:xfrm>
            <a:off x="3963988"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algn="r" defTabSz="930275" eaLnBrk="0" hangingPunct="0">
              <a:defRPr kumimoji="1" sz="1200">
                <a:latin typeface="Tahoma" pitchFamily="34" charset="0"/>
                <a:cs typeface="+mn-cs"/>
              </a:defRPr>
            </a:lvl1pPr>
          </a:lstStyle>
          <a:p>
            <a:pPr>
              <a:defRPr/>
            </a:pPr>
            <a:fld id="{3B456121-521D-4DBF-A17A-DFBA40B87544}" type="slidenum">
              <a:rPr lang="en-US"/>
              <a:pPr>
                <a:defRPr/>
              </a:pPr>
              <a:t>‹#›</a:t>
            </a:fld>
            <a:endParaRPr lang="en-US" dirty="0"/>
          </a:p>
        </p:txBody>
      </p:sp>
    </p:spTree>
    <p:extLst>
      <p:ext uri="{BB962C8B-B14F-4D97-AF65-F5344CB8AC3E}">
        <p14:creationId xmlns:p14="http://schemas.microsoft.com/office/powerpoint/2010/main" val="11056104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1"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07/16/96</a:t>
            </a:r>
            <a:endParaRPr lang="en-US" sz="1200" dirty="0"/>
          </a:p>
        </p:txBody>
      </p:sp>
      <p:sp>
        <p:nvSpPr>
          <p:cNvPr id="96260" name="Rectangle 4"/>
          <p:cNvSpPr>
            <a:spLocks noGrp="1" noRot="1" noChangeAspect="1" noChangeArrowheads="1"/>
          </p:cNvSpPr>
          <p:nvPr>
            <p:ph type="sldImg" idx="2"/>
          </p:nvPr>
        </p:nvSpPr>
        <p:spPr bwMode="auto">
          <a:xfrm>
            <a:off x="1177925" y="696913"/>
            <a:ext cx="4641850" cy="3481387"/>
          </a:xfrm>
          <a:prstGeom prst="rect">
            <a:avLst/>
          </a:prstGeom>
          <a:noFill/>
          <a:ln w="12700" cap="sq">
            <a:solidFill>
              <a:schemeClr val="tx1"/>
            </a:solidFill>
            <a:miter lim="800000"/>
            <a:headEnd/>
            <a:tailEnd/>
          </a:ln>
        </p:spPr>
      </p:sp>
      <p:sp>
        <p:nvSpPr>
          <p:cNvPr id="2053"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square" lIns="93675" tIns="46838" rIns="93675" bIns="468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5"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a:t>
            </a:r>
            <a:endParaRPr lang="en-US" sz="1200" dirty="0"/>
          </a:p>
        </p:txBody>
      </p:sp>
    </p:spTree>
    <p:extLst>
      <p:ext uri="{BB962C8B-B14F-4D97-AF65-F5344CB8AC3E}">
        <p14:creationId xmlns:p14="http://schemas.microsoft.com/office/powerpoint/2010/main" val="4203921900"/>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kumimoji="1" sz="12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ahoma"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ahoma"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ahom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p:cNvSpPr>
            <a:spLocks noGrp="1" noRot="1" noChangeAspect="1" noTextEdit="1"/>
          </p:cNvSpPr>
          <p:nvPr>
            <p:ph type="sldImg"/>
          </p:nvPr>
        </p:nvSpPr>
        <p:spPr>
          <a:ln/>
        </p:spPr>
      </p:sp>
      <p:sp>
        <p:nvSpPr>
          <p:cNvPr id="102402" name="Notes Placeholder 2"/>
          <p:cNvSpPr>
            <a:spLocks noGrp="1"/>
          </p:cNvSpPr>
          <p:nvPr>
            <p:ph type="body" idx="1"/>
          </p:nvPr>
        </p:nvSpPr>
        <p:spPr>
          <a:noFill/>
          <a:ln/>
        </p:spPr>
        <p:txBody>
          <a:bodyPr/>
          <a:lstStyle/>
          <a:p>
            <a:endParaRPr lang="en-US" dirty="0"/>
          </a:p>
        </p:txBody>
      </p:sp>
      <p:sp>
        <p:nvSpPr>
          <p:cNvPr id="53252" name="Header Placeholder 3"/>
          <p:cNvSpPr>
            <a:spLocks noGrp="1"/>
          </p:cNvSpPr>
          <p:nvPr>
            <p:ph type="hdr" sz="quarter"/>
          </p:nvPr>
        </p:nvSpPr>
        <p:spPr/>
        <p:txBody>
          <a:bodyPr/>
          <a:lstStyle/>
          <a:p>
            <a:pPr>
              <a:defRPr/>
            </a:pPr>
            <a:r>
              <a:rPr lang="en-US" dirty="0"/>
              <a:t>*</a:t>
            </a:r>
            <a:endParaRPr lang="en-US" sz="1200" dirty="0"/>
          </a:p>
        </p:txBody>
      </p:sp>
      <p:sp>
        <p:nvSpPr>
          <p:cNvPr id="53253" name="Date Placeholder 4"/>
          <p:cNvSpPr>
            <a:spLocks noGrp="1"/>
          </p:cNvSpPr>
          <p:nvPr>
            <p:ph type="dt" sz="quarter" idx="1"/>
          </p:nvPr>
        </p:nvSpPr>
        <p:spPr/>
        <p:txBody>
          <a:bodyPr/>
          <a:lstStyle/>
          <a:p>
            <a:pPr>
              <a:defRPr/>
            </a:pPr>
            <a:r>
              <a:rPr lang="en-US" dirty="0"/>
              <a:t>07/16/96</a:t>
            </a:r>
            <a:endParaRPr lang="en-US" sz="1200" dirty="0"/>
          </a:p>
        </p:txBody>
      </p:sp>
      <p:sp>
        <p:nvSpPr>
          <p:cNvPr id="53254" name="Footer Placeholder 5"/>
          <p:cNvSpPr>
            <a:spLocks noGrp="1"/>
          </p:cNvSpPr>
          <p:nvPr>
            <p:ph type="ftr" sz="quarter" idx="4"/>
          </p:nvPr>
        </p:nvSpPr>
        <p:spPr/>
        <p:txBody>
          <a:bodyPr/>
          <a:lstStyle/>
          <a:p>
            <a:pPr>
              <a:defRPr/>
            </a:pPr>
            <a:r>
              <a:rPr lang="en-US" dirty="0"/>
              <a:t>*</a:t>
            </a:r>
            <a:endParaRPr lang="en-US" sz="1200" dirty="0"/>
          </a:p>
        </p:txBody>
      </p:sp>
      <p:sp>
        <p:nvSpPr>
          <p:cNvPr id="53255" name="Slide Number Placeholder 6"/>
          <p:cNvSpPr>
            <a:spLocks noGrp="1"/>
          </p:cNvSpPr>
          <p:nvPr>
            <p:ph type="sldNum" sz="quarter" idx="5"/>
          </p:nvPr>
        </p:nvSpPr>
        <p:spPr/>
        <p:txBody>
          <a:bodyPr/>
          <a:lstStyle/>
          <a:p>
            <a:pPr>
              <a:defRPr/>
            </a:pPr>
            <a:r>
              <a:rPr lang="en-US" dirty="0"/>
              <a:t>##</a:t>
            </a:r>
            <a:endParaRPr 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t>
            </a:r>
            <a:endParaRPr lang="en-US" sz="1200" dirty="0"/>
          </a:p>
        </p:txBody>
      </p:sp>
      <p:sp>
        <p:nvSpPr>
          <p:cNvPr id="5" name="Date Placeholder 4"/>
          <p:cNvSpPr>
            <a:spLocks noGrp="1"/>
          </p:cNvSpPr>
          <p:nvPr>
            <p:ph type="dt" idx="11"/>
          </p:nvPr>
        </p:nvSpPr>
        <p:spPr/>
        <p:txBody>
          <a:bodyPr/>
          <a:lstStyle/>
          <a:p>
            <a:pPr>
              <a:defRPr/>
            </a:pPr>
            <a:r>
              <a:rPr lang="en-US" dirty="0"/>
              <a:t>07/16/96</a:t>
            </a:r>
            <a:endParaRPr lang="en-US" sz="1200" dirty="0"/>
          </a:p>
        </p:txBody>
      </p:sp>
      <p:sp>
        <p:nvSpPr>
          <p:cNvPr id="6" name="Footer Placeholder 5"/>
          <p:cNvSpPr>
            <a:spLocks noGrp="1"/>
          </p:cNvSpPr>
          <p:nvPr>
            <p:ph type="ftr" sz="quarter" idx="12"/>
          </p:nvPr>
        </p:nvSpPr>
        <p:spPr/>
        <p:txBody>
          <a:bodyPr/>
          <a:lstStyle/>
          <a:p>
            <a:pPr>
              <a:defRPr/>
            </a:pPr>
            <a:r>
              <a:rPr lang="en-US" dirty="0"/>
              <a:t>*</a:t>
            </a:r>
            <a:endParaRPr lang="en-US" sz="1200" dirty="0"/>
          </a:p>
        </p:txBody>
      </p:sp>
      <p:sp>
        <p:nvSpPr>
          <p:cNvPr id="7" name="Slide Number Placeholder 6"/>
          <p:cNvSpPr>
            <a:spLocks noGrp="1"/>
          </p:cNvSpPr>
          <p:nvPr>
            <p:ph type="sldNum" sz="quarter" idx="13"/>
          </p:nvPr>
        </p:nvSpPr>
        <p:spPr/>
        <p:txBody>
          <a:bodyPr/>
          <a:lstStyle/>
          <a:p>
            <a:pPr>
              <a:defRPr/>
            </a:pPr>
            <a:r>
              <a:rPr lang="en-US" dirty="0"/>
              <a:t>##</a:t>
            </a:r>
            <a:endParaRPr 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a:t>
            </a:r>
            <a:endParaRPr lang="en-US" sz="1200" dirty="0"/>
          </a:p>
        </p:txBody>
      </p:sp>
      <p:sp>
        <p:nvSpPr>
          <p:cNvPr id="5" name="Date Placeholder 4"/>
          <p:cNvSpPr>
            <a:spLocks noGrp="1"/>
          </p:cNvSpPr>
          <p:nvPr>
            <p:ph type="dt" idx="11"/>
          </p:nvPr>
        </p:nvSpPr>
        <p:spPr/>
        <p:txBody>
          <a:bodyPr/>
          <a:lstStyle/>
          <a:p>
            <a:pPr>
              <a:defRPr/>
            </a:pPr>
            <a:r>
              <a:rPr lang="en-US"/>
              <a:t>07/16/96</a:t>
            </a:r>
            <a:endParaRPr lang="en-US" sz="1200" dirty="0"/>
          </a:p>
        </p:txBody>
      </p:sp>
      <p:sp>
        <p:nvSpPr>
          <p:cNvPr id="6" name="Footer Placeholder 5"/>
          <p:cNvSpPr>
            <a:spLocks noGrp="1"/>
          </p:cNvSpPr>
          <p:nvPr>
            <p:ph type="ftr" sz="quarter" idx="12"/>
          </p:nvPr>
        </p:nvSpPr>
        <p:spPr/>
        <p:txBody>
          <a:bodyPr/>
          <a:lstStyle/>
          <a:p>
            <a:pPr>
              <a:defRPr/>
            </a:pPr>
            <a:r>
              <a:rPr lang="en-US"/>
              <a:t>*</a:t>
            </a:r>
            <a:endParaRPr lang="en-US" sz="1200" dirty="0"/>
          </a:p>
        </p:txBody>
      </p:sp>
      <p:sp>
        <p:nvSpPr>
          <p:cNvPr id="7" name="Slide Number Placeholder 6"/>
          <p:cNvSpPr>
            <a:spLocks noGrp="1"/>
          </p:cNvSpPr>
          <p:nvPr>
            <p:ph type="sldNum" sz="quarter" idx="13"/>
          </p:nvPr>
        </p:nvSpPr>
        <p:spPr/>
        <p:txBody>
          <a:bodyPr/>
          <a:lstStyle/>
          <a:p>
            <a:pPr>
              <a:defRPr/>
            </a:pPr>
            <a:r>
              <a:rPr lang="en-US"/>
              <a:t>##</a:t>
            </a:r>
            <a:endParaRPr lang="en-US"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a:xfrm>
            <a:off x="1185863" y="703263"/>
            <a:ext cx="4625975" cy="3468687"/>
          </a:xfrm>
          <a:ln/>
        </p:spPr>
      </p:sp>
      <p:sp>
        <p:nvSpPr>
          <p:cNvPr id="100354" name="Rectangle 3"/>
          <p:cNvSpPr>
            <a:spLocks noGrp="1" noChangeArrowheads="1"/>
          </p:cNvSpPr>
          <p:nvPr>
            <p:ph type="body" idx="1"/>
          </p:nvPr>
        </p:nvSpPr>
        <p:spPr>
          <a:noFill/>
          <a:ln/>
        </p:spPr>
        <p:txBody>
          <a:bodyPr lIns="92062" tIns="45223" rIns="92062" bIns="45223"/>
          <a:lstStyle/>
          <a:p>
            <a:endParaRPr lang="en-US" dirty="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lvl1pPr>
              <a:defRPr/>
            </a:lvl1pPr>
          </a:lstStyle>
          <a:p>
            <a:pPr>
              <a:defRPr/>
            </a:pPr>
            <a:r>
              <a:rPr lang="en-US" dirty="0"/>
              <a:t>Copyright © 2012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05672B18-CA00-47B9-A2B3-937E3591BDA2}"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A45981F6-CD9D-4A5F-87A1-23E8182A1546}"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281842CD-21BC-4C2A-95AF-5CE4146A59DE}"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8AB0CEE5-3A49-4214-B874-EF36E97B8FC1}"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9" name="Slide Number Placeholder 5"/>
          <p:cNvSpPr>
            <a:spLocks noGrp="1"/>
          </p:cNvSpPr>
          <p:nvPr>
            <p:ph type="sldNum" sz="quarter" idx="12"/>
          </p:nvPr>
        </p:nvSpPr>
        <p:spPr/>
        <p:txBody>
          <a:bodyPr/>
          <a:lstStyle>
            <a:lvl1pPr>
              <a:defRPr/>
            </a:lvl1pPr>
          </a:lstStyle>
          <a:p>
            <a:pPr>
              <a:defRPr/>
            </a:pPr>
            <a:fld id="{B6400637-52D4-40F5-A1D6-D4AA439157D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5" name="Slide Number Placeholder 5"/>
          <p:cNvSpPr>
            <a:spLocks noGrp="1"/>
          </p:cNvSpPr>
          <p:nvPr>
            <p:ph type="sldNum" sz="quarter" idx="12"/>
          </p:nvPr>
        </p:nvSpPr>
        <p:spPr/>
        <p:txBody>
          <a:bodyPr/>
          <a:lstStyle>
            <a:lvl1pPr>
              <a:defRPr/>
            </a:lvl1pPr>
          </a:lstStyle>
          <a:p>
            <a:pPr>
              <a:defRPr/>
            </a:pPr>
            <a:fld id="{6F99B832-F223-4534-B9CF-6D6391C73940}"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4" name="Slide Number Placeholder 5"/>
          <p:cNvSpPr>
            <a:spLocks noGrp="1"/>
          </p:cNvSpPr>
          <p:nvPr>
            <p:ph type="sldNum" sz="quarter" idx="12"/>
          </p:nvPr>
        </p:nvSpPr>
        <p:spPr/>
        <p:txBody>
          <a:bodyPr/>
          <a:lstStyle>
            <a:lvl1pPr>
              <a:defRPr/>
            </a:lvl1pPr>
          </a:lstStyle>
          <a:p>
            <a:pPr>
              <a:defRPr/>
            </a:pPr>
            <a:fld id="{CAC6F71B-1864-4987-9D2F-AB735607B5B8}"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17FFD8EC-1BC4-4ED8-A379-10F2B1CDEE50}"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62C20840-A167-4FBD-900D-5FB0E058522D}"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629589F8-CD95-4ADF-939C-BF4D038E8308}"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B5E199CC-17B6-41D1-AB9E-83F17E451228}"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887E1F01-2358-4955-B506-2D27167A4925}"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C3EBC6E2-7798-43CD-8D58-74AFA50A74EE}"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7E5F5150-DFBA-43BE-9E94-292A22173D03}"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56DA41F8-B3A0-4A2D-BEA6-762845536611}"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9" name="Slide Number Placeholder 5"/>
          <p:cNvSpPr>
            <a:spLocks noGrp="1"/>
          </p:cNvSpPr>
          <p:nvPr>
            <p:ph type="sldNum" sz="quarter" idx="12"/>
          </p:nvPr>
        </p:nvSpPr>
        <p:spPr/>
        <p:txBody>
          <a:bodyPr/>
          <a:lstStyle>
            <a:lvl1pPr>
              <a:defRPr/>
            </a:lvl1pPr>
          </a:lstStyle>
          <a:p>
            <a:pPr>
              <a:defRPr/>
            </a:pPr>
            <a:fld id="{249E5CA5-1621-4547-AA7E-99049CD2BEC4}"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5" name="Slide Number Placeholder 5"/>
          <p:cNvSpPr>
            <a:spLocks noGrp="1"/>
          </p:cNvSpPr>
          <p:nvPr>
            <p:ph type="sldNum" sz="quarter" idx="12"/>
          </p:nvPr>
        </p:nvSpPr>
        <p:spPr/>
        <p:txBody>
          <a:bodyPr/>
          <a:lstStyle>
            <a:lvl1pPr>
              <a:defRPr/>
            </a:lvl1pPr>
          </a:lstStyle>
          <a:p>
            <a:pPr>
              <a:defRPr/>
            </a:pPr>
            <a:fld id="{91C2B7B4-4D27-456A-A5E2-D8513A1FC304}"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4" name="Slide Number Placeholder 5"/>
          <p:cNvSpPr>
            <a:spLocks noGrp="1"/>
          </p:cNvSpPr>
          <p:nvPr>
            <p:ph type="sldNum" sz="quarter" idx="12"/>
          </p:nvPr>
        </p:nvSpPr>
        <p:spPr/>
        <p:txBody>
          <a:bodyPr/>
          <a:lstStyle>
            <a:lvl1pPr>
              <a:defRPr/>
            </a:lvl1pPr>
          </a:lstStyle>
          <a:p>
            <a:pPr>
              <a:defRPr/>
            </a:pPr>
            <a:fld id="{248D4B2B-D9F8-453F-815E-044B9FB115A3}"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51820F77-DC59-4538-993A-DF7E94671496}"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A88C7B97-9EC4-4AED-A991-1CBD8CB0D7DD}"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8F5CC8E6-1326-4E9C-85F5-272F358F02DC}"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572291F7-127A-48BB-802F-6D50CF8ECD47}" type="slidenum">
              <a:rPr lang="en-US"/>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ACAB8545-8D23-4D54-B011-67E32F1E1420}" type="slidenum">
              <a:rPr lang="en-US"/>
              <a:pPr>
                <a:defRPr/>
              </a:pPr>
              <a:t>‹#›</a:t>
            </a:fld>
            <a:endParaRPr 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06B82AA1-0253-4438-9861-251ED4083826}" type="slidenum">
              <a:rPr lang="en-US"/>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7BBF8180-5B3A-44E4-AC78-36FAA4A00A68}" type="slidenum">
              <a:rPr lang="en-US"/>
              <a:pPr>
                <a:defRPr/>
              </a:pPr>
              <a:t>‹#›</a:t>
            </a:fld>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E125DCF8-8D0D-49E4-B2ED-8E9947EA663D}" type="slidenum">
              <a:rPr lang="en-US"/>
              <a:pPr>
                <a:defRPr/>
              </a:pPr>
              <a:t>‹#›</a:t>
            </a:fld>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9" name="Slide Number Placeholder 5"/>
          <p:cNvSpPr>
            <a:spLocks noGrp="1"/>
          </p:cNvSpPr>
          <p:nvPr>
            <p:ph type="sldNum" sz="quarter" idx="12"/>
          </p:nvPr>
        </p:nvSpPr>
        <p:spPr/>
        <p:txBody>
          <a:bodyPr/>
          <a:lstStyle>
            <a:lvl1pPr>
              <a:defRPr/>
            </a:lvl1pPr>
          </a:lstStyle>
          <a:p>
            <a:pPr>
              <a:defRPr/>
            </a:pPr>
            <a:fld id="{83220FED-C52D-49BF-B6C6-157E15E277E6}" type="slidenum">
              <a:rPr lang="en-US"/>
              <a:pPr>
                <a:defRPr/>
              </a:pPr>
              <a:t>‹#›</a:t>
            </a:fld>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5" name="Slide Number Placeholder 5"/>
          <p:cNvSpPr>
            <a:spLocks noGrp="1"/>
          </p:cNvSpPr>
          <p:nvPr>
            <p:ph type="sldNum" sz="quarter" idx="12"/>
          </p:nvPr>
        </p:nvSpPr>
        <p:spPr/>
        <p:txBody>
          <a:bodyPr/>
          <a:lstStyle>
            <a:lvl1pPr>
              <a:defRPr/>
            </a:lvl1pPr>
          </a:lstStyle>
          <a:p>
            <a:pPr>
              <a:defRPr/>
            </a:pPr>
            <a:fld id="{35BB8DCA-FD74-45CE-8496-08FBBCD46989}" type="slidenum">
              <a:rPr lang="en-US"/>
              <a:pPr>
                <a:defRPr/>
              </a:pPr>
              <a:t>‹#›</a:t>
            </a:fld>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4" name="Slide Number Placeholder 5"/>
          <p:cNvSpPr>
            <a:spLocks noGrp="1"/>
          </p:cNvSpPr>
          <p:nvPr>
            <p:ph type="sldNum" sz="quarter" idx="12"/>
          </p:nvPr>
        </p:nvSpPr>
        <p:spPr/>
        <p:txBody>
          <a:bodyPr/>
          <a:lstStyle>
            <a:lvl1pPr>
              <a:defRPr/>
            </a:lvl1pPr>
          </a:lstStyle>
          <a:p>
            <a:pPr>
              <a:defRPr/>
            </a:pPr>
            <a:fld id="{FC857F35-0660-4231-853E-48D2DC3A688D}"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C4EB683C-4BE2-4B52-8196-77DF81B90406}" type="slidenum">
              <a:rPr lang="en-US"/>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246A5F13-35BB-4CE0-ADBF-D3C3F063FD88}" type="slidenum">
              <a:rPr lang="en-US"/>
              <a:pPr>
                <a:defRPr/>
              </a:pPr>
              <a:t>‹#›</a:t>
            </a:fld>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29EE3529-66AE-4BE4-8B82-39A71105C62B}" type="slidenum">
              <a:rPr lang="en-US"/>
              <a:pPr>
                <a:defRPr/>
              </a:pPr>
              <a:t>‹#›</a:t>
            </a:fld>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09FA4603-38AD-4F26-92B2-99CC6DE91E94}" type="slidenum">
              <a:rPr lang="en-US"/>
              <a:pPr>
                <a:defRPr/>
              </a:pPr>
              <a:t>‹#›</a:t>
            </a:fld>
            <a:endParaRPr lang="en-US" dirty="0"/>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2140BFA7-DF07-4067-AF0E-B0D52E380E49}" type="slidenum">
              <a:rPr lang="en-US"/>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EF8DBE8E-6151-403D-820C-BEC024E2E9DB}" type="slidenum">
              <a:rPr lang="en-US"/>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4ADE2408-C500-46D9-BDC9-099592430CF7}" type="slidenum">
              <a:rPr lang="en-US"/>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7266D4F2-361E-47F4-8633-9958BB33D9F6}" type="slidenum">
              <a:rPr lang="en-US"/>
              <a:pPr>
                <a:defRPr/>
              </a:pPr>
              <a:t>‹#›</a:t>
            </a:fld>
            <a:endParaRPr lang="en-US"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9" name="Slide Number Placeholder 5"/>
          <p:cNvSpPr>
            <a:spLocks noGrp="1"/>
          </p:cNvSpPr>
          <p:nvPr>
            <p:ph type="sldNum" sz="quarter" idx="12"/>
          </p:nvPr>
        </p:nvSpPr>
        <p:spPr/>
        <p:txBody>
          <a:bodyPr/>
          <a:lstStyle>
            <a:lvl1pPr>
              <a:defRPr/>
            </a:lvl1pPr>
          </a:lstStyle>
          <a:p>
            <a:pPr>
              <a:defRPr/>
            </a:pPr>
            <a:fld id="{29674A9E-A401-4826-8BFD-0F6E144B9826}" type="slidenum">
              <a:rPr lang="en-US"/>
              <a:pPr>
                <a:defRPr/>
              </a:pPr>
              <a:t>‹#›</a:t>
            </a:fld>
            <a:endParaRPr lang="en-US"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5" name="Slide Number Placeholder 5"/>
          <p:cNvSpPr>
            <a:spLocks noGrp="1"/>
          </p:cNvSpPr>
          <p:nvPr>
            <p:ph type="sldNum" sz="quarter" idx="12"/>
          </p:nvPr>
        </p:nvSpPr>
        <p:spPr/>
        <p:txBody>
          <a:bodyPr/>
          <a:lstStyle>
            <a:lvl1pPr>
              <a:defRPr/>
            </a:lvl1pPr>
          </a:lstStyle>
          <a:p>
            <a:pPr>
              <a:defRPr/>
            </a:pPr>
            <a:fld id="{94C969D3-9EC5-4D8F-8147-B578AFBB39FD}" type="slidenum">
              <a:rPr lang="en-US"/>
              <a:pPr>
                <a:defRPr/>
              </a:pPr>
              <a:t>‹#›</a:t>
            </a:fld>
            <a:endParaRPr 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4" name="Slide Number Placeholder 5"/>
          <p:cNvSpPr>
            <a:spLocks noGrp="1"/>
          </p:cNvSpPr>
          <p:nvPr>
            <p:ph type="sldNum" sz="quarter" idx="12"/>
          </p:nvPr>
        </p:nvSpPr>
        <p:spPr/>
        <p:txBody>
          <a:bodyPr/>
          <a:lstStyle>
            <a:lvl1pPr>
              <a:defRPr/>
            </a:lvl1pPr>
          </a:lstStyle>
          <a:p>
            <a:pPr>
              <a:defRPr/>
            </a:pPr>
            <a:fld id="{154A76A1-01C4-4253-9BF5-A2616A09AFDA}" type="slidenum">
              <a:rPr lang="en-US"/>
              <a:pPr>
                <a:defRPr/>
              </a:pPr>
              <a:t>‹#›</a:t>
            </a:fld>
            <a:endParaRPr lang="en-US" dirty="0"/>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8430EB67-EF41-4D0D-9BED-E4E8493CF0DC}" type="slidenum">
              <a:rPr lang="en-US"/>
              <a:pPr>
                <a:defRPr/>
              </a:pPr>
              <a:t>‹#›</a:t>
            </a:fld>
            <a:endParaRPr lang="en-US" dirty="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EE1540E7-9A83-4CB2-87F6-F021C2D4E308}" type="slidenum">
              <a:rPr lang="en-US"/>
              <a:pPr>
                <a:defRPr/>
              </a:pPr>
              <a:t>‹#›</a:t>
            </a:fld>
            <a:endParaRPr lang="en-US" dirty="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313DCC85-E28A-4136-80B6-A03BE8624610}" type="slidenum">
              <a:rPr lang="en-US"/>
              <a:pPr>
                <a:defRPr/>
              </a:pPr>
              <a:t>‹#›</a:t>
            </a:fld>
            <a:endParaRPr lang="en-US" dirty="0"/>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5155D103-C265-4B83-AB4C-EEB1DF0F95DD}" type="slidenum">
              <a:rPr lang="en-US"/>
              <a:pPr>
                <a:defRPr/>
              </a:pPr>
              <a:t>‹#›</a:t>
            </a:fld>
            <a:endParaRPr lang="en-US" dirty="0"/>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4DDA7DAE-1CC3-4688-9C4B-0B02206FD35B}" type="slidenum">
              <a:rPr lang="en-US"/>
              <a:pPr>
                <a:defRPr/>
              </a:pPr>
              <a:t>‹#›</a:t>
            </a:fld>
            <a:endParaRPr lang="en-US" dirty="0"/>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EC1913C3-1FF2-42BB-8251-1647D70EA79B}" type="slidenum">
              <a:rPr lang="en-US"/>
              <a:pPr>
                <a:defRPr/>
              </a:pPr>
              <a:t>‹#›</a:t>
            </a:fld>
            <a:endParaRPr lang="en-US" dirty="0"/>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04AEA883-DF87-4022-9C6A-266E032F48AC}" type="slidenum">
              <a:rPr lang="en-US"/>
              <a:pPr>
                <a:defRPr/>
              </a:pPr>
              <a:t>‹#›</a:t>
            </a:fld>
            <a:endParaRPr lang="en-US" dirty="0"/>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D7360A7E-5229-40C9-8693-D7426273D345}" type="slidenum">
              <a:rPr lang="en-US"/>
              <a:pPr>
                <a:defRPr/>
              </a:pPr>
              <a:t>‹#›</a:t>
            </a:fld>
            <a:endParaRPr lang="en-US" dirty="0"/>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9" name="Slide Number Placeholder 5"/>
          <p:cNvSpPr>
            <a:spLocks noGrp="1"/>
          </p:cNvSpPr>
          <p:nvPr>
            <p:ph type="sldNum" sz="quarter" idx="12"/>
          </p:nvPr>
        </p:nvSpPr>
        <p:spPr/>
        <p:txBody>
          <a:bodyPr/>
          <a:lstStyle>
            <a:lvl1pPr>
              <a:defRPr/>
            </a:lvl1pPr>
          </a:lstStyle>
          <a:p>
            <a:pPr>
              <a:defRPr/>
            </a:pPr>
            <a:fld id="{446603BA-CE8D-4BA8-BA35-735A664D71F9}" type="slidenum">
              <a:rPr lang="en-US"/>
              <a:pPr>
                <a:defRPr/>
              </a:pPr>
              <a:t>‹#›</a:t>
            </a:fld>
            <a:endParaRPr lang="en-US" dirty="0"/>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5" name="Slide Number Placeholder 5"/>
          <p:cNvSpPr>
            <a:spLocks noGrp="1"/>
          </p:cNvSpPr>
          <p:nvPr>
            <p:ph type="sldNum" sz="quarter" idx="12"/>
          </p:nvPr>
        </p:nvSpPr>
        <p:spPr/>
        <p:txBody>
          <a:bodyPr/>
          <a:lstStyle>
            <a:lvl1pPr>
              <a:defRPr/>
            </a:lvl1pPr>
          </a:lstStyle>
          <a:p>
            <a:pPr>
              <a:defRPr/>
            </a:pPr>
            <a:fld id="{2813C20E-77C3-42BB-8B96-3E9DB14CC8E2}" type="slidenum">
              <a:rPr lang="en-US"/>
              <a:pPr>
                <a:defRPr/>
              </a:pPr>
              <a:t>‹#›</a:t>
            </a:fld>
            <a:endParaRPr lang="en-US" dirty="0"/>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4" name="Slide Number Placeholder 5"/>
          <p:cNvSpPr>
            <a:spLocks noGrp="1"/>
          </p:cNvSpPr>
          <p:nvPr>
            <p:ph type="sldNum" sz="quarter" idx="12"/>
          </p:nvPr>
        </p:nvSpPr>
        <p:spPr/>
        <p:txBody>
          <a:bodyPr/>
          <a:lstStyle>
            <a:lvl1pPr>
              <a:defRPr/>
            </a:lvl1pPr>
          </a:lstStyle>
          <a:p>
            <a:pPr>
              <a:defRPr/>
            </a:pPr>
            <a:fld id="{9071683B-5E92-4771-98A4-0957D8237343}" type="slidenum">
              <a:rPr lang="en-US"/>
              <a:pPr>
                <a:defRPr/>
              </a:pPr>
              <a:t>‹#›</a:t>
            </a:fld>
            <a:endParaRPr lang="en-US" dirty="0"/>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29CB30CE-09E0-4522-9FE3-54AEF0A67231}" type="slidenum">
              <a:rPr lang="en-US"/>
              <a:pPr>
                <a:defRPr/>
              </a:pPr>
              <a:t>‹#›</a:t>
            </a:fld>
            <a:endParaRPr lang="en-US" dirty="0"/>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146B7DBD-949D-45B8-8796-536BE154992D}" type="slidenum">
              <a:rPr lang="en-US"/>
              <a:pPr>
                <a:defRPr/>
              </a:pPr>
              <a:t>‹#›</a:t>
            </a:fld>
            <a:endParaRPr lang="en-US" dirty="0"/>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C197BBBF-1601-4009-96D3-4561EAEC2E79}" type="slidenum">
              <a:rPr lang="en-US"/>
              <a:pPr>
                <a:defRPr/>
              </a:pPr>
              <a:t>‹#›</a:t>
            </a:fld>
            <a:endParaRPr lang="en-US" dirty="0"/>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9CC6067C-3E8E-4D66-B87E-345BD5EDB41D}" type="slidenum">
              <a:rPr lang="en-US"/>
              <a:pPr>
                <a:defRPr/>
              </a:pPr>
              <a:t>‹#›</a:t>
            </a:fld>
            <a:endParaRPr lang="en-US" dirty="0"/>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D980E7EE-7DFB-4E2D-887F-73054042FC34}" type="slidenum">
              <a:rPr lang="en-US"/>
              <a:pPr>
                <a:defRPr/>
              </a:pPr>
              <a:t>‹#›</a:t>
            </a:fld>
            <a:endParaRPr lang="en-US" dirty="0"/>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7909F0A8-4A37-48A0-A7E3-F35A1C6CC2A6}" type="slidenum">
              <a:rPr lang="en-US"/>
              <a:pPr>
                <a:defRPr/>
              </a:pPr>
              <a:t>‹#›</a:t>
            </a:fld>
            <a:endParaRPr lang="en-US" dirty="0"/>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2ECF357D-EBE8-4DD9-9020-D3B88CF4581A}" type="slidenum">
              <a:rPr lang="en-US"/>
              <a:pPr>
                <a:defRPr/>
              </a:pPr>
              <a:t>‹#›</a:t>
            </a:fld>
            <a:endParaRPr lang="en-US" dirty="0"/>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9EA918CB-DAA5-401A-BD2B-32F02A70CA6F}" type="slidenum">
              <a:rPr lang="en-US"/>
              <a:pPr>
                <a:defRPr/>
              </a:pPr>
              <a:t>‹#›</a:t>
            </a:fld>
            <a:endParaRPr lang="en-US" dirty="0"/>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9" name="Slide Number Placeholder 5"/>
          <p:cNvSpPr>
            <a:spLocks noGrp="1"/>
          </p:cNvSpPr>
          <p:nvPr>
            <p:ph type="sldNum" sz="quarter" idx="12"/>
          </p:nvPr>
        </p:nvSpPr>
        <p:spPr/>
        <p:txBody>
          <a:bodyPr/>
          <a:lstStyle>
            <a:lvl1pPr>
              <a:defRPr/>
            </a:lvl1pPr>
          </a:lstStyle>
          <a:p>
            <a:pPr>
              <a:defRPr/>
            </a:pPr>
            <a:fld id="{CBD3EBF7-57A8-4562-8074-05FC84579D8B}" type="slidenum">
              <a:rPr lang="en-US"/>
              <a:pPr>
                <a:defRPr/>
              </a:pPr>
              <a:t>‹#›</a:t>
            </a:fld>
            <a:endParaRPr lang="en-US" dirty="0"/>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5" name="Slide Number Placeholder 5"/>
          <p:cNvSpPr>
            <a:spLocks noGrp="1"/>
          </p:cNvSpPr>
          <p:nvPr>
            <p:ph type="sldNum" sz="quarter" idx="12"/>
          </p:nvPr>
        </p:nvSpPr>
        <p:spPr/>
        <p:txBody>
          <a:bodyPr/>
          <a:lstStyle>
            <a:lvl1pPr>
              <a:defRPr/>
            </a:lvl1pPr>
          </a:lstStyle>
          <a:p>
            <a:pPr>
              <a:defRPr/>
            </a:pPr>
            <a:fld id="{09C779B8-4BC7-45B8-B452-2235B56C088A}" type="slidenum">
              <a:rPr lang="en-US"/>
              <a:pPr>
                <a:defRPr/>
              </a:pPr>
              <a:t>‹#›</a:t>
            </a:fld>
            <a:endParaRPr lang="en-US" dirty="0"/>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4" name="Slide Number Placeholder 5"/>
          <p:cNvSpPr>
            <a:spLocks noGrp="1"/>
          </p:cNvSpPr>
          <p:nvPr>
            <p:ph type="sldNum" sz="quarter" idx="12"/>
          </p:nvPr>
        </p:nvSpPr>
        <p:spPr/>
        <p:txBody>
          <a:bodyPr/>
          <a:lstStyle>
            <a:lvl1pPr>
              <a:defRPr/>
            </a:lvl1pPr>
          </a:lstStyle>
          <a:p>
            <a:pPr>
              <a:defRPr/>
            </a:pPr>
            <a:fld id="{F65C23E7-6E4C-4407-9495-1076819F1D1F}" type="slidenum">
              <a:rPr lang="en-US"/>
              <a:pPr>
                <a:defRPr/>
              </a:pPr>
              <a:t>‹#›</a:t>
            </a:fld>
            <a:endParaRPr lang="en-US" dirty="0"/>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98D2AAE6-8C46-4635-ABBF-91AD9D45495B}" type="slidenum">
              <a:rPr lang="en-US"/>
              <a:pPr>
                <a:defRPr/>
              </a:pPr>
              <a:t>‹#›</a:t>
            </a:fld>
            <a:endParaRPr lang="en-US" dirty="0"/>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8C0A559A-75E4-4F76-8FE0-D09A740328B3}" type="slidenum">
              <a:rPr lang="en-US"/>
              <a:pPr>
                <a:defRPr/>
              </a:pPr>
              <a:t>‹#›</a:t>
            </a:fld>
            <a:endParaRPr lang="en-US" dirty="0"/>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05A363C8-DF8E-4EF2-86EC-2C924460BD27}" type="slidenum">
              <a:rPr lang="en-US"/>
              <a:pPr>
                <a:defRPr/>
              </a:pPr>
              <a:t>‹#›</a:t>
            </a:fld>
            <a:endParaRPr lang="en-US" dirty="0"/>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3E839710-E884-41E7-A772-E626858EC09C}" type="slidenum">
              <a:rPr lang="en-US"/>
              <a:pPr>
                <a:defRPr/>
              </a:pPr>
              <a:t>‹#›</a:t>
            </a:fld>
            <a:endParaRPr lang="en-US" dirty="0"/>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23CA463C-682A-462A-B338-61CEE47BDE81}" type="slidenum">
              <a:rPr lang="en-US"/>
              <a:pPr>
                <a:defRPr/>
              </a:pPr>
              <a:t>‹#›</a:t>
            </a:fld>
            <a:endParaRPr lang="en-US" dirty="0"/>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FE4336D9-F5AB-45BC-AA5B-6879DCBFA5A1}" type="slidenum">
              <a:rPr lang="en-US"/>
              <a:pPr>
                <a:defRPr/>
              </a:pPr>
              <a:t>‹#›</a:t>
            </a:fld>
            <a:endParaRPr lang="en-US" dirty="0"/>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03ACEDB9-BCD9-4AE9-917C-9CD97C27A496}" type="slidenum">
              <a:rPr lang="en-US"/>
              <a:pPr>
                <a:defRPr/>
              </a:pPr>
              <a:t>‹#›</a:t>
            </a:fld>
            <a:endParaRPr lang="en-US" dirty="0"/>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62801C6E-D96F-48FC-98C3-E1AC70052946}" type="slidenum">
              <a:rPr lang="en-US"/>
              <a:pPr>
                <a:defRPr/>
              </a:pPr>
              <a:t>‹#›</a:t>
            </a:fld>
            <a:endParaRPr lang="en-US" dirty="0"/>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9" name="Slide Number Placeholder 5"/>
          <p:cNvSpPr>
            <a:spLocks noGrp="1"/>
          </p:cNvSpPr>
          <p:nvPr>
            <p:ph type="sldNum" sz="quarter" idx="12"/>
          </p:nvPr>
        </p:nvSpPr>
        <p:spPr/>
        <p:txBody>
          <a:bodyPr/>
          <a:lstStyle>
            <a:lvl1pPr>
              <a:defRPr/>
            </a:lvl1pPr>
          </a:lstStyle>
          <a:p>
            <a:pPr>
              <a:defRPr/>
            </a:pPr>
            <a:fld id="{78C8041A-B71D-416F-AA72-F1D69EFCF308}" type="slidenum">
              <a:rPr lang="en-US"/>
              <a:pPr>
                <a:defRPr/>
              </a:pPr>
              <a:t>‹#›</a:t>
            </a:fld>
            <a:endParaRPr lang="en-US" dirty="0"/>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5" name="Slide Number Placeholder 5"/>
          <p:cNvSpPr>
            <a:spLocks noGrp="1"/>
          </p:cNvSpPr>
          <p:nvPr>
            <p:ph type="sldNum" sz="quarter" idx="12"/>
          </p:nvPr>
        </p:nvSpPr>
        <p:spPr/>
        <p:txBody>
          <a:bodyPr/>
          <a:lstStyle>
            <a:lvl1pPr>
              <a:defRPr/>
            </a:lvl1pPr>
          </a:lstStyle>
          <a:p>
            <a:pPr>
              <a:defRPr/>
            </a:pPr>
            <a:fld id="{1D7F9641-8088-4FBB-80E6-56D7C3839C33}" type="slidenum">
              <a:rPr lang="en-US"/>
              <a:pPr>
                <a:defRPr/>
              </a:pPr>
              <a:t>‹#›</a:t>
            </a:fld>
            <a:endParaRPr lang="en-US" dirty="0"/>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4" name="Slide Number Placeholder 5"/>
          <p:cNvSpPr>
            <a:spLocks noGrp="1"/>
          </p:cNvSpPr>
          <p:nvPr>
            <p:ph type="sldNum" sz="quarter" idx="12"/>
          </p:nvPr>
        </p:nvSpPr>
        <p:spPr/>
        <p:txBody>
          <a:bodyPr/>
          <a:lstStyle>
            <a:lvl1pPr>
              <a:defRPr/>
            </a:lvl1pPr>
          </a:lstStyle>
          <a:p>
            <a:pPr>
              <a:defRPr/>
            </a:pPr>
            <a:fld id="{A1884029-ABDC-4C75-804A-5D4AF2508C09}" type="slidenum">
              <a:rPr lang="en-US"/>
              <a:pPr>
                <a:defRPr/>
              </a:pPr>
              <a:t>‹#›</a:t>
            </a:fld>
            <a:endParaRPr lang="en-US" dirty="0"/>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7CAC5E94-978D-4F02-B8F2-97989D43BDD4}" type="slidenum">
              <a:rPr lang="en-US"/>
              <a:pPr>
                <a:defRPr/>
              </a:pPr>
              <a:t>‹#›</a:t>
            </a:fld>
            <a:endParaRPr lang="en-US" dirty="0"/>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7" name="Slide Number Placeholder 5"/>
          <p:cNvSpPr>
            <a:spLocks noGrp="1"/>
          </p:cNvSpPr>
          <p:nvPr>
            <p:ph type="sldNum" sz="quarter" idx="12"/>
          </p:nvPr>
        </p:nvSpPr>
        <p:spPr/>
        <p:txBody>
          <a:bodyPr/>
          <a:lstStyle>
            <a:lvl1pPr>
              <a:defRPr/>
            </a:lvl1pPr>
          </a:lstStyle>
          <a:p>
            <a:pPr>
              <a:defRPr/>
            </a:pPr>
            <a:fld id="{34A1150C-345F-499B-9970-5765A35EAC04}" type="slidenum">
              <a:rPr lang="en-US"/>
              <a:pPr>
                <a:defRPr/>
              </a:pPr>
              <a:t>‹#›</a:t>
            </a:fld>
            <a:endParaRPr lang="en-US" dirty="0"/>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0152FD9D-802D-42ED-90AE-87D1BDEF9C82}" type="slidenum">
              <a:rPr lang="en-US"/>
              <a:pPr>
                <a:defRPr/>
              </a:pPr>
              <a:t>‹#›</a:t>
            </a:fld>
            <a:endParaRPr lang="en-US" dirty="0"/>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12"/>
          </p:nvPr>
        </p:nvSpPr>
        <p:spPr/>
        <p:txBody>
          <a:bodyPr/>
          <a:lstStyle>
            <a:lvl1pPr>
              <a:defRPr/>
            </a:lvl1pPr>
          </a:lstStyle>
          <a:p>
            <a:pPr>
              <a:defRPr/>
            </a:pPr>
            <a:fld id="{6A02DE13-222E-4AE8-A1BB-1CAA55C28E67}" type="slidenum">
              <a:rPr lang="en-US"/>
              <a:pPr>
                <a:defRPr/>
              </a:pPr>
              <a:t>‹#›</a:t>
            </a:fld>
            <a:endParaRPr lang="en-US" dirty="0"/>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4AF466F-BDA4-4F18-9C7B-FF0A9A1B0E80}" type="datetime1">
              <a:rPr lang="en-US" smtClean="0"/>
              <a:pPr/>
              <a:t>3/14/20</a:t>
            </a:fld>
            <a:endParaRPr lang="en-US"/>
          </a:p>
        </p:txBody>
      </p:sp>
      <p:sp>
        <p:nvSpPr>
          <p:cNvPr id="8" name="Slide Number Placeholder 7"/>
          <p:cNvSpPr>
            <a:spLocks noGrp="1"/>
          </p:cNvSpPr>
          <p:nvPr>
            <p:ph type="sldNum" sz="quarter" idx="11"/>
          </p:nvPr>
        </p:nvSpPr>
        <p:spPr/>
        <p:txBody>
          <a:bodyPr/>
          <a:lstStyle/>
          <a:p>
            <a:pPr>
              <a:defRPr/>
            </a:pPr>
            <a:fld id="{4C467257-E832-4478-B490-5B033862A145}" type="slidenum">
              <a:rPr lang="en-US" smtClean="0"/>
              <a:pPr>
                <a:defRPr/>
              </a:pPr>
              <a:t>‹#›</a:t>
            </a:fld>
            <a:endParaRPr lang="en-US" dirty="0"/>
          </a:p>
        </p:txBody>
      </p:sp>
      <p:sp>
        <p:nvSpPr>
          <p:cNvPr id="9" name="Footer Placeholder 8"/>
          <p:cNvSpPr>
            <a:spLocks noGrp="1"/>
          </p:cNvSpPr>
          <p:nvPr>
            <p:ph type="ftr" sz="quarter" idx="12"/>
          </p:nvPr>
        </p:nvSpPr>
        <p:spPr/>
        <p:txBody>
          <a:bodyPr/>
          <a:lstStyle/>
          <a:p>
            <a:pPr>
              <a:defRPr/>
            </a:pPr>
            <a:r>
              <a:rPr lang="en-US" dirty="0"/>
              <a:t>Copyright © 2012 Pearson Education, Inc. Publishing as Prentice Hall</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762000" y="6324601"/>
            <a:ext cx="5562600" cy="381000"/>
          </a:xfrm>
        </p:spPr>
        <p:txBody>
          <a:bodyPr/>
          <a:lstStyle/>
          <a:p>
            <a:pPr>
              <a:defRPr/>
            </a:pPr>
            <a:r>
              <a:rPr lang="en-US" dirty="0"/>
              <a:t>Copyright © 2012 Pearson Education, Inc. Publishing as Prentice Hall</a:t>
            </a:r>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a:defRPr/>
            </a:pPr>
            <a:fld id="{11625734-4DC8-41BB-B315-E2E1BFA14A2D}" type="slidenum">
              <a:rPr lang="en-US" smtClean="0"/>
              <a:pPr>
                <a:defRPr/>
              </a:pPr>
              <a:t>‹#›</a:t>
            </a:fld>
            <a:endParaRPr lang="en-US" dirty="0"/>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762000" y="6400800"/>
            <a:ext cx="6046435" cy="244475"/>
          </a:xfrm>
        </p:spPr>
        <p:txBody>
          <a:bodyPr/>
          <a:lstStyle/>
          <a:p>
            <a:pPr>
              <a:defRPr/>
            </a:pPr>
            <a:r>
              <a:rPr lang="en-US" dirty="0"/>
              <a:t>Copyright © 2012 Pearson Education, Inc. Publishing as Prentice Hall</a:t>
            </a:r>
          </a:p>
        </p:txBody>
      </p:sp>
      <p:sp>
        <p:nvSpPr>
          <p:cNvPr id="7" name="Slide Number Placeholder 6"/>
          <p:cNvSpPr>
            <a:spLocks noGrp="1"/>
          </p:cNvSpPr>
          <p:nvPr>
            <p:ph type="sldNum" sz="quarter" idx="12"/>
          </p:nvPr>
        </p:nvSpPr>
        <p:spPr/>
        <p:txBody>
          <a:bodyPr/>
          <a:lstStyle/>
          <a:p>
            <a:pPr>
              <a:defRPr/>
            </a:pPr>
            <a:fld id="{ADECFD27-E205-4F2F-9A8F-1FE9A8E016E3}" type="slidenum">
              <a:rPr lang="en-US" smtClean="0"/>
              <a:pPr>
                <a:defRPr/>
              </a:pPr>
              <a:t>‹#›</a:t>
            </a:fld>
            <a:endParaRPr lang="en-US" dirty="0"/>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Footer Placeholder 7"/>
          <p:cNvSpPr>
            <a:spLocks noGrp="1"/>
          </p:cNvSpPr>
          <p:nvPr>
            <p:ph type="ftr" sz="quarter" idx="11"/>
          </p:nvPr>
        </p:nvSpPr>
        <p:spPr>
          <a:xfrm>
            <a:off x="762000" y="6324600"/>
            <a:ext cx="7265635" cy="365125"/>
          </a:xfrm>
        </p:spPr>
        <p:txBody>
          <a:bodyPr/>
          <a:lstStyle/>
          <a:p>
            <a:pPr>
              <a:defRPr/>
            </a:pPr>
            <a:r>
              <a:rPr lang="en-US" dirty="0"/>
              <a:t>Copyright © 2012 Pearson Education, Inc. Publishing as Prentice Hall</a:t>
            </a:r>
          </a:p>
        </p:txBody>
      </p:sp>
      <p:sp>
        <p:nvSpPr>
          <p:cNvPr id="9" name="Slide Number Placeholder 8"/>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hf hd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a:xfrm>
            <a:off x="762000" y="6324600"/>
            <a:ext cx="7010400" cy="396875"/>
          </a:xfrm>
        </p:spPr>
        <p:txBody>
          <a:bodyPr/>
          <a:lstStyle/>
          <a:p>
            <a:pPr>
              <a:defRPr/>
            </a:pPr>
            <a:r>
              <a:rPr lang="en-US" dirty="0"/>
              <a:t>Copyright © 2012 Pearson Education, Inc. Publishing as Prentice Hall</a:t>
            </a:r>
          </a:p>
        </p:txBody>
      </p:sp>
      <p:sp>
        <p:nvSpPr>
          <p:cNvPr id="5" name="Slide Number Placeholder 4"/>
          <p:cNvSpPr>
            <a:spLocks noGrp="1"/>
          </p:cNvSpPr>
          <p:nvPr>
            <p:ph type="sldNum" sz="quarter" idx="12"/>
          </p:nvPr>
        </p:nvSpPr>
        <p:spPr/>
        <p:txBody>
          <a:bodyPr/>
          <a:lstStyle/>
          <a:p>
            <a:pPr>
              <a:defRPr/>
            </a:pPr>
            <a:fld id="{C08AE460-6C33-432D-98AF-D0A31A72975B}" type="slidenum">
              <a:rPr lang="en-US" smtClean="0"/>
              <a:pPr>
                <a:defRPr/>
              </a:pPr>
              <a:t>‹#›</a:t>
            </a:fld>
            <a:endParaRPr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762000" y="6356350"/>
            <a:ext cx="7239000" cy="365125"/>
          </a:xfrm>
        </p:spPr>
        <p:txBody>
          <a:bodyPr/>
          <a:lstStyle/>
          <a:p>
            <a:pPr>
              <a:defRPr/>
            </a:pPr>
            <a:r>
              <a:rPr lang="en-US" dirty="0"/>
              <a:t>Copyright © 2012 Pearson Education, Inc. Publishing as Prentice Hall</a:t>
            </a:r>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hf hd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659165" y="6356350"/>
            <a:ext cx="7418035" cy="365125"/>
          </a:xfrm>
        </p:spPr>
        <p:txBody>
          <a:bodyPr/>
          <a:lstStyle/>
          <a:p>
            <a:pPr>
              <a:defRPr/>
            </a:pPr>
            <a:r>
              <a:rPr lang="en-US" dirty="0"/>
              <a:t>Copyright © 2012 Pearson Education, Inc. Publishing as Prentice Hall</a:t>
            </a:r>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hf hd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hf hd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5410200"/>
            <a:ext cx="7772400" cy="594360"/>
          </a:xfrm>
        </p:spPr>
        <p:txBody>
          <a:bodyPr anchor="b"/>
          <a:lstStyle>
            <a:lvl1pPr algn="ctr">
              <a:defRPr sz="2200" b="1"/>
            </a:lvl1pPr>
          </a:lstStyle>
          <a:p>
            <a:r>
              <a:rPr lang="en-US"/>
              <a:t>Click to edit Master title style</a:t>
            </a:r>
            <a:endParaRPr lang="en-US" dirty="0"/>
          </a:p>
        </p:txBody>
      </p:sp>
      <p:sp>
        <p:nvSpPr>
          <p:cNvPr id="6" name="Footer Placeholder 5"/>
          <p:cNvSpPr>
            <a:spLocks noGrp="1"/>
          </p:cNvSpPr>
          <p:nvPr>
            <p:ph type="ftr" sz="quarter" idx="11"/>
          </p:nvPr>
        </p:nvSpPr>
        <p:spPr>
          <a:xfrm>
            <a:off x="304800" y="6324600"/>
            <a:ext cx="7848600" cy="365760"/>
          </a:xfrm>
        </p:spPr>
        <p:txBody>
          <a:bodyPr/>
          <a:lstStyle/>
          <a:p>
            <a:pPr>
              <a:defRPr/>
            </a:pPr>
            <a:r>
              <a:rPr lang="en-US" dirty="0"/>
              <a:t>Copyright © 2012 Pearson Education, Inc. Publishing as Prentice Hall</a:t>
            </a:r>
          </a:p>
        </p:txBody>
      </p:sp>
      <p:sp>
        <p:nvSpPr>
          <p:cNvPr id="7" name="Slide Number Placeholder 6"/>
          <p:cNvSpPr>
            <a:spLocks noGrp="1"/>
          </p:cNvSpPr>
          <p:nvPr>
            <p:ph type="sldNum" sz="quarter" idx="12"/>
          </p:nvPr>
        </p:nvSpPr>
        <p:spPr/>
        <p:txBody>
          <a:bodyPr/>
          <a:lstStyle/>
          <a:p>
            <a:pPr>
              <a:defRPr/>
            </a:pPr>
            <a:fld id="{35184BC9-E88D-4E64-AE5A-8E8E8897FE73}" type="slidenum">
              <a:rPr lang="en-US" smtClean="0"/>
              <a:pPr>
                <a:defRPr/>
              </a:pPr>
              <a:t>‹#›</a:t>
            </a:fld>
            <a:endParaRPr lang="en-US" dirty="0"/>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Slide Number Placeholder 8"/>
          <p:cNvSpPr>
            <a:spLocks noGrp="1"/>
          </p:cNvSpPr>
          <p:nvPr>
            <p:ph type="sldNum" sz="quarter" idx="11"/>
          </p:nvPr>
        </p:nvSpPr>
        <p:spPr/>
        <p:txBody>
          <a:bodyPr/>
          <a:lstStyle/>
          <a:p>
            <a:pPr>
              <a:defRPr/>
            </a:pPr>
            <a:fld id="{0D3CC13B-E2EF-47BB-B3FF-09D7E675F32E}" type="slidenum">
              <a:rPr lang="en-US" smtClean="0"/>
              <a:pPr>
                <a:defRPr/>
              </a:pPr>
              <a:t>‹#›</a:t>
            </a:fld>
            <a:endParaRPr lang="en-US" dirty="0"/>
          </a:p>
        </p:txBody>
      </p:sp>
      <p:sp>
        <p:nvSpPr>
          <p:cNvPr id="10" name="Footer Placeholder 9"/>
          <p:cNvSpPr>
            <a:spLocks noGrp="1"/>
          </p:cNvSpPr>
          <p:nvPr>
            <p:ph type="ftr" sz="quarter" idx="12"/>
          </p:nvPr>
        </p:nvSpPr>
        <p:spPr>
          <a:xfrm>
            <a:off x="381000" y="6324600"/>
            <a:ext cx="7696200" cy="365760"/>
          </a:xfrm>
        </p:spPr>
        <p:txBody>
          <a:bodyPr/>
          <a:lstStyle/>
          <a:p>
            <a:pPr>
              <a:defRPr/>
            </a:pPr>
            <a:r>
              <a:rPr lang="en-US" dirty="0"/>
              <a:t>Copyright © 2012 Pearson Education, Inc. Publishing as Prentice Hall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4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BC2AE529-F438-4BCD-8C30-F4B4DA3443E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4" r:id="rId1"/>
    <p:sldLayoutId id="2147483763" r:id="rId2"/>
    <p:sldLayoutId id="2147483762" r:id="rId3"/>
    <p:sldLayoutId id="2147483761" r:id="rId4"/>
    <p:sldLayoutId id="2147483760" r:id="rId5"/>
    <p:sldLayoutId id="2147483759" r:id="rId6"/>
    <p:sldLayoutId id="2147483758" r:id="rId7"/>
    <p:sldLayoutId id="2147483757" r:id="rId8"/>
    <p:sldLayoutId id="2147483756" r:id="rId9"/>
    <p:sldLayoutId id="2147483755" r:id="rId10"/>
    <p:sldLayoutId id="2147483754"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53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253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0BDF16DF-55C7-405E-B630-101528E3D10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75" r:id="rId1"/>
    <p:sldLayoutId id="2147483774" r:id="rId2"/>
    <p:sldLayoutId id="2147483773" r:id="rId3"/>
    <p:sldLayoutId id="2147483772" r:id="rId4"/>
    <p:sldLayoutId id="2147483771" r:id="rId5"/>
    <p:sldLayoutId id="2147483770" r:id="rId6"/>
    <p:sldLayoutId id="2147483769" r:id="rId7"/>
    <p:sldLayoutId id="2147483768" r:id="rId8"/>
    <p:sldLayoutId id="2147483767" r:id="rId9"/>
    <p:sldLayoutId id="2147483766" r:id="rId10"/>
    <p:sldLayoutId id="2147483765"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8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48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D1E967-BE6C-4613-B5D5-7F48702C2FA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6" r:id="rId1"/>
    <p:sldLayoutId id="2147483785" r:id="rId2"/>
    <p:sldLayoutId id="2147483784" r:id="rId3"/>
    <p:sldLayoutId id="2147483783" r:id="rId4"/>
    <p:sldLayoutId id="2147483782" r:id="rId5"/>
    <p:sldLayoutId id="2147483781" r:id="rId6"/>
    <p:sldLayoutId id="2147483780" r:id="rId7"/>
    <p:sldLayoutId id="2147483779" r:id="rId8"/>
    <p:sldLayoutId id="2147483778" r:id="rId9"/>
    <p:sldLayoutId id="2147483777" r:id="rId10"/>
    <p:sldLayoutId id="2147483776"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710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710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6FC7868D-58DA-4536-B00F-2A3965CB12BA}"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97" r:id="rId1"/>
    <p:sldLayoutId id="2147483796" r:id="rId2"/>
    <p:sldLayoutId id="2147483795" r:id="rId3"/>
    <p:sldLayoutId id="2147483794" r:id="rId4"/>
    <p:sldLayoutId id="2147483793" r:id="rId5"/>
    <p:sldLayoutId id="2147483792" r:id="rId6"/>
    <p:sldLayoutId id="2147483791" r:id="rId7"/>
    <p:sldLayoutId id="2147483790" r:id="rId8"/>
    <p:sldLayoutId id="2147483789" r:id="rId9"/>
    <p:sldLayoutId id="2147483788" r:id="rId10"/>
    <p:sldLayoutId id="2147483787"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939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939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4CFC36D7-9866-447F-9534-382343A8BC55}"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8" r:id="rId1"/>
    <p:sldLayoutId id="2147483807" r:id="rId2"/>
    <p:sldLayoutId id="2147483806" r:id="rId3"/>
    <p:sldLayoutId id="2147483805" r:id="rId4"/>
    <p:sldLayoutId id="2147483804" r:id="rId5"/>
    <p:sldLayoutId id="2147483803" r:id="rId6"/>
    <p:sldLayoutId id="2147483802" r:id="rId7"/>
    <p:sldLayoutId id="2147483801" r:id="rId8"/>
    <p:sldLayoutId id="2147483800" r:id="rId9"/>
    <p:sldLayoutId id="2147483799" r:id="rId10"/>
    <p:sldLayoutId id="2147483798"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68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7168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6728FA-F189-4232-822B-572A04F1278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19" r:id="rId1"/>
    <p:sldLayoutId id="2147483818" r:id="rId2"/>
    <p:sldLayoutId id="2147483817" r:id="rId3"/>
    <p:sldLayoutId id="2147483816" r:id="rId4"/>
    <p:sldLayoutId id="2147483815" r:id="rId5"/>
    <p:sldLayoutId id="2147483814" r:id="rId6"/>
    <p:sldLayoutId id="2147483813" r:id="rId7"/>
    <p:sldLayoutId id="2147483812" r:id="rId8"/>
    <p:sldLayoutId id="2147483811" r:id="rId9"/>
    <p:sldLayoutId id="2147483810" r:id="rId10"/>
    <p:sldLayoutId id="2147483809"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397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8397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dirty="0"/>
              <a:t>Copyright © 2011 Pearson Education, Inc. Publishing as Prentice Hall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2098B8F3-AEA4-42AA-90E7-84C2CB2A4B3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9" r:id="rId2"/>
    <p:sldLayoutId id="2147483828" r:id="rId3"/>
    <p:sldLayoutId id="2147483827" r:id="rId4"/>
    <p:sldLayoutId id="2147483826" r:id="rId5"/>
    <p:sldLayoutId id="2147483825" r:id="rId6"/>
    <p:sldLayoutId id="2147483824" r:id="rId7"/>
    <p:sldLayoutId id="2147483823" r:id="rId8"/>
    <p:sldLayoutId id="2147483822" r:id="rId9"/>
    <p:sldLayoutId id="2147483821" r:id="rId10"/>
    <p:sldLayoutId id="2147483820"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endParaRPr lang="en-US" dirty="0"/>
          </a:p>
        </p:txBody>
      </p:sp>
      <p:sp>
        <p:nvSpPr>
          <p:cNvPr id="5" name="Footer Placeholder 4"/>
          <p:cNvSpPr>
            <a:spLocks noGrp="1"/>
          </p:cNvSpPr>
          <p:nvPr>
            <p:ph type="ftr" sz="quarter" idx="3"/>
          </p:nvPr>
        </p:nvSpPr>
        <p:spPr>
          <a:xfrm>
            <a:off x="762000" y="6324600"/>
            <a:ext cx="54864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a:defRPr/>
            </a:pPr>
            <a:r>
              <a:rPr lang="en-US" dirty="0"/>
              <a:t>Copyright © 2012 Pearson Education, Inc. Publishing as Prentice Hall</a:t>
            </a:r>
          </a:p>
        </p:txBody>
      </p:sp>
      <p:sp>
        <p:nvSpPr>
          <p:cNvPr id="6" name="Slide Number Placeholder 5"/>
          <p:cNvSpPr>
            <a:spLocks noGrp="1"/>
          </p:cNvSpPr>
          <p:nvPr>
            <p:ph type="sldNum" sz="quarter" idx="4"/>
          </p:nvPr>
        </p:nvSpPr>
        <p:spPr>
          <a:xfrm>
            <a:off x="8610600" y="6356350"/>
            <a:ext cx="494653"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BC2AE529-F438-4BCD-8C30-F4B4DA3443E6}" type="slidenum">
              <a:rPr lang="en-US" smtClean="0"/>
              <a:pPr>
                <a:defRPr/>
              </a:pPr>
              <a:t>‹#›</a:t>
            </a:fld>
            <a:endParaRPr 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42" r:id="rId12"/>
    <p:sldLayoutId id="2147483843" r:id="rId13"/>
  </p:sldLayoutIdLst>
  <p:hf hd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9.xml"/><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4.xml"/><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5.xml"/><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1.xml"/><Relationship Id="rId1" Type="http://schemas.openxmlformats.org/officeDocument/2006/relationships/slideLayout" Target="../slideLayouts/slideLayout79.xml"/></Relationships>
</file>

<file path=ppt/slides/_rels/slide3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2.xml"/><Relationship Id="rId1" Type="http://schemas.openxmlformats.org/officeDocument/2006/relationships/slideLayout" Target="../slideLayouts/slideLayout7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9.xml"/></Relationships>
</file>

<file path=ppt/slides/_rels/slide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9.xml"/><Relationship Id="rId1" Type="http://schemas.openxmlformats.org/officeDocument/2006/relationships/slideLayout" Target="../slideLayouts/slideLayout84.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762000" y="228600"/>
            <a:ext cx="7793037" cy="1462087"/>
          </a:xfrm>
        </p:spPr>
        <p:txBody>
          <a:bodyPr/>
          <a:lstStyle/>
          <a:p>
            <a:pPr algn="ctr"/>
            <a:r>
              <a:rPr lang="en-US" sz="4800" dirty="0"/>
              <a:t>Computers Are Your Future</a:t>
            </a:r>
            <a:br>
              <a:rPr lang="en-US" sz="4800" dirty="0"/>
            </a:br>
            <a:r>
              <a:rPr lang="en-US" sz="2800" dirty="0"/>
              <a:t>Twelfth Edition</a:t>
            </a:r>
          </a:p>
        </p:txBody>
      </p:sp>
      <p:sp>
        <p:nvSpPr>
          <p:cNvPr id="98306" name="Content Placeholder 2"/>
          <p:cNvSpPr>
            <a:spLocks noGrp="1"/>
          </p:cNvSpPr>
          <p:nvPr>
            <p:ph idx="1"/>
          </p:nvPr>
        </p:nvSpPr>
        <p:spPr>
          <a:xfrm>
            <a:off x="685800" y="1981200"/>
            <a:ext cx="7772400" cy="4114800"/>
          </a:xfrm>
        </p:spPr>
        <p:txBody>
          <a:bodyPr/>
          <a:lstStyle/>
          <a:p>
            <a:pPr algn="ctr">
              <a:buFont typeface="Wingdings" pitchFamily="2" charset="2"/>
              <a:buNone/>
            </a:pPr>
            <a:r>
              <a:rPr lang="en-US" dirty="0"/>
              <a:t>Chapter 13: Systems Analysis and Design</a:t>
            </a:r>
          </a:p>
          <a:p>
            <a:pPr>
              <a:buFont typeface="Wingdings" pitchFamily="2" charset="2"/>
              <a:buNone/>
            </a:pPr>
            <a:endParaRPr lang="en-US" dirty="0"/>
          </a:p>
          <a:p>
            <a:pPr>
              <a:buFont typeface="Wingdings" pitchFamily="2" charset="2"/>
              <a:buNone/>
            </a:pPr>
            <a:r>
              <a:rPr lang="en-US" dirty="0"/>
              <a:t> </a:t>
            </a:r>
          </a:p>
          <a:p>
            <a:pPr>
              <a:buFont typeface="Wingdings" pitchFamily="2" charset="2"/>
              <a:buNone/>
            </a:pPr>
            <a:endParaRPr lang="en-US" dirty="0"/>
          </a:p>
          <a:p>
            <a:pPr>
              <a:buFont typeface="Wingdings" pitchFamily="2" charset="2"/>
              <a:buNone/>
            </a:pPr>
            <a:endParaRPr lang="en-US" dirty="0"/>
          </a:p>
          <a:p>
            <a:pPr>
              <a:buFont typeface="Wingdings" pitchFamily="2" charset="2"/>
              <a:buNone/>
            </a:pPr>
            <a:endParaRPr lang="en-US" dirty="0"/>
          </a:p>
        </p:txBody>
      </p:sp>
      <p:sp>
        <p:nvSpPr>
          <p:cNvPr id="4" name="Footer Placeholder 3"/>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24200" y="2590801"/>
            <a:ext cx="3141289" cy="3657600"/>
          </a:xfrm>
          <a:prstGeom prst="rect">
            <a:avLst/>
          </a:prstGeom>
        </p:spPr>
      </p:pic>
      <p:sp>
        <p:nvSpPr>
          <p:cNvPr id="6" name="Slide Number Placeholder 4"/>
          <p:cNvSpPr>
            <a:spLocks noGrp="1"/>
          </p:cNvSpPr>
          <p:nvPr>
            <p:ph type="sldNum" sz="quarter" idx="12"/>
          </p:nvPr>
        </p:nvSpPr>
        <p:spPr>
          <a:xfrm>
            <a:off x="8595360" y="6324600"/>
            <a:ext cx="548640" cy="396240"/>
          </a:xfrm>
        </p:spPr>
        <p:txBody>
          <a:bodyPr/>
          <a:lstStyle/>
          <a:p>
            <a:pPr>
              <a:defRPr/>
            </a:pPr>
            <a:fld id="{1C0E1050-1ACA-4BE4-97C2-0DF2DFD38778}" type="slidenum">
              <a:rPr lang="en-US" smtClean="0"/>
              <a:pPr>
                <a:defRPr/>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p:cNvSpPr>
            <a:spLocks noGrp="1"/>
          </p:cNvSpPr>
          <p:nvPr>
            <p:ph type="title"/>
          </p:nvPr>
        </p:nvSpPr>
        <p:spPr>
          <a:xfrm>
            <a:off x="0" y="0"/>
            <a:ext cx="9144000" cy="1295400"/>
          </a:xfrm>
        </p:spPr>
        <p:txBody>
          <a:bodyPr/>
          <a:lstStyle/>
          <a:p>
            <a:pPr eaLnBrk="1" hangingPunct="1"/>
            <a:r>
              <a:rPr lang="en-US" dirty="0"/>
              <a:t>Systems Analysis and Design</a:t>
            </a:r>
          </a:p>
        </p:txBody>
      </p:sp>
      <p:sp>
        <p:nvSpPr>
          <p:cNvPr id="4" name="Footer Placeholder 3"/>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5" name="Slide Number Placeholder 4"/>
          <p:cNvSpPr>
            <a:spLocks noGrp="1"/>
          </p:cNvSpPr>
          <p:nvPr>
            <p:ph type="sldNum" sz="quarter" idx="12"/>
          </p:nvPr>
        </p:nvSpPr>
        <p:spPr>
          <a:xfrm>
            <a:off x="8595360" y="6324600"/>
            <a:ext cx="548640" cy="396240"/>
          </a:xfrm>
        </p:spPr>
        <p:txBody>
          <a:bodyPr/>
          <a:lstStyle/>
          <a:p>
            <a:pPr>
              <a:defRPr/>
            </a:pPr>
            <a:fld id="{1C0E1050-1ACA-4BE4-97C2-0DF2DFD38778}" type="slidenum">
              <a:rPr lang="en-US" smtClean="0"/>
              <a:pPr>
                <a:defRPr/>
              </a:pPr>
              <a:t>2</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1295400"/>
            <a:ext cx="6019800" cy="48471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pPr eaLnBrk="1" hangingPunct="1"/>
            <a:r>
              <a:rPr lang="en-US" dirty="0"/>
              <a:t>Objectives </a:t>
            </a:r>
          </a:p>
        </p:txBody>
      </p:sp>
      <p:sp>
        <p:nvSpPr>
          <p:cNvPr id="103426" name="Rectangle 3"/>
          <p:cNvSpPr>
            <a:spLocks noGrp="1" noChangeArrowheads="1"/>
          </p:cNvSpPr>
          <p:nvPr>
            <p:ph idx="1"/>
          </p:nvPr>
        </p:nvSpPr>
        <p:spPr>
          <a:xfrm>
            <a:off x="457200" y="1447800"/>
            <a:ext cx="8229600" cy="4678363"/>
          </a:xfrm>
        </p:spPr>
        <p:txBody>
          <a:bodyPr lIns="182562" tIns="46038" rIns="182562" bIns="46038">
            <a:normAutofit/>
          </a:bodyPr>
          <a:lstStyle/>
          <a:p>
            <a:r>
              <a:rPr lang="en-US" sz="3200" dirty="0">
                <a:solidFill>
                  <a:schemeClr val="tx1"/>
                </a:solidFill>
                <a:latin typeface="Tahoma" pitchFamily="34" charset="0"/>
                <a:ea typeface="Tahoma" pitchFamily="34" charset="0"/>
                <a:cs typeface="Tahoma" pitchFamily="34" charset="0"/>
              </a:rPr>
              <a:t>Define systems analysis.</a:t>
            </a:r>
          </a:p>
          <a:p>
            <a:r>
              <a:rPr lang="en-US" sz="3200" dirty="0">
                <a:solidFill>
                  <a:schemeClr val="tx1"/>
                </a:solidFill>
                <a:latin typeface="Tahoma" pitchFamily="34" charset="0"/>
                <a:ea typeface="Tahoma" pitchFamily="34" charset="0"/>
                <a:cs typeface="Tahoma" pitchFamily="34" charset="0"/>
              </a:rPr>
              <a:t>Explain the goals and activities of a systems analyst.</a:t>
            </a:r>
          </a:p>
          <a:p>
            <a:r>
              <a:rPr lang="en-US" sz="3200" dirty="0">
                <a:solidFill>
                  <a:schemeClr val="tx1"/>
                </a:solidFill>
                <a:latin typeface="Tahoma" pitchFamily="34" charset="0"/>
                <a:ea typeface="Tahoma" pitchFamily="34" charset="0"/>
                <a:cs typeface="Tahoma" pitchFamily="34" charset="0"/>
              </a:rPr>
              <a:t>Understand the concept of a system and its life cycle.</a:t>
            </a:r>
          </a:p>
          <a:p>
            <a:r>
              <a:rPr lang="en-US" sz="3200" dirty="0">
                <a:solidFill>
                  <a:schemeClr val="tx1"/>
                </a:solidFill>
                <a:latin typeface="Tahoma" pitchFamily="34" charset="0"/>
                <a:ea typeface="Tahoma" pitchFamily="34" charset="0"/>
                <a:cs typeface="Tahoma" pitchFamily="34" charset="0"/>
              </a:rPr>
              <a:t>Discuss why the systems development life cycle (SDLC) is so widely used.</a:t>
            </a:r>
          </a:p>
          <a:p>
            <a:r>
              <a:rPr lang="en-US" sz="3200" dirty="0">
                <a:solidFill>
                  <a:schemeClr val="tx1"/>
                </a:solidFill>
                <a:latin typeface="Tahoma" pitchFamily="34" charset="0"/>
                <a:ea typeface="Tahoma" pitchFamily="34" charset="0"/>
                <a:cs typeface="Tahoma" pitchFamily="34" charset="0"/>
              </a:rPr>
              <a:t>List the five phases of the SDLC.</a:t>
            </a:r>
          </a:p>
          <a:p>
            <a:pPr eaLnBrk="1" hangingPunct="1"/>
            <a:endParaRPr lang="en-US" dirty="0"/>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pPr eaLnBrk="1" hangingPunct="1"/>
            <a:r>
              <a:rPr lang="en-US" dirty="0"/>
              <a:t>Objectives </a:t>
            </a:r>
          </a:p>
        </p:txBody>
      </p:sp>
      <p:sp>
        <p:nvSpPr>
          <p:cNvPr id="103426" name="Rectangle 3"/>
          <p:cNvSpPr>
            <a:spLocks noGrp="1" noChangeArrowheads="1"/>
          </p:cNvSpPr>
          <p:nvPr>
            <p:ph idx="1"/>
          </p:nvPr>
        </p:nvSpPr>
        <p:spPr>
          <a:xfrm>
            <a:off x="457200" y="1524000"/>
            <a:ext cx="8229600" cy="4602163"/>
          </a:xfrm>
        </p:spPr>
        <p:txBody>
          <a:bodyPr lIns="182562" tIns="46038" rIns="182562" bIns="46038">
            <a:normAutofit fontScale="92500" lnSpcReduction="20000"/>
          </a:bodyPr>
          <a:lstStyle/>
          <a:p>
            <a:r>
              <a:rPr lang="en-US" sz="3500" dirty="0">
                <a:solidFill>
                  <a:schemeClr val="tx1"/>
                </a:solidFill>
                <a:latin typeface="Tahoma" pitchFamily="34" charset="0"/>
                <a:ea typeface="Tahoma" pitchFamily="34" charset="0"/>
                <a:cs typeface="Tahoma" pitchFamily="34" charset="0"/>
              </a:rPr>
              <a:t>Describe the classic mistakes of failed information systems development projects and how systems analysts can avoid them.</a:t>
            </a:r>
          </a:p>
          <a:p>
            <a:r>
              <a:rPr lang="en-US" sz="3500" dirty="0">
                <a:solidFill>
                  <a:schemeClr val="tx1"/>
                </a:solidFill>
                <a:latin typeface="Tahoma" pitchFamily="34" charset="0"/>
                <a:ea typeface="Tahoma" pitchFamily="34" charset="0"/>
                <a:cs typeface="Tahoma" pitchFamily="34" charset="0"/>
              </a:rPr>
              <a:t>Discuss the activities in each of the five phases of the SDLC.</a:t>
            </a:r>
          </a:p>
          <a:p>
            <a:r>
              <a:rPr lang="en-US" sz="3500" dirty="0">
                <a:solidFill>
                  <a:schemeClr val="tx1"/>
                </a:solidFill>
                <a:latin typeface="Tahoma" pitchFamily="34" charset="0"/>
                <a:ea typeface="Tahoma" pitchFamily="34" charset="0"/>
                <a:cs typeface="Tahoma" pitchFamily="34" charset="0"/>
              </a:rPr>
              <a:t>Name the deliverables of each of the five phases of the SDLC.</a:t>
            </a:r>
          </a:p>
          <a:p>
            <a:r>
              <a:rPr lang="en-US" sz="3500" dirty="0">
                <a:solidFill>
                  <a:schemeClr val="tx1"/>
                </a:solidFill>
                <a:latin typeface="Tahoma" pitchFamily="34" charset="0"/>
                <a:ea typeface="Tahoma" pitchFamily="34" charset="0"/>
                <a:cs typeface="Tahoma" pitchFamily="34" charset="0"/>
              </a:rPr>
              <a:t>Recognize the importance of security in each of the five phases of the SDLC.</a:t>
            </a:r>
          </a:p>
          <a:p>
            <a:pPr eaLnBrk="1" hangingPunct="1"/>
            <a:endParaRPr lang="en-US" dirty="0"/>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System Analysis: Communication Counts </a:t>
            </a:r>
          </a:p>
        </p:txBody>
      </p:sp>
      <p:sp>
        <p:nvSpPr>
          <p:cNvPr id="103426" name="Rectangle 3"/>
          <p:cNvSpPr>
            <a:spLocks noGrp="1" noChangeArrowheads="1"/>
          </p:cNvSpPr>
          <p:nvPr>
            <p:ph idx="1"/>
          </p:nvPr>
        </p:nvSpPr>
        <p:spPr>
          <a:xfrm>
            <a:off x="457200" y="1600200"/>
            <a:ext cx="8229600" cy="4525963"/>
          </a:xfrm>
        </p:spPr>
        <p:txBody>
          <a:bodyPr lIns="182562" tIns="46038" rIns="182562" bIns="46038"/>
          <a:lstStyle/>
          <a:p>
            <a:r>
              <a:rPr lang="en-US" sz="3600" b="1" dirty="0">
                <a:solidFill>
                  <a:schemeClr val="tx1"/>
                </a:solidFill>
                <a:latin typeface="Tahoma" pitchFamily="34" charset="0"/>
                <a:ea typeface="Tahoma" pitchFamily="34" charset="0"/>
                <a:cs typeface="Tahoma" pitchFamily="34" charset="0"/>
              </a:rPr>
              <a:t>Systems analysis</a:t>
            </a:r>
            <a:r>
              <a:rPr lang="en-US" sz="3600" dirty="0">
                <a:solidFill>
                  <a:schemeClr val="tx1"/>
                </a:solidFill>
                <a:latin typeface="Tahoma" pitchFamily="34" charset="0"/>
                <a:ea typeface="Tahoma" pitchFamily="34" charset="0"/>
                <a:cs typeface="Tahoma" pitchFamily="34" charset="0"/>
              </a:rPr>
              <a:t> </a:t>
            </a:r>
          </a:p>
          <a:p>
            <a:pPr lvl="1"/>
            <a:r>
              <a:rPr lang="en-US" sz="2400" dirty="0">
                <a:solidFill>
                  <a:schemeClr val="tx1"/>
                </a:solidFill>
                <a:latin typeface="Tahoma" pitchFamily="34" charset="0"/>
                <a:ea typeface="Tahoma" pitchFamily="34" charset="0"/>
                <a:cs typeface="Tahoma" pitchFamily="34" charset="0"/>
              </a:rPr>
              <a:t>Involves information systems planning, development, and implementation of artificial systems</a:t>
            </a:r>
          </a:p>
          <a:p>
            <a:pPr lvl="1"/>
            <a:r>
              <a:rPr lang="en-US" sz="2400" dirty="0">
                <a:solidFill>
                  <a:schemeClr val="tx1"/>
                </a:solidFill>
                <a:latin typeface="Tahoma" pitchFamily="34" charset="0"/>
                <a:ea typeface="Tahoma" pitchFamily="34" charset="0"/>
                <a:cs typeface="Tahoma" pitchFamily="34" charset="0"/>
              </a:rPr>
              <a:t>Communication key to the development of a system that is:</a:t>
            </a:r>
          </a:p>
          <a:p>
            <a:pPr lvl="2"/>
            <a:r>
              <a:rPr lang="en-US" sz="2400" dirty="0">
                <a:solidFill>
                  <a:schemeClr val="tx1"/>
                </a:solidFill>
                <a:latin typeface="Tahoma" pitchFamily="34" charset="0"/>
                <a:ea typeface="Tahoma" pitchFamily="34" charset="0"/>
                <a:cs typeface="Tahoma" pitchFamily="34" charset="0"/>
              </a:rPr>
              <a:t>Functional</a:t>
            </a:r>
          </a:p>
          <a:p>
            <a:pPr lvl="2"/>
            <a:r>
              <a:rPr lang="en-US" sz="2400" dirty="0">
                <a:solidFill>
                  <a:schemeClr val="tx1"/>
                </a:solidFill>
                <a:latin typeface="Tahoma" pitchFamily="34" charset="0"/>
                <a:ea typeface="Tahoma" pitchFamily="34" charset="0"/>
                <a:cs typeface="Tahoma" pitchFamily="34" charset="0"/>
              </a:rPr>
              <a:t>Meets the needs of the company</a:t>
            </a:r>
          </a:p>
          <a:p>
            <a:pPr lvl="2"/>
            <a:r>
              <a:rPr lang="en-US" sz="2400" dirty="0">
                <a:solidFill>
                  <a:schemeClr val="tx1"/>
                </a:solidFill>
                <a:latin typeface="Tahoma" pitchFamily="34" charset="0"/>
                <a:ea typeface="Tahoma" pitchFamily="34" charset="0"/>
                <a:cs typeface="Tahoma" pitchFamily="34" charset="0"/>
              </a:rPr>
              <a:t>Positively received by users</a:t>
            </a:r>
          </a:p>
          <a:p>
            <a:pPr lvl="1"/>
            <a:endParaRPr lang="en-US" dirty="0"/>
          </a:p>
          <a:p>
            <a:pPr eaLnBrk="1" hangingPunct="1"/>
            <a:endParaRPr lang="en-US" dirty="0"/>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Analysis: Communication Counts </a:t>
            </a:r>
          </a:p>
        </p:txBody>
      </p:sp>
      <p:sp>
        <p:nvSpPr>
          <p:cNvPr id="3" name="Content Placeholder 2"/>
          <p:cNvSpPr>
            <a:spLocks noGrp="1"/>
          </p:cNvSpPr>
          <p:nvPr>
            <p:ph idx="1"/>
          </p:nvPr>
        </p:nvSpPr>
        <p:spPr>
          <a:xfrm>
            <a:off x="533400" y="1676400"/>
            <a:ext cx="8229600" cy="4953000"/>
          </a:xfrm>
        </p:spPr>
        <p:txBody>
          <a:bodyPr>
            <a:normAutofit fontScale="85000" lnSpcReduction="20000"/>
          </a:bodyPr>
          <a:lstStyle/>
          <a:p>
            <a:r>
              <a:rPr lang="en-US" sz="3900" b="1" dirty="0">
                <a:solidFill>
                  <a:schemeClr val="tx1"/>
                </a:solidFill>
                <a:latin typeface="Tahoma" pitchFamily="34" charset="0"/>
                <a:ea typeface="Tahoma" pitchFamily="34" charset="0"/>
                <a:cs typeface="Tahoma" pitchFamily="34" charset="0"/>
              </a:rPr>
              <a:t>Human components</a:t>
            </a:r>
          </a:p>
          <a:p>
            <a:pPr lvl="1"/>
            <a:r>
              <a:rPr lang="en-US" sz="2600" b="1" dirty="0">
                <a:solidFill>
                  <a:schemeClr val="tx1"/>
                </a:solidFill>
                <a:latin typeface="Tahoma" pitchFamily="34" charset="0"/>
                <a:ea typeface="Tahoma" pitchFamily="34" charset="0"/>
                <a:cs typeface="Tahoma" pitchFamily="34" charset="0"/>
              </a:rPr>
              <a:t>Systems analysts</a:t>
            </a:r>
            <a:r>
              <a:rPr lang="en-US" sz="2600" dirty="0">
                <a:solidFill>
                  <a:schemeClr val="tx1"/>
                </a:solidFill>
                <a:latin typeface="Tahoma" pitchFamily="34" charset="0"/>
                <a:ea typeface="Tahoma" pitchFamily="34" charset="0"/>
                <a:cs typeface="Tahoma" pitchFamily="34" charset="0"/>
              </a:rPr>
              <a:t> </a:t>
            </a:r>
          </a:p>
          <a:p>
            <a:pPr lvl="2"/>
            <a:r>
              <a:rPr lang="en-US" sz="2600" dirty="0">
                <a:solidFill>
                  <a:schemeClr val="tx1"/>
                </a:solidFill>
                <a:latin typeface="Tahoma" pitchFamily="34" charset="0"/>
                <a:ea typeface="Tahoma" pitchFamily="34" charset="0"/>
                <a:cs typeface="Tahoma" pitchFamily="34" charset="0"/>
              </a:rPr>
              <a:t>Determine information system requirements</a:t>
            </a:r>
          </a:p>
          <a:p>
            <a:pPr lvl="2"/>
            <a:r>
              <a:rPr lang="en-US" sz="2600" dirty="0">
                <a:solidFill>
                  <a:schemeClr val="tx1"/>
                </a:solidFill>
                <a:latin typeface="Tahoma" pitchFamily="34" charset="0"/>
                <a:ea typeface="Tahoma" pitchFamily="34" charset="0"/>
                <a:cs typeface="Tahoma" pitchFamily="34" charset="0"/>
              </a:rPr>
              <a:t>Work with users and management</a:t>
            </a:r>
          </a:p>
          <a:p>
            <a:pPr lvl="2"/>
            <a:r>
              <a:rPr lang="en-US" sz="2600" dirty="0">
                <a:solidFill>
                  <a:schemeClr val="tx1"/>
                </a:solidFill>
                <a:latin typeface="Tahoma" pitchFamily="34" charset="0"/>
                <a:ea typeface="Tahoma" pitchFamily="34" charset="0"/>
                <a:cs typeface="Tahoma" pitchFamily="34" charset="0"/>
              </a:rPr>
              <a:t>Have good listening and communication skills</a:t>
            </a:r>
          </a:p>
          <a:p>
            <a:pPr lvl="1"/>
            <a:r>
              <a:rPr lang="en-US" sz="2600" b="1" dirty="0">
                <a:solidFill>
                  <a:schemeClr val="tx1"/>
                </a:solidFill>
                <a:latin typeface="Tahoma" pitchFamily="34" charset="0"/>
                <a:ea typeface="Tahoma" pitchFamily="34" charset="0"/>
                <a:cs typeface="Tahoma" pitchFamily="34" charset="0"/>
              </a:rPr>
              <a:t>Information technology steering committee</a:t>
            </a:r>
          </a:p>
          <a:p>
            <a:pPr lvl="2"/>
            <a:r>
              <a:rPr lang="en-US" sz="2600" dirty="0">
                <a:solidFill>
                  <a:schemeClr val="tx1"/>
                </a:solidFill>
                <a:latin typeface="Tahoma" pitchFamily="34" charset="0"/>
                <a:ea typeface="Tahoma" pitchFamily="34" charset="0"/>
                <a:cs typeface="Tahoma" pitchFamily="34" charset="0"/>
              </a:rPr>
              <a:t>Includes representatives from senior management, information systems, and middle management</a:t>
            </a:r>
          </a:p>
          <a:p>
            <a:pPr lvl="2"/>
            <a:r>
              <a:rPr lang="en-US" sz="2600" dirty="0">
                <a:solidFill>
                  <a:schemeClr val="tx1"/>
                </a:solidFill>
                <a:latin typeface="Tahoma" pitchFamily="34" charset="0"/>
                <a:ea typeface="Tahoma" pitchFamily="34" charset="0"/>
                <a:cs typeface="Tahoma" pitchFamily="34" charset="0"/>
              </a:rPr>
              <a:t>Provides guidance on key issues </a:t>
            </a:r>
          </a:p>
          <a:p>
            <a:pPr lvl="1"/>
            <a:r>
              <a:rPr lang="en-US" sz="2600" b="1" dirty="0">
                <a:solidFill>
                  <a:schemeClr val="tx1"/>
                </a:solidFill>
                <a:latin typeface="Tahoma" pitchFamily="34" charset="0"/>
                <a:ea typeface="Tahoma" pitchFamily="34" charset="0"/>
                <a:cs typeface="Tahoma" pitchFamily="34" charset="0"/>
              </a:rPr>
              <a:t>Project team</a:t>
            </a:r>
          </a:p>
          <a:p>
            <a:pPr lvl="2"/>
            <a:r>
              <a:rPr lang="en-US" sz="2600" dirty="0">
                <a:solidFill>
                  <a:schemeClr val="tx1"/>
                </a:solidFill>
                <a:latin typeface="Tahoma" pitchFamily="34" charset="0"/>
                <a:ea typeface="Tahoma" pitchFamily="34" charset="0"/>
                <a:cs typeface="Tahoma" pitchFamily="34" charset="0"/>
              </a:rPr>
              <a:t>Acts as liaison between systems analysts and others</a:t>
            </a:r>
          </a:p>
          <a:p>
            <a:pPr lvl="1"/>
            <a:r>
              <a:rPr lang="en-US" sz="2600" b="1" dirty="0">
                <a:solidFill>
                  <a:schemeClr val="tx1"/>
                </a:solidFill>
                <a:latin typeface="Tahoma" pitchFamily="34" charset="0"/>
                <a:ea typeface="Tahoma" pitchFamily="34" charset="0"/>
                <a:cs typeface="Tahoma" pitchFamily="34" charset="0"/>
              </a:rPr>
              <a:t>Project manager</a:t>
            </a:r>
          </a:p>
          <a:p>
            <a:pPr lvl="2"/>
            <a:r>
              <a:rPr lang="en-US" sz="2600" dirty="0">
                <a:solidFill>
                  <a:schemeClr val="tx1"/>
                </a:solidFill>
                <a:latin typeface="Tahoma" pitchFamily="34" charset="0"/>
                <a:ea typeface="Tahoma" pitchFamily="34" charset="0"/>
                <a:cs typeface="Tahoma" pitchFamily="34" charset="0"/>
              </a:rPr>
              <a:t>Manages project according to plan</a:t>
            </a:r>
          </a:p>
          <a:p>
            <a:pPr lvl="2"/>
            <a:r>
              <a:rPr lang="en-US" sz="2600" dirty="0">
                <a:solidFill>
                  <a:schemeClr val="tx1"/>
                </a:solidFill>
                <a:latin typeface="Tahoma" pitchFamily="34" charset="0"/>
                <a:ea typeface="Tahoma" pitchFamily="34" charset="0"/>
                <a:cs typeface="Tahoma" pitchFamily="34" charset="0"/>
              </a:rPr>
              <a:t>Communicates to management strategies</a:t>
            </a:r>
            <a:endParaRPr lang="en-US" dirty="0"/>
          </a:p>
          <a:p>
            <a:pPr lvl="1"/>
            <a:endParaRPr lang="en-US" dirty="0"/>
          </a:p>
        </p:txBody>
      </p:sp>
      <p:sp>
        <p:nvSpPr>
          <p:cNvPr id="4" name="Footer Placeholder 3"/>
          <p:cNvSpPr>
            <a:spLocks noGrp="1"/>
          </p:cNvSpPr>
          <p:nvPr>
            <p:ph type="ftr" sz="quarter" idx="11"/>
          </p:nvPr>
        </p:nvSpPr>
        <p:spPr/>
        <p:txBody>
          <a:bodyPr/>
          <a:lstStyle/>
          <a:p>
            <a:pPr>
              <a:defRPr/>
            </a:pPr>
            <a:r>
              <a:rPr lang="en-US" dirty="0"/>
              <a:t>Copyright © 2012 Pearson Education, Inc. Publishing as Prentice Hall</a:t>
            </a:r>
          </a:p>
        </p:txBody>
      </p:sp>
      <p:sp>
        <p:nvSpPr>
          <p:cNvPr id="5" name="Slide Number Placeholder 4"/>
          <p:cNvSpPr>
            <a:spLocks noGrp="1"/>
          </p:cNvSpPr>
          <p:nvPr>
            <p:ph type="sldNum" sz="quarter" idx="12"/>
          </p:nvPr>
        </p:nvSpPr>
        <p:spPr/>
        <p:txBody>
          <a:bodyPr/>
          <a:lstStyle/>
          <a:p>
            <a:fld id="{D5BBC35B-A44B-4119-B8DA-DE9E3DFADA20}" type="slidenum">
              <a:rPr kumimoji="0" lang="en-US" smtClean="0"/>
              <a:pPr/>
              <a:t>6</a:t>
            </a:fld>
            <a:endParaRPr kumimoji="0"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System Analysis: Communication Counts </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7</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752600"/>
            <a:ext cx="7315200" cy="40365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24666" cy="1676400"/>
          </a:xfrm>
        </p:spPr>
        <p:txBody>
          <a:bodyPr lIns="92075" tIns="46038" rIns="92075" bIns="46038" anchor="ctr"/>
          <a:lstStyle/>
          <a:p>
            <a:r>
              <a:rPr lang="en-US" sz="4800" dirty="0"/>
              <a:t>The Systems Development </a:t>
            </a:r>
            <a:br>
              <a:rPr lang="en-US" sz="4800" dirty="0"/>
            </a:br>
            <a:r>
              <a:rPr lang="en-US" sz="4800" dirty="0"/>
              <a:t>Life Cycle</a:t>
            </a:r>
          </a:p>
        </p:txBody>
      </p:sp>
      <p:sp>
        <p:nvSpPr>
          <p:cNvPr id="103426" name="Rectangle 3"/>
          <p:cNvSpPr>
            <a:spLocks noGrp="1" noChangeArrowheads="1"/>
          </p:cNvSpPr>
          <p:nvPr>
            <p:ph idx="1"/>
          </p:nvPr>
        </p:nvSpPr>
        <p:spPr>
          <a:xfrm>
            <a:off x="457200" y="1676400"/>
            <a:ext cx="8686800" cy="4724400"/>
          </a:xfrm>
        </p:spPr>
        <p:txBody>
          <a:bodyPr lIns="182562" tIns="46038" rIns="182562" bIns="46038">
            <a:normAutofit fontScale="70000" lnSpcReduction="20000"/>
          </a:bodyPr>
          <a:lstStyle/>
          <a:p>
            <a:r>
              <a:rPr lang="en-US" sz="4600" b="1" dirty="0" err="1">
                <a:solidFill>
                  <a:schemeClr val="tx1"/>
                </a:solidFill>
                <a:latin typeface="Tahoma" pitchFamily="34" charset="0"/>
                <a:ea typeface="Tahoma" pitchFamily="34" charset="0"/>
                <a:cs typeface="Tahoma" pitchFamily="34" charset="0"/>
              </a:rPr>
              <a:t>SDLC</a:t>
            </a:r>
            <a:r>
              <a:rPr lang="en-US" sz="4600" b="1" dirty="0">
                <a:solidFill>
                  <a:schemeClr val="tx1"/>
                </a:solidFill>
                <a:latin typeface="Tahoma" pitchFamily="34" charset="0"/>
                <a:ea typeface="Tahoma" pitchFamily="34" charset="0"/>
                <a:cs typeface="Tahoma" pitchFamily="34" charset="0"/>
              </a:rPr>
              <a:t> (Systems development life cycle)</a:t>
            </a:r>
          </a:p>
          <a:p>
            <a:pPr lvl="1"/>
            <a:r>
              <a:rPr lang="en-US" sz="3100" dirty="0">
                <a:solidFill>
                  <a:schemeClr val="tx1"/>
                </a:solidFill>
                <a:latin typeface="Tahoma" pitchFamily="34" charset="0"/>
                <a:ea typeface="Tahoma" pitchFamily="34" charset="0"/>
                <a:cs typeface="Tahoma" pitchFamily="34" charset="0"/>
              </a:rPr>
              <a:t>Provides structure for system development</a:t>
            </a:r>
          </a:p>
          <a:p>
            <a:pPr lvl="2"/>
            <a:r>
              <a:rPr lang="en-US" sz="3100" b="1" dirty="0">
                <a:solidFill>
                  <a:schemeClr val="tx1"/>
                </a:solidFill>
                <a:latin typeface="Tahoma" pitchFamily="34" charset="0"/>
                <a:ea typeface="Tahoma" pitchFamily="34" charset="0"/>
                <a:cs typeface="Tahoma" pitchFamily="34" charset="0"/>
              </a:rPr>
              <a:t>System</a:t>
            </a:r>
          </a:p>
          <a:p>
            <a:pPr lvl="3"/>
            <a:r>
              <a:rPr lang="en-US" sz="2600" dirty="0">
                <a:solidFill>
                  <a:schemeClr val="tx1"/>
                </a:solidFill>
                <a:latin typeface="Tahoma" pitchFamily="34" charset="0"/>
                <a:ea typeface="Tahoma" pitchFamily="34" charset="0"/>
                <a:cs typeface="Tahoma" pitchFamily="34" charset="0"/>
              </a:rPr>
              <a:t>Collection of components organized to accomplish a goal</a:t>
            </a:r>
          </a:p>
          <a:p>
            <a:pPr lvl="2"/>
            <a:r>
              <a:rPr lang="en-US" sz="3100" b="1" dirty="0">
                <a:solidFill>
                  <a:schemeClr val="tx1"/>
                </a:solidFill>
                <a:latin typeface="Tahoma" pitchFamily="34" charset="0"/>
                <a:ea typeface="Tahoma" pitchFamily="34" charset="0"/>
                <a:cs typeface="Tahoma" pitchFamily="34" charset="0"/>
              </a:rPr>
              <a:t>Artificial systems</a:t>
            </a:r>
          </a:p>
          <a:p>
            <a:pPr lvl="3"/>
            <a:r>
              <a:rPr lang="en-US" sz="2600" dirty="0">
                <a:solidFill>
                  <a:schemeClr val="tx1"/>
                </a:solidFill>
                <a:latin typeface="Tahoma" pitchFamily="34" charset="0"/>
                <a:ea typeface="Tahoma" pitchFamily="34" charset="0"/>
                <a:cs typeface="Tahoma" pitchFamily="34" charset="0"/>
              </a:rPr>
              <a:t> Deliberately constructed by the people to serve some purpose</a:t>
            </a:r>
          </a:p>
          <a:p>
            <a:pPr lvl="2"/>
            <a:r>
              <a:rPr lang="en-US" sz="3100" b="1" dirty="0">
                <a:solidFill>
                  <a:schemeClr val="tx1"/>
                </a:solidFill>
                <a:latin typeface="Tahoma" pitchFamily="34" charset="0"/>
                <a:ea typeface="Tahoma" pitchFamily="34" charset="0"/>
                <a:cs typeface="Tahoma" pitchFamily="34" charset="0"/>
              </a:rPr>
              <a:t>Life cycle</a:t>
            </a:r>
          </a:p>
          <a:p>
            <a:pPr lvl="3"/>
            <a:r>
              <a:rPr lang="en-US" sz="2600" dirty="0">
                <a:solidFill>
                  <a:schemeClr val="tx1"/>
                </a:solidFill>
                <a:latin typeface="Tahoma" pitchFamily="34" charset="0"/>
                <a:ea typeface="Tahoma" pitchFamily="34" charset="0"/>
                <a:cs typeface="Tahoma" pitchFamily="34" charset="0"/>
              </a:rPr>
              <a:t>Systems are born, live, and become obsolete </a:t>
            </a:r>
          </a:p>
          <a:p>
            <a:pPr lvl="1"/>
            <a:r>
              <a:rPr lang="en-US" sz="3100" dirty="0">
                <a:solidFill>
                  <a:schemeClr val="tx1"/>
                </a:solidFill>
                <a:latin typeface="Tahoma" pitchFamily="34" charset="0"/>
                <a:ea typeface="Tahoma" pitchFamily="34" charset="0"/>
                <a:cs typeface="Tahoma" pitchFamily="34" charset="0"/>
              </a:rPr>
              <a:t>Seeks to improve system quality</a:t>
            </a:r>
          </a:p>
          <a:p>
            <a:pPr lvl="1"/>
            <a:r>
              <a:rPr lang="en-US" sz="3100" dirty="0">
                <a:solidFill>
                  <a:schemeClr val="tx1"/>
                </a:solidFill>
                <a:latin typeface="Tahoma" pitchFamily="34" charset="0"/>
                <a:ea typeface="Tahoma" pitchFamily="34" charset="0"/>
                <a:cs typeface="Tahoma" pitchFamily="34" charset="0"/>
              </a:rPr>
              <a:t>Consists of five phases</a:t>
            </a:r>
          </a:p>
          <a:p>
            <a:pPr lvl="2"/>
            <a:r>
              <a:rPr lang="en-US" sz="3100" dirty="0">
                <a:solidFill>
                  <a:schemeClr val="tx1"/>
                </a:solidFill>
                <a:latin typeface="Tahoma" pitchFamily="34" charset="0"/>
                <a:ea typeface="Tahoma" pitchFamily="34" charset="0"/>
                <a:cs typeface="Tahoma" pitchFamily="34" charset="0"/>
              </a:rPr>
              <a:t>Planning, analysis, design, implementation, maintenance</a:t>
            </a:r>
          </a:p>
          <a:p>
            <a:pPr eaLnBrk="1" hangingPunct="1"/>
            <a:endParaRPr lang="en-US" dirty="0"/>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76400"/>
          </a:xfrm>
        </p:spPr>
        <p:txBody>
          <a:bodyPr lIns="92075" tIns="46038" rIns="92075" bIns="46038" anchor="ctr"/>
          <a:lstStyle/>
          <a:p>
            <a:r>
              <a:rPr lang="en-US" sz="4800" dirty="0"/>
              <a:t>The Systems Development </a:t>
            </a:r>
            <a:br>
              <a:rPr lang="en-US" sz="4800" dirty="0"/>
            </a:br>
            <a:r>
              <a:rPr lang="en-US" sz="4800" dirty="0"/>
              <a:t>Life Cycle</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9</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1524000"/>
            <a:ext cx="5791200" cy="457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76400"/>
          </a:xfrm>
        </p:spPr>
        <p:txBody>
          <a:bodyPr lIns="92075" tIns="46038" rIns="92075" bIns="46038" anchor="ctr"/>
          <a:lstStyle/>
          <a:p>
            <a:r>
              <a:rPr lang="en-US" sz="4800" dirty="0"/>
              <a:t>The Systems Development </a:t>
            </a:r>
            <a:br>
              <a:rPr lang="en-US" sz="4800" dirty="0"/>
            </a:br>
            <a:r>
              <a:rPr lang="en-US" sz="4800" dirty="0"/>
              <a:t>Life Cycle</a:t>
            </a:r>
          </a:p>
        </p:txBody>
      </p:sp>
      <p:sp>
        <p:nvSpPr>
          <p:cNvPr id="103426" name="Rectangle 3"/>
          <p:cNvSpPr>
            <a:spLocks noGrp="1" noChangeArrowheads="1"/>
          </p:cNvSpPr>
          <p:nvPr>
            <p:ph idx="1"/>
          </p:nvPr>
        </p:nvSpPr>
        <p:spPr>
          <a:xfrm>
            <a:off x="457200" y="1600200"/>
            <a:ext cx="8458200" cy="4297363"/>
          </a:xfrm>
        </p:spPr>
        <p:txBody>
          <a:bodyPr lIns="182562" tIns="46038" rIns="182562" bIns="46038">
            <a:normAutofit/>
          </a:bodyPr>
          <a:lstStyle/>
          <a:p>
            <a:r>
              <a:rPr lang="en-US" sz="3600" b="1" dirty="0" err="1">
                <a:solidFill>
                  <a:schemeClr val="tx1"/>
                </a:solidFill>
                <a:latin typeface="Tahoma" pitchFamily="34" charset="0"/>
                <a:ea typeface="Tahoma" pitchFamily="34" charset="0"/>
                <a:cs typeface="Tahoma" pitchFamily="34" charset="0"/>
              </a:rPr>
              <a:t>SDLC</a:t>
            </a:r>
            <a:r>
              <a:rPr lang="en-US" sz="3600" b="1" dirty="0">
                <a:solidFill>
                  <a:schemeClr val="tx1"/>
                </a:solidFill>
                <a:latin typeface="Tahoma" pitchFamily="34" charset="0"/>
                <a:ea typeface="Tahoma" pitchFamily="34" charset="0"/>
                <a:cs typeface="Tahoma" pitchFamily="34" charset="0"/>
              </a:rPr>
              <a:t> philosophy</a:t>
            </a:r>
          </a:p>
          <a:p>
            <a:pPr lvl="1"/>
            <a:r>
              <a:rPr lang="en-US" sz="2400" dirty="0">
                <a:solidFill>
                  <a:schemeClr val="tx1"/>
                </a:solidFill>
                <a:latin typeface="Tahoma" pitchFamily="34" charset="0"/>
                <a:ea typeface="Tahoma" pitchFamily="34" charset="0"/>
                <a:cs typeface="Tahoma" pitchFamily="34" charset="0"/>
              </a:rPr>
              <a:t>Don’t proceed to the next phase before the current one works properly.</a:t>
            </a:r>
          </a:p>
          <a:p>
            <a:pPr lvl="1"/>
            <a:r>
              <a:rPr lang="en-US" sz="2400" dirty="0">
                <a:solidFill>
                  <a:schemeClr val="tx1"/>
                </a:solidFill>
                <a:latin typeface="Tahoma" pitchFamily="34" charset="0"/>
                <a:ea typeface="Tahoma" pitchFamily="34" charset="0"/>
                <a:cs typeface="Tahoma" pitchFamily="34" charset="0"/>
              </a:rPr>
              <a:t>Each phase must provide a </a:t>
            </a:r>
            <a:r>
              <a:rPr lang="en-US" sz="2400" b="1" dirty="0">
                <a:solidFill>
                  <a:schemeClr val="tx1"/>
                </a:solidFill>
                <a:latin typeface="Tahoma" pitchFamily="34" charset="0"/>
                <a:ea typeface="Tahoma" pitchFamily="34" charset="0"/>
                <a:cs typeface="Tahoma" pitchFamily="34" charset="0"/>
              </a:rPr>
              <a:t>deliverable </a:t>
            </a:r>
            <a:r>
              <a:rPr lang="en-US" sz="2400" dirty="0">
                <a:solidFill>
                  <a:schemeClr val="tx1"/>
                </a:solidFill>
                <a:latin typeface="Tahoma" pitchFamily="34" charset="0"/>
                <a:ea typeface="Tahoma" pitchFamily="34" charset="0"/>
                <a:cs typeface="Tahoma" pitchFamily="34" charset="0"/>
              </a:rPr>
              <a:t>or outcome that often serves as the input for the next phase.</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76400"/>
          </a:xfrm>
        </p:spPr>
        <p:txBody>
          <a:bodyPr lIns="92075" tIns="46038" rIns="92075" bIns="46038" anchor="ctr"/>
          <a:lstStyle/>
          <a:p>
            <a:r>
              <a:rPr lang="en-US" sz="4800" dirty="0"/>
              <a:t>The Systems Development </a:t>
            </a:r>
            <a:br>
              <a:rPr lang="en-US" sz="4800" dirty="0"/>
            </a:br>
            <a:r>
              <a:rPr lang="en-US" sz="4800" dirty="0"/>
              <a:t>Life Cycle</a:t>
            </a:r>
          </a:p>
        </p:txBody>
      </p:sp>
      <p:sp>
        <p:nvSpPr>
          <p:cNvPr id="103426" name="Rectangle 3"/>
          <p:cNvSpPr>
            <a:spLocks noGrp="1" noChangeArrowheads="1"/>
          </p:cNvSpPr>
          <p:nvPr>
            <p:ph idx="1"/>
          </p:nvPr>
        </p:nvSpPr>
        <p:spPr>
          <a:xfrm>
            <a:off x="457200" y="1524000"/>
            <a:ext cx="8229600" cy="4602163"/>
          </a:xfrm>
        </p:spPr>
        <p:txBody>
          <a:bodyPr lIns="182562" tIns="46038" rIns="182562" bIns="46038">
            <a:normAutofit/>
          </a:bodyPr>
          <a:lstStyle/>
          <a:p>
            <a:pPr>
              <a:spcBef>
                <a:spcPct val="0"/>
              </a:spcBef>
            </a:pPr>
            <a:r>
              <a:rPr lang="en-US" sz="3600" b="1" dirty="0">
                <a:solidFill>
                  <a:schemeClr val="tx1"/>
                </a:solidFill>
                <a:latin typeface="Tahoma" pitchFamily="34" charset="0"/>
                <a:ea typeface="Tahoma" pitchFamily="34" charset="0"/>
                <a:cs typeface="Tahoma" pitchFamily="34" charset="0"/>
              </a:rPr>
              <a:t>Avoid mistakes</a:t>
            </a:r>
            <a:r>
              <a:rPr lang="en-US" sz="4400" dirty="0">
                <a:solidFill>
                  <a:schemeClr val="tx1"/>
                </a:solidFill>
                <a:latin typeface="Tahoma" pitchFamily="34" charset="0"/>
                <a:ea typeface="Tahoma" pitchFamily="34" charset="0"/>
                <a:cs typeface="Tahoma" pitchFamily="34" charset="0"/>
              </a:rPr>
              <a:t>	</a:t>
            </a:r>
          </a:p>
          <a:p>
            <a:pPr lvl="1">
              <a:spcBef>
                <a:spcPct val="0"/>
              </a:spcBef>
            </a:pPr>
            <a:r>
              <a:rPr lang="en-US" sz="2400" dirty="0">
                <a:solidFill>
                  <a:schemeClr val="tx1"/>
                </a:solidFill>
                <a:latin typeface="Tahoma" pitchFamily="34" charset="0"/>
                <a:ea typeface="Tahoma" pitchFamily="34" charset="0"/>
                <a:cs typeface="Tahoma" pitchFamily="34" charset="0"/>
              </a:rPr>
              <a:t>Involve users to ensure that the system meets their needs.</a:t>
            </a:r>
          </a:p>
          <a:p>
            <a:pPr lvl="1">
              <a:spcBef>
                <a:spcPct val="0"/>
              </a:spcBef>
            </a:pPr>
            <a:r>
              <a:rPr lang="en-US" sz="2400" dirty="0">
                <a:solidFill>
                  <a:schemeClr val="tx1"/>
                </a:solidFill>
                <a:latin typeface="Tahoma" pitchFamily="34" charset="0"/>
                <a:ea typeface="Tahoma" pitchFamily="34" charset="0"/>
                <a:cs typeface="Tahoma" pitchFamily="34" charset="0"/>
              </a:rPr>
              <a:t>Use problem-solving methodology to provide effective results.</a:t>
            </a:r>
          </a:p>
          <a:p>
            <a:pPr lvl="1">
              <a:spcBef>
                <a:spcPct val="0"/>
              </a:spcBef>
            </a:pPr>
            <a:r>
              <a:rPr lang="en-US" sz="2400" dirty="0">
                <a:solidFill>
                  <a:schemeClr val="tx1"/>
                </a:solidFill>
                <a:latin typeface="Tahoma" pitchFamily="34" charset="0"/>
                <a:ea typeface="Tahoma" pitchFamily="34" charset="0"/>
                <a:cs typeface="Tahoma" pitchFamily="34" charset="0"/>
              </a:rPr>
              <a:t>Use strong project management skills.</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76400"/>
          </a:xfrm>
        </p:spPr>
        <p:txBody>
          <a:bodyPr lIns="92075" tIns="46038" rIns="92075" bIns="46038" anchor="ctr"/>
          <a:lstStyle/>
          <a:p>
            <a:r>
              <a:rPr lang="en-US" sz="4800" dirty="0"/>
              <a:t>The Systems Development</a:t>
            </a:r>
            <a:br>
              <a:rPr lang="en-US" sz="4800" dirty="0"/>
            </a:br>
            <a:r>
              <a:rPr lang="en-US" sz="4800" dirty="0"/>
              <a:t>Life Cycle</a:t>
            </a:r>
          </a:p>
        </p:txBody>
      </p:sp>
      <p:sp>
        <p:nvSpPr>
          <p:cNvPr id="103426" name="Rectangle 3"/>
          <p:cNvSpPr>
            <a:spLocks noGrp="1" noChangeArrowheads="1"/>
          </p:cNvSpPr>
          <p:nvPr>
            <p:ph idx="1"/>
          </p:nvPr>
        </p:nvSpPr>
        <p:spPr>
          <a:xfrm>
            <a:off x="457200" y="1600200"/>
            <a:ext cx="8229600" cy="4525963"/>
          </a:xfrm>
        </p:spPr>
        <p:txBody>
          <a:bodyPr lIns="182562" tIns="46038" rIns="182562" bIns="46038">
            <a:normAutofit/>
          </a:bodyPr>
          <a:lstStyle/>
          <a:p>
            <a:pPr>
              <a:spcBef>
                <a:spcPct val="0"/>
              </a:spcBef>
            </a:pPr>
            <a:r>
              <a:rPr lang="en-US" sz="3600" b="1" dirty="0">
                <a:solidFill>
                  <a:schemeClr val="tx1"/>
                </a:solidFill>
                <a:latin typeface="Tahoma" pitchFamily="34" charset="0"/>
                <a:ea typeface="Tahoma" pitchFamily="34" charset="0"/>
                <a:cs typeface="Tahoma" pitchFamily="34" charset="0"/>
              </a:rPr>
              <a:t>Avoid mistakes (</a:t>
            </a:r>
            <a:r>
              <a:rPr lang="en-US" sz="3600" b="1" dirty="0" err="1">
                <a:solidFill>
                  <a:schemeClr val="tx1"/>
                </a:solidFill>
                <a:latin typeface="Tahoma" pitchFamily="34" charset="0"/>
                <a:ea typeface="Tahoma" pitchFamily="34" charset="0"/>
                <a:cs typeface="Tahoma" pitchFamily="34" charset="0"/>
              </a:rPr>
              <a:t>con’t</a:t>
            </a:r>
            <a:r>
              <a:rPr lang="en-US" sz="3600" b="1" dirty="0">
                <a:solidFill>
                  <a:schemeClr val="tx1"/>
                </a:solidFill>
                <a:latin typeface="Tahoma" pitchFamily="34" charset="0"/>
                <a:ea typeface="Tahoma" pitchFamily="34" charset="0"/>
                <a:cs typeface="Tahoma" pitchFamily="34" charset="0"/>
              </a:rPr>
              <a:t>.)</a:t>
            </a:r>
          </a:p>
          <a:p>
            <a:pPr lvl="1">
              <a:spcBef>
                <a:spcPct val="0"/>
              </a:spcBef>
            </a:pPr>
            <a:r>
              <a:rPr lang="en-US" sz="2400" dirty="0">
                <a:solidFill>
                  <a:schemeClr val="tx1"/>
                </a:solidFill>
                <a:latin typeface="Tahoma" pitchFamily="34" charset="0"/>
                <a:ea typeface="Tahoma" pitchFamily="34" charset="0"/>
                <a:cs typeface="Tahoma" pitchFamily="34" charset="0"/>
              </a:rPr>
              <a:t>Document all important facts.</a:t>
            </a:r>
          </a:p>
          <a:p>
            <a:pPr lvl="2">
              <a:spcBef>
                <a:spcPct val="0"/>
              </a:spcBef>
            </a:pPr>
            <a:r>
              <a:rPr lang="en-US" sz="2400" b="1" dirty="0">
                <a:solidFill>
                  <a:schemeClr val="tx1"/>
                </a:solidFill>
                <a:latin typeface="Tahoma" pitchFamily="34" charset="0"/>
                <a:ea typeface="Tahoma" pitchFamily="34" charset="0"/>
                <a:cs typeface="Tahoma" pitchFamily="34" charset="0"/>
              </a:rPr>
              <a:t>Documentation</a:t>
            </a:r>
          </a:p>
          <a:p>
            <a:pPr lvl="3">
              <a:spcBef>
                <a:spcPct val="0"/>
              </a:spcBef>
            </a:pPr>
            <a:r>
              <a:rPr lang="en-US" sz="2000" dirty="0">
                <a:solidFill>
                  <a:schemeClr val="tx1"/>
                </a:solidFill>
                <a:latin typeface="Tahoma" pitchFamily="34" charset="0"/>
                <a:ea typeface="Tahoma" pitchFamily="34" charset="0"/>
                <a:cs typeface="Tahoma" pitchFamily="34" charset="0"/>
              </a:rPr>
              <a:t>Recording of all information relating to the project</a:t>
            </a:r>
          </a:p>
          <a:p>
            <a:pPr lvl="2">
              <a:spcBef>
                <a:spcPct val="0"/>
              </a:spcBef>
            </a:pPr>
            <a:r>
              <a:rPr lang="en-US" sz="2400" b="1" dirty="0">
                <a:solidFill>
                  <a:schemeClr val="tx1"/>
                </a:solidFill>
                <a:latin typeface="Tahoma" pitchFamily="34" charset="0"/>
                <a:ea typeface="Tahoma" pitchFamily="34" charset="0"/>
                <a:cs typeface="Tahoma" pitchFamily="34" charset="0"/>
              </a:rPr>
              <a:t>Project notebook</a:t>
            </a:r>
          </a:p>
          <a:p>
            <a:pPr lvl="3">
              <a:spcBef>
                <a:spcPct val="0"/>
              </a:spcBef>
            </a:pPr>
            <a:r>
              <a:rPr lang="en-US" sz="2000" dirty="0">
                <a:solidFill>
                  <a:schemeClr val="tx1"/>
                </a:solidFill>
                <a:latin typeface="Tahoma" pitchFamily="34" charset="0"/>
                <a:ea typeface="Tahoma" pitchFamily="34" charset="0"/>
                <a:cs typeface="Tahoma" pitchFamily="34" charset="0"/>
              </a:rPr>
              <a:t>Digital file maintained online</a:t>
            </a:r>
          </a:p>
          <a:p>
            <a:pPr lvl="3">
              <a:spcBef>
                <a:spcPct val="0"/>
              </a:spcBef>
            </a:pPr>
            <a:r>
              <a:rPr lang="en-US" sz="2000" dirty="0">
                <a:solidFill>
                  <a:schemeClr val="tx1"/>
                </a:solidFill>
                <a:latin typeface="Tahoma" pitchFamily="34" charset="0"/>
                <a:ea typeface="Tahoma" pitchFamily="34" charset="0"/>
                <a:cs typeface="Tahoma" pitchFamily="34" charset="0"/>
              </a:rPr>
              <a:t>Microsoft Project and SharePoint provide monitoring tools, such as Gantt charts and calendars. </a:t>
            </a:r>
          </a:p>
          <a:p>
            <a:pPr lvl="1">
              <a:spcBef>
                <a:spcPct val="0"/>
              </a:spcBef>
            </a:pPr>
            <a:r>
              <a:rPr lang="en-US" sz="2400" dirty="0">
                <a:solidFill>
                  <a:schemeClr val="tx1"/>
                </a:solidFill>
                <a:latin typeface="Tahoma" pitchFamily="34" charset="0"/>
                <a:ea typeface="Tahoma" pitchFamily="34" charset="0"/>
                <a:cs typeface="Tahoma" pitchFamily="34" charset="0"/>
              </a:rPr>
              <a:t>Use checkpoints to keep work on target.</a:t>
            </a:r>
          </a:p>
          <a:p>
            <a:pPr lvl="1">
              <a:spcBef>
                <a:spcPct val="0"/>
              </a:spcBef>
            </a:pPr>
            <a:r>
              <a:rPr lang="en-US" sz="2400" dirty="0">
                <a:solidFill>
                  <a:schemeClr val="tx1"/>
                </a:solidFill>
                <a:latin typeface="Tahoma" pitchFamily="34" charset="0"/>
                <a:ea typeface="Tahoma" pitchFamily="34" charset="0"/>
                <a:cs typeface="Tahoma" pitchFamily="34" charset="0"/>
              </a:rPr>
              <a:t>Anticipate future growth and change while designing the system.</a:t>
            </a:r>
          </a:p>
          <a:p>
            <a:pPr lvl="1">
              <a:spcBef>
                <a:spcPct val="0"/>
              </a:spcBef>
            </a:pPr>
            <a:endParaRPr lang="en-US" sz="18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76400"/>
          </a:xfrm>
        </p:spPr>
        <p:txBody>
          <a:bodyPr lIns="92075" tIns="46038" rIns="92075" bIns="46038" anchor="ctr"/>
          <a:lstStyle/>
          <a:p>
            <a:r>
              <a:rPr lang="en-US" sz="4800" dirty="0"/>
              <a:t>The Systems Development </a:t>
            </a:r>
            <a:br>
              <a:rPr lang="en-US" sz="4800" dirty="0"/>
            </a:br>
            <a:r>
              <a:rPr lang="en-US" sz="4800" dirty="0"/>
              <a:t>Life Cycle</a:t>
            </a:r>
          </a:p>
        </p:txBody>
      </p:sp>
      <p:sp>
        <p:nvSpPr>
          <p:cNvPr id="103426" name="Rectangle 3"/>
          <p:cNvSpPr>
            <a:spLocks noGrp="1" noChangeArrowheads="1"/>
          </p:cNvSpPr>
          <p:nvPr>
            <p:ph idx="1"/>
          </p:nvPr>
        </p:nvSpPr>
        <p:spPr>
          <a:xfrm>
            <a:off x="457200" y="1600200"/>
            <a:ext cx="4800600" cy="4800600"/>
          </a:xfrm>
        </p:spPr>
        <p:txBody>
          <a:bodyPr lIns="182562" tIns="46038" rIns="182562" bIns="46038">
            <a:normAutofit fontScale="92500"/>
          </a:bodyPr>
          <a:lstStyle/>
          <a:p>
            <a:r>
              <a:rPr lang="en-US" sz="3892" b="1" dirty="0">
                <a:solidFill>
                  <a:schemeClr val="tx1"/>
                </a:solidFill>
                <a:latin typeface="Tahoma" pitchFamily="34" charset="0"/>
                <a:ea typeface="Tahoma" pitchFamily="34" charset="0"/>
                <a:cs typeface="Tahoma" pitchFamily="34" charset="0"/>
              </a:rPr>
              <a:t>Waterfall model</a:t>
            </a:r>
          </a:p>
          <a:p>
            <a:pPr lvl="1"/>
            <a:r>
              <a:rPr lang="en-US" sz="2400" dirty="0">
                <a:solidFill>
                  <a:schemeClr val="tx1"/>
                </a:solidFill>
                <a:latin typeface="Tahoma" pitchFamily="34" charset="0"/>
                <a:ea typeface="Tahoma" pitchFamily="34" charset="0"/>
                <a:cs typeface="Tahoma" pitchFamily="34" charset="0"/>
              </a:rPr>
              <a:t>Each phase—individual entity</a:t>
            </a:r>
          </a:p>
          <a:p>
            <a:pPr lvl="1"/>
            <a:r>
              <a:rPr lang="en-US" sz="2400" dirty="0">
                <a:solidFill>
                  <a:schemeClr val="tx1"/>
                </a:solidFill>
                <a:latin typeface="Tahoma" pitchFamily="34" charset="0"/>
                <a:ea typeface="Tahoma" pitchFamily="34" charset="0"/>
                <a:cs typeface="Tahoma" pitchFamily="34" charset="0"/>
              </a:rPr>
              <a:t>Must be completed before next one begins</a:t>
            </a:r>
          </a:p>
          <a:p>
            <a:pPr lvl="1"/>
            <a:r>
              <a:rPr lang="en-US" sz="2400" dirty="0">
                <a:solidFill>
                  <a:schemeClr val="tx1"/>
                </a:solidFill>
                <a:latin typeface="Tahoma" pitchFamily="34" charset="0"/>
                <a:ea typeface="Tahoma" pitchFamily="34" charset="0"/>
                <a:cs typeface="Tahoma" pitchFamily="34" charset="0"/>
              </a:rPr>
              <a:t>Feedback loops exist between phases</a:t>
            </a:r>
          </a:p>
          <a:p>
            <a:pPr lvl="2"/>
            <a:r>
              <a:rPr lang="en-US" sz="2400" dirty="0">
                <a:solidFill>
                  <a:schemeClr val="tx1"/>
                </a:solidFill>
                <a:latin typeface="Tahoma" pitchFamily="34" charset="0"/>
                <a:ea typeface="Tahoma" pitchFamily="34" charset="0"/>
                <a:cs typeface="Tahoma" pitchFamily="34" charset="0"/>
              </a:rPr>
              <a:t>Evaluate to continue, return to previous phase, or abort</a:t>
            </a:r>
          </a:p>
          <a:p>
            <a:pPr lvl="1"/>
            <a:r>
              <a:rPr lang="en-US" sz="2400" dirty="0">
                <a:solidFill>
                  <a:schemeClr val="tx1"/>
                </a:solidFill>
                <a:latin typeface="Tahoma" pitchFamily="34" charset="0"/>
                <a:ea typeface="Tahoma" pitchFamily="34" charset="0"/>
                <a:cs typeface="Tahoma" pitchFamily="34" charset="0"/>
              </a:rPr>
              <a:t>Simple and easy to use</a:t>
            </a:r>
          </a:p>
          <a:p>
            <a:pPr lvl="1"/>
            <a:r>
              <a:rPr lang="en-US" sz="2400" dirty="0">
                <a:solidFill>
                  <a:schemeClr val="tx1"/>
                </a:solidFill>
                <a:latin typeface="Tahoma" pitchFamily="34" charset="0"/>
                <a:ea typeface="Tahoma" pitchFamily="34" charset="0"/>
                <a:cs typeface="Tahoma" pitchFamily="34" charset="0"/>
              </a:rPr>
              <a:t>Better for small projects with minimal changes</a:t>
            </a:r>
          </a:p>
          <a:p>
            <a:pPr eaLnBrk="1" hangingPunct="1"/>
            <a:endParaRPr lang="en-US" sz="28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13</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1600200"/>
            <a:ext cx="2895600" cy="46028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60815-94BA-AD45-932A-038572D7BF22}"/>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5BCFE68A-6E96-DE40-ADF3-128D58A536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1" y="0"/>
            <a:ext cx="9257653" cy="6705601"/>
          </a:xfrm>
        </p:spPr>
      </p:pic>
      <p:sp>
        <p:nvSpPr>
          <p:cNvPr id="4" name="Footer Placeholder 3">
            <a:extLst>
              <a:ext uri="{FF2B5EF4-FFF2-40B4-BE49-F238E27FC236}">
                <a16:creationId xmlns:a16="http://schemas.microsoft.com/office/drawing/2014/main" id="{4B2889C8-4B53-444D-B0DE-3D5DB05B812B}"/>
              </a:ext>
            </a:extLst>
          </p:cNvPr>
          <p:cNvSpPr>
            <a:spLocks noGrp="1"/>
          </p:cNvSpPr>
          <p:nvPr>
            <p:ph type="ftr" sz="quarter" idx="11"/>
          </p:nvPr>
        </p:nvSpPr>
        <p:spPr/>
        <p:txBody>
          <a:bodyPr/>
          <a:lstStyle/>
          <a:p>
            <a:pPr>
              <a:defRPr/>
            </a:pPr>
            <a:r>
              <a:rPr lang="en-US"/>
              <a:t>Copyright © 2012 Pearson Education, Inc. Publishing as Prentice Hall</a:t>
            </a:r>
            <a:endParaRPr lang="en-US" dirty="0"/>
          </a:p>
        </p:txBody>
      </p:sp>
      <p:sp>
        <p:nvSpPr>
          <p:cNvPr id="5" name="Slide Number Placeholder 4">
            <a:extLst>
              <a:ext uri="{FF2B5EF4-FFF2-40B4-BE49-F238E27FC236}">
                <a16:creationId xmlns:a16="http://schemas.microsoft.com/office/drawing/2014/main" id="{969DA8F6-395A-D04C-A993-20C05FA7064A}"/>
              </a:ext>
            </a:extLst>
          </p:cNvPr>
          <p:cNvSpPr>
            <a:spLocks noGrp="1"/>
          </p:cNvSpPr>
          <p:nvPr>
            <p:ph type="sldNum" sz="quarter" idx="12"/>
          </p:nvPr>
        </p:nvSpPr>
        <p:spPr/>
        <p:txBody>
          <a:bodyPr/>
          <a:lstStyle/>
          <a:p>
            <a:fld id="{D5BBC35B-A44B-4119-B8DA-DE9E3DFADA20}" type="slidenum">
              <a:rPr kumimoji="0" lang="en-US" smtClean="0"/>
              <a:pPr/>
              <a:t>14</a:t>
            </a:fld>
            <a:endParaRPr kumimoji="0" lang="en-US"/>
          </a:p>
        </p:txBody>
      </p:sp>
    </p:spTree>
    <p:extLst>
      <p:ext uri="{BB962C8B-B14F-4D97-AF65-F5344CB8AC3E}">
        <p14:creationId xmlns:p14="http://schemas.microsoft.com/office/powerpoint/2010/main" val="2550033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C55578F-633A-BD45-AFE5-19566D303287}"/>
              </a:ext>
            </a:extLst>
          </p:cNvPr>
          <p:cNvSpPr>
            <a:spLocks noGrp="1"/>
          </p:cNvSpPr>
          <p:nvPr>
            <p:ph type="ftr" sz="quarter" idx="11"/>
          </p:nvPr>
        </p:nvSpPr>
        <p:spPr/>
        <p:txBody>
          <a:bodyPr/>
          <a:lstStyle/>
          <a:p>
            <a:pPr>
              <a:spcAft>
                <a:spcPts val="600"/>
              </a:spcAft>
              <a:defRPr/>
            </a:pPr>
            <a:r>
              <a:rPr lang="en-US"/>
              <a:t>Copyright © 2012 Pearson Education, Inc. Publishing as Prentice Hall</a:t>
            </a:r>
          </a:p>
        </p:txBody>
      </p:sp>
      <p:sp>
        <p:nvSpPr>
          <p:cNvPr id="5" name="Slide Number Placeholder 4" hidden="1">
            <a:extLst>
              <a:ext uri="{FF2B5EF4-FFF2-40B4-BE49-F238E27FC236}">
                <a16:creationId xmlns:a16="http://schemas.microsoft.com/office/drawing/2014/main" id="{24A3305F-BB32-734B-A31C-DA634B315289}"/>
              </a:ext>
            </a:extLst>
          </p:cNvPr>
          <p:cNvSpPr>
            <a:spLocks noGrp="1"/>
          </p:cNvSpPr>
          <p:nvPr>
            <p:ph type="sldNum" sz="quarter" idx="12"/>
          </p:nvPr>
        </p:nvSpPr>
        <p:spPr/>
        <p:txBody>
          <a:bodyPr/>
          <a:lstStyle/>
          <a:p>
            <a:pPr>
              <a:spcAft>
                <a:spcPts val="600"/>
              </a:spcAft>
            </a:pPr>
            <a:fld id="{D5BBC35B-A44B-4119-B8DA-DE9E3DFADA20}" type="slidenum">
              <a:rPr kumimoji="0" lang="en-US" smtClean="0"/>
              <a:pPr>
                <a:spcAft>
                  <a:spcPts val="600"/>
                </a:spcAft>
              </a:pPr>
              <a:t>15</a:t>
            </a:fld>
            <a:endParaRPr kumimoji="0" lang="en-US"/>
          </a:p>
        </p:txBody>
      </p:sp>
      <p:pic>
        <p:nvPicPr>
          <p:cNvPr id="11" name="Content Placeholder 10">
            <a:extLst>
              <a:ext uri="{FF2B5EF4-FFF2-40B4-BE49-F238E27FC236}">
                <a16:creationId xmlns:a16="http://schemas.microsoft.com/office/drawing/2014/main" id="{0A03CCAB-2D0F-D045-9A6A-1C0F8A2F103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2037"/>
          <a:stretch/>
        </p:blipFill>
        <p:spPr>
          <a:xfrm>
            <a:off x="0" y="0"/>
            <a:ext cx="9144000" cy="6858000"/>
          </a:xfrm>
        </p:spPr>
      </p:pic>
    </p:spTree>
    <p:extLst>
      <p:ext uri="{BB962C8B-B14F-4D97-AF65-F5344CB8AC3E}">
        <p14:creationId xmlns:p14="http://schemas.microsoft.com/office/powerpoint/2010/main" val="4234232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3AAFB-57FE-E740-A7F4-11EAA9DCFC7C}"/>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11F94482-F9F4-F64F-95ED-DFC5823F03D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2964" t="4020" r="5555"/>
          <a:stretch/>
        </p:blipFill>
        <p:spPr>
          <a:xfrm>
            <a:off x="38747" y="152399"/>
            <a:ext cx="9066506" cy="6553202"/>
          </a:xfrm>
        </p:spPr>
      </p:pic>
      <p:sp>
        <p:nvSpPr>
          <p:cNvPr id="4" name="Footer Placeholder 3">
            <a:extLst>
              <a:ext uri="{FF2B5EF4-FFF2-40B4-BE49-F238E27FC236}">
                <a16:creationId xmlns:a16="http://schemas.microsoft.com/office/drawing/2014/main" id="{7E3AA501-9539-0C4C-9420-2E39DAC1C584}"/>
              </a:ext>
            </a:extLst>
          </p:cNvPr>
          <p:cNvSpPr>
            <a:spLocks noGrp="1"/>
          </p:cNvSpPr>
          <p:nvPr>
            <p:ph type="ftr" sz="quarter" idx="11"/>
          </p:nvPr>
        </p:nvSpPr>
        <p:spPr/>
        <p:txBody>
          <a:bodyPr/>
          <a:lstStyle/>
          <a:p>
            <a:pPr>
              <a:defRPr/>
            </a:pPr>
            <a:r>
              <a:rPr lang="en-US"/>
              <a:t>Copyright © 2012 Pearson Education, Inc. Publishing as Prentice Hall</a:t>
            </a:r>
            <a:endParaRPr lang="en-US" dirty="0"/>
          </a:p>
        </p:txBody>
      </p:sp>
      <p:sp>
        <p:nvSpPr>
          <p:cNvPr id="5" name="Slide Number Placeholder 4">
            <a:extLst>
              <a:ext uri="{FF2B5EF4-FFF2-40B4-BE49-F238E27FC236}">
                <a16:creationId xmlns:a16="http://schemas.microsoft.com/office/drawing/2014/main" id="{63D6AE9B-2A6E-1644-AAB1-681689386D8C}"/>
              </a:ext>
            </a:extLst>
          </p:cNvPr>
          <p:cNvSpPr>
            <a:spLocks noGrp="1"/>
          </p:cNvSpPr>
          <p:nvPr>
            <p:ph type="sldNum" sz="quarter" idx="12"/>
          </p:nvPr>
        </p:nvSpPr>
        <p:spPr/>
        <p:txBody>
          <a:bodyPr/>
          <a:lstStyle/>
          <a:p>
            <a:fld id="{D5BBC35B-A44B-4119-B8DA-DE9E3DFADA20}" type="slidenum">
              <a:rPr kumimoji="0" lang="en-US" smtClean="0"/>
              <a:pPr/>
              <a:t>16</a:t>
            </a:fld>
            <a:endParaRPr kumimoji="0" lang="en-US"/>
          </a:p>
        </p:txBody>
      </p:sp>
    </p:spTree>
    <p:extLst>
      <p:ext uri="{BB962C8B-B14F-4D97-AF65-F5344CB8AC3E}">
        <p14:creationId xmlns:p14="http://schemas.microsoft.com/office/powerpoint/2010/main" val="2012114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97C5A-DB4D-8B49-8370-BDC0620C9138}"/>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F446B60E-BA21-8B4A-9661-3CE3B772BE3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79" t="5719" r="14060"/>
          <a:stretch/>
        </p:blipFill>
        <p:spPr>
          <a:xfrm>
            <a:off x="304799" y="136525"/>
            <a:ext cx="8800453" cy="6219825"/>
          </a:xfrm>
        </p:spPr>
      </p:pic>
      <p:sp>
        <p:nvSpPr>
          <p:cNvPr id="4" name="Footer Placeholder 3">
            <a:extLst>
              <a:ext uri="{FF2B5EF4-FFF2-40B4-BE49-F238E27FC236}">
                <a16:creationId xmlns:a16="http://schemas.microsoft.com/office/drawing/2014/main" id="{A87A9201-56E8-3A4E-AD26-B8867550D0EE}"/>
              </a:ext>
            </a:extLst>
          </p:cNvPr>
          <p:cNvSpPr>
            <a:spLocks noGrp="1"/>
          </p:cNvSpPr>
          <p:nvPr>
            <p:ph type="ftr" sz="quarter" idx="11"/>
          </p:nvPr>
        </p:nvSpPr>
        <p:spPr/>
        <p:txBody>
          <a:bodyPr/>
          <a:lstStyle/>
          <a:p>
            <a:pPr>
              <a:defRPr/>
            </a:pPr>
            <a:r>
              <a:rPr lang="en-US"/>
              <a:t>Copyright © 2012 Pearson Education, Inc. Publishing as Prentice Hall</a:t>
            </a:r>
            <a:endParaRPr lang="en-US" dirty="0"/>
          </a:p>
        </p:txBody>
      </p:sp>
      <p:sp>
        <p:nvSpPr>
          <p:cNvPr id="5" name="Slide Number Placeholder 4">
            <a:extLst>
              <a:ext uri="{FF2B5EF4-FFF2-40B4-BE49-F238E27FC236}">
                <a16:creationId xmlns:a16="http://schemas.microsoft.com/office/drawing/2014/main" id="{D4CA09C3-E3DB-F340-982D-D3C790FCC606}"/>
              </a:ext>
            </a:extLst>
          </p:cNvPr>
          <p:cNvSpPr>
            <a:spLocks noGrp="1"/>
          </p:cNvSpPr>
          <p:nvPr>
            <p:ph type="sldNum" sz="quarter" idx="12"/>
          </p:nvPr>
        </p:nvSpPr>
        <p:spPr/>
        <p:txBody>
          <a:bodyPr/>
          <a:lstStyle/>
          <a:p>
            <a:fld id="{D5BBC35B-A44B-4119-B8DA-DE9E3DFADA20}" type="slidenum">
              <a:rPr kumimoji="0" lang="en-US" smtClean="0"/>
              <a:pPr/>
              <a:t>17</a:t>
            </a:fld>
            <a:endParaRPr kumimoji="0" lang="en-US"/>
          </a:p>
        </p:txBody>
      </p:sp>
    </p:spTree>
    <p:extLst>
      <p:ext uri="{BB962C8B-B14F-4D97-AF65-F5344CB8AC3E}">
        <p14:creationId xmlns:p14="http://schemas.microsoft.com/office/powerpoint/2010/main" val="3572036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E3AAA-F108-ED47-8DA9-66A8685C60BF}"/>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5C3AAC90-4C75-C24E-AF40-390512FAB90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426" b="5208"/>
          <a:stretch/>
        </p:blipFill>
        <p:spPr>
          <a:xfrm>
            <a:off x="38747" y="0"/>
            <a:ext cx="9066505" cy="6705601"/>
          </a:xfrm>
        </p:spPr>
      </p:pic>
      <p:sp>
        <p:nvSpPr>
          <p:cNvPr id="4" name="Footer Placeholder 3">
            <a:extLst>
              <a:ext uri="{FF2B5EF4-FFF2-40B4-BE49-F238E27FC236}">
                <a16:creationId xmlns:a16="http://schemas.microsoft.com/office/drawing/2014/main" id="{C5C815CA-61FE-DC45-B005-481860E79596}"/>
              </a:ext>
            </a:extLst>
          </p:cNvPr>
          <p:cNvSpPr>
            <a:spLocks noGrp="1"/>
          </p:cNvSpPr>
          <p:nvPr>
            <p:ph type="ftr" sz="quarter" idx="11"/>
          </p:nvPr>
        </p:nvSpPr>
        <p:spPr/>
        <p:txBody>
          <a:bodyPr/>
          <a:lstStyle/>
          <a:p>
            <a:pPr>
              <a:defRPr/>
            </a:pPr>
            <a:r>
              <a:rPr lang="en-US" dirty="0"/>
              <a:t>Copyright © 2012 Pearson Education, Inc. Publishing as Prentice Hall</a:t>
            </a:r>
          </a:p>
        </p:txBody>
      </p:sp>
      <p:sp>
        <p:nvSpPr>
          <p:cNvPr id="5" name="Slide Number Placeholder 4">
            <a:extLst>
              <a:ext uri="{FF2B5EF4-FFF2-40B4-BE49-F238E27FC236}">
                <a16:creationId xmlns:a16="http://schemas.microsoft.com/office/drawing/2014/main" id="{35CEFEDE-16E2-5440-9E92-66376BAFBF20}"/>
              </a:ext>
            </a:extLst>
          </p:cNvPr>
          <p:cNvSpPr>
            <a:spLocks noGrp="1"/>
          </p:cNvSpPr>
          <p:nvPr>
            <p:ph type="sldNum" sz="quarter" idx="12"/>
          </p:nvPr>
        </p:nvSpPr>
        <p:spPr/>
        <p:txBody>
          <a:bodyPr/>
          <a:lstStyle/>
          <a:p>
            <a:fld id="{D5BBC35B-A44B-4119-B8DA-DE9E3DFADA20}" type="slidenum">
              <a:rPr kumimoji="0" lang="en-US" smtClean="0"/>
              <a:pPr/>
              <a:t>18</a:t>
            </a:fld>
            <a:endParaRPr kumimoji="0" lang="en-US"/>
          </a:p>
        </p:txBody>
      </p:sp>
    </p:spTree>
    <p:extLst>
      <p:ext uri="{BB962C8B-B14F-4D97-AF65-F5344CB8AC3E}">
        <p14:creationId xmlns:p14="http://schemas.microsoft.com/office/powerpoint/2010/main" val="3369879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76400"/>
          </a:xfrm>
        </p:spPr>
        <p:txBody>
          <a:bodyPr lIns="92075" tIns="46038" rIns="92075" bIns="46038" anchor="ctr"/>
          <a:lstStyle/>
          <a:p>
            <a:r>
              <a:rPr lang="en-US" sz="4800" dirty="0"/>
              <a:t>The Systems Development </a:t>
            </a:r>
            <a:br>
              <a:rPr lang="en-US" sz="4800" dirty="0"/>
            </a:br>
            <a:r>
              <a:rPr lang="en-US" sz="4800" dirty="0"/>
              <a:t>Life Cycle</a:t>
            </a:r>
          </a:p>
        </p:txBody>
      </p:sp>
      <p:sp>
        <p:nvSpPr>
          <p:cNvPr id="103426" name="Rectangle 3"/>
          <p:cNvSpPr>
            <a:spLocks noGrp="1" noChangeArrowheads="1"/>
          </p:cNvSpPr>
          <p:nvPr>
            <p:ph idx="1"/>
          </p:nvPr>
        </p:nvSpPr>
        <p:spPr>
          <a:xfrm>
            <a:off x="457200" y="1600200"/>
            <a:ext cx="8686800" cy="4525963"/>
          </a:xfrm>
        </p:spPr>
        <p:txBody>
          <a:bodyPr lIns="182562" tIns="46038" rIns="182562" bIns="46038">
            <a:noAutofit/>
          </a:bodyPr>
          <a:lstStyle/>
          <a:p>
            <a:r>
              <a:rPr lang="en-US" sz="3600" b="1" dirty="0">
                <a:solidFill>
                  <a:schemeClr val="tx1"/>
                </a:solidFill>
                <a:latin typeface="Tahoma" pitchFamily="34" charset="0"/>
                <a:ea typeface="Tahoma" pitchFamily="34" charset="0"/>
                <a:cs typeface="Tahoma" pitchFamily="34" charset="0"/>
              </a:rPr>
              <a:t>Modern approaches to software development</a:t>
            </a:r>
          </a:p>
          <a:p>
            <a:pPr lvl="1"/>
            <a:r>
              <a:rPr lang="en-US" sz="2400" b="1" dirty="0">
                <a:solidFill>
                  <a:schemeClr val="tx1"/>
                </a:solidFill>
                <a:latin typeface="Tahoma" pitchFamily="34" charset="0"/>
                <a:ea typeface="Tahoma" pitchFamily="34" charset="0"/>
                <a:cs typeface="Tahoma" pitchFamily="34" charset="0"/>
              </a:rPr>
              <a:t>Prototyping</a:t>
            </a:r>
          </a:p>
          <a:p>
            <a:pPr lvl="2"/>
            <a:r>
              <a:rPr lang="en-US" sz="2400" dirty="0">
                <a:solidFill>
                  <a:schemeClr val="tx1"/>
                </a:solidFill>
                <a:latin typeface="Tahoma" pitchFamily="34" charset="0"/>
                <a:ea typeface="Tahoma" pitchFamily="34" charset="0"/>
                <a:cs typeface="Tahoma" pitchFamily="34" charset="0"/>
              </a:rPr>
              <a:t>Small scale mock-up of a system, with drawbacks:</a:t>
            </a:r>
          </a:p>
          <a:p>
            <a:pPr lvl="3"/>
            <a:r>
              <a:rPr lang="en-US" sz="2000" b="1" dirty="0">
                <a:solidFill>
                  <a:schemeClr val="tx1"/>
                </a:solidFill>
                <a:latin typeface="Tahoma" pitchFamily="34" charset="0"/>
                <a:ea typeface="Tahoma" pitchFamily="34" charset="0"/>
                <a:cs typeface="Tahoma" pitchFamily="34" charset="0"/>
              </a:rPr>
              <a:t>Incomplete analysis</a:t>
            </a:r>
          </a:p>
          <a:p>
            <a:pPr lvl="3"/>
            <a:r>
              <a:rPr lang="en-US" sz="2000" b="1" dirty="0">
                <a:solidFill>
                  <a:schemeClr val="tx1"/>
                </a:solidFill>
                <a:latin typeface="Tahoma" pitchFamily="34" charset="0"/>
                <a:ea typeface="Tahoma" pitchFamily="34" charset="0"/>
                <a:cs typeface="Tahoma" pitchFamily="34" charset="0"/>
              </a:rPr>
              <a:t>User confusion</a:t>
            </a:r>
          </a:p>
          <a:p>
            <a:pPr lvl="3"/>
            <a:r>
              <a:rPr lang="en-US" sz="2000" b="1" dirty="0">
                <a:solidFill>
                  <a:schemeClr val="tx1"/>
                </a:solidFill>
                <a:latin typeface="Tahoma" pitchFamily="34" charset="0"/>
                <a:ea typeface="Tahoma" pitchFamily="34" charset="0"/>
                <a:cs typeface="Tahoma" pitchFamily="34" charset="0"/>
              </a:rPr>
              <a:t>Time consuming</a:t>
            </a:r>
          </a:p>
          <a:p>
            <a:pPr eaLnBrk="1" hangingPunct="1">
              <a:buNone/>
            </a:pPr>
            <a:endParaRPr lang="en-US"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600200"/>
          </a:xfrm>
        </p:spPr>
        <p:txBody>
          <a:bodyPr/>
          <a:lstStyle/>
          <a:p>
            <a:r>
              <a:rPr lang="en-US" sz="4800" dirty="0"/>
              <a:t>The Systems Development</a:t>
            </a:r>
            <a:br>
              <a:rPr lang="en-US" sz="4800" dirty="0"/>
            </a:br>
            <a:r>
              <a:rPr lang="en-US" sz="4800" dirty="0"/>
              <a:t>Life Cycle</a:t>
            </a:r>
          </a:p>
        </p:txBody>
      </p:sp>
      <p:sp>
        <p:nvSpPr>
          <p:cNvPr id="3" name="Content Placeholder 2"/>
          <p:cNvSpPr>
            <a:spLocks noGrp="1"/>
          </p:cNvSpPr>
          <p:nvPr>
            <p:ph idx="1"/>
          </p:nvPr>
        </p:nvSpPr>
        <p:spPr>
          <a:xfrm>
            <a:off x="533400" y="1600200"/>
            <a:ext cx="8153400" cy="4525963"/>
          </a:xfrm>
        </p:spPr>
        <p:txBody>
          <a:bodyPr>
            <a:normAutofit lnSpcReduction="10000"/>
          </a:bodyPr>
          <a:lstStyle/>
          <a:p>
            <a:r>
              <a:rPr lang="en-US" sz="3600" b="1" dirty="0">
                <a:solidFill>
                  <a:schemeClr val="tx1"/>
                </a:solidFill>
                <a:latin typeface="Tahoma" pitchFamily="34" charset="0"/>
                <a:ea typeface="Tahoma" pitchFamily="34" charset="0"/>
                <a:cs typeface="Tahoma" pitchFamily="34" charset="0"/>
              </a:rPr>
              <a:t>Modern approaches to software development (</a:t>
            </a:r>
            <a:r>
              <a:rPr lang="en-US" sz="3600" b="1" dirty="0" err="1">
                <a:solidFill>
                  <a:schemeClr val="tx1"/>
                </a:solidFill>
                <a:latin typeface="Tahoma" pitchFamily="34" charset="0"/>
                <a:ea typeface="Tahoma" pitchFamily="34" charset="0"/>
                <a:cs typeface="Tahoma" pitchFamily="34" charset="0"/>
              </a:rPr>
              <a:t>con’d</a:t>
            </a:r>
            <a:r>
              <a:rPr lang="en-US" sz="3600" b="1" dirty="0">
                <a:solidFill>
                  <a:schemeClr val="tx1"/>
                </a:solidFill>
                <a:latin typeface="Tahoma" pitchFamily="34" charset="0"/>
                <a:ea typeface="Tahoma" pitchFamily="34" charset="0"/>
                <a:cs typeface="Tahoma" pitchFamily="34" charset="0"/>
              </a:rPr>
              <a:t>.)</a:t>
            </a:r>
          </a:p>
          <a:p>
            <a:pPr lvl="1"/>
            <a:r>
              <a:rPr lang="en-US" sz="2400" b="1" dirty="0" err="1">
                <a:solidFill>
                  <a:schemeClr val="tx1"/>
                </a:solidFill>
                <a:latin typeface="Tahoma" pitchFamily="34" charset="0"/>
                <a:ea typeface="Tahoma" pitchFamily="34" charset="0"/>
                <a:cs typeface="Tahoma" pitchFamily="34" charset="0"/>
              </a:rPr>
              <a:t>RAD</a:t>
            </a:r>
            <a:r>
              <a:rPr lang="en-US" sz="2400" b="1" dirty="0">
                <a:solidFill>
                  <a:schemeClr val="tx1"/>
                </a:solidFill>
                <a:latin typeface="Tahoma" pitchFamily="34" charset="0"/>
                <a:ea typeface="Tahoma" pitchFamily="34" charset="0"/>
                <a:cs typeface="Tahoma" pitchFamily="34" charset="0"/>
              </a:rPr>
              <a:t> (Rapid application development)</a:t>
            </a:r>
          </a:p>
          <a:p>
            <a:pPr lvl="2"/>
            <a:r>
              <a:rPr lang="en-US" sz="2400" dirty="0">
                <a:solidFill>
                  <a:schemeClr val="tx1"/>
                </a:solidFill>
                <a:latin typeface="Tahoma" pitchFamily="34" charset="0"/>
                <a:ea typeface="Tahoma" pitchFamily="34" charset="0"/>
                <a:cs typeface="Tahoma" pitchFamily="34" charset="0"/>
              </a:rPr>
              <a:t>Active user involvement</a:t>
            </a:r>
          </a:p>
          <a:p>
            <a:pPr lvl="2"/>
            <a:r>
              <a:rPr lang="en-US" sz="2400" dirty="0">
                <a:solidFill>
                  <a:schemeClr val="tx1"/>
                </a:solidFill>
                <a:latin typeface="Tahoma" pitchFamily="34" charset="0"/>
                <a:ea typeface="Tahoma" pitchFamily="34" charset="0"/>
                <a:cs typeface="Tahoma" pitchFamily="34" charset="0"/>
              </a:rPr>
              <a:t>Prototyping and repeated testing</a:t>
            </a:r>
          </a:p>
          <a:p>
            <a:pPr lvl="2"/>
            <a:r>
              <a:rPr lang="en-US" sz="2400" dirty="0">
                <a:solidFill>
                  <a:schemeClr val="tx1"/>
                </a:solidFill>
                <a:latin typeface="Tahoma" pitchFamily="34" charset="0"/>
                <a:ea typeface="Tahoma" pitchFamily="34" charset="0"/>
                <a:cs typeface="Tahoma" pitchFamily="34" charset="0"/>
              </a:rPr>
              <a:t>Re-using software components</a:t>
            </a:r>
          </a:p>
          <a:p>
            <a:pPr lvl="2"/>
            <a:r>
              <a:rPr lang="en-US" sz="2400" dirty="0">
                <a:solidFill>
                  <a:schemeClr val="tx1"/>
                </a:solidFill>
                <a:latin typeface="Tahoma" pitchFamily="34" charset="0"/>
                <a:ea typeface="Tahoma" pitchFamily="34" charset="0"/>
                <a:cs typeface="Tahoma" pitchFamily="34" charset="0"/>
              </a:rPr>
              <a:t>Less formality in communication</a:t>
            </a:r>
            <a:endParaRPr lang="en-US" b="1" dirty="0">
              <a:solidFill>
                <a:schemeClr val="tx1"/>
              </a:solidFill>
              <a:latin typeface="Tahoma" pitchFamily="34" charset="0"/>
              <a:ea typeface="Tahoma" pitchFamily="34" charset="0"/>
              <a:cs typeface="Tahoma" pitchFamily="34" charset="0"/>
            </a:endParaRPr>
          </a:p>
          <a:p>
            <a:pPr lvl="1"/>
            <a:r>
              <a:rPr lang="en-US" sz="2400" b="1" dirty="0" err="1">
                <a:solidFill>
                  <a:schemeClr val="tx1"/>
                </a:solidFill>
                <a:latin typeface="Tahoma" pitchFamily="34" charset="0"/>
                <a:ea typeface="Tahoma" pitchFamily="34" charset="0"/>
                <a:cs typeface="Tahoma" pitchFamily="34" charset="0"/>
              </a:rPr>
              <a:t>JAD</a:t>
            </a:r>
            <a:r>
              <a:rPr lang="en-US" sz="2400" b="1" dirty="0">
                <a:solidFill>
                  <a:schemeClr val="tx1"/>
                </a:solidFill>
                <a:latin typeface="Tahoma" pitchFamily="34" charset="0"/>
                <a:ea typeface="Tahoma" pitchFamily="34" charset="0"/>
                <a:cs typeface="Tahoma" pitchFamily="34" charset="0"/>
              </a:rPr>
              <a:t> (Joint application development)</a:t>
            </a:r>
          </a:p>
          <a:p>
            <a:pPr lvl="2"/>
            <a:r>
              <a:rPr lang="en-US" sz="2400" dirty="0">
                <a:solidFill>
                  <a:schemeClr val="tx1"/>
                </a:solidFill>
                <a:latin typeface="Tahoma" pitchFamily="34" charset="0"/>
                <a:ea typeface="Tahoma" pitchFamily="34" charset="0"/>
                <a:cs typeface="Tahoma" pitchFamily="34" charset="0"/>
              </a:rPr>
              <a:t>Conducts SDLC phases 1–4 at the same time</a:t>
            </a:r>
          </a:p>
          <a:p>
            <a:pPr lvl="2"/>
            <a:r>
              <a:rPr lang="en-US" sz="2400" dirty="0">
                <a:solidFill>
                  <a:schemeClr val="tx1"/>
                </a:solidFill>
                <a:latin typeface="Tahoma" pitchFamily="34" charset="0"/>
                <a:ea typeface="Tahoma" pitchFamily="34" charset="0"/>
                <a:cs typeface="Tahoma" pitchFamily="34" charset="0"/>
              </a:rPr>
              <a:t>Involves intense team member interaction</a:t>
            </a:r>
          </a:p>
        </p:txBody>
      </p:sp>
      <p:sp>
        <p:nvSpPr>
          <p:cNvPr id="4" name="Footer Placeholder 3"/>
          <p:cNvSpPr>
            <a:spLocks noGrp="1"/>
          </p:cNvSpPr>
          <p:nvPr>
            <p:ph type="ftr" sz="quarter" idx="11"/>
          </p:nvPr>
        </p:nvSpPr>
        <p:spPr/>
        <p:txBody>
          <a:bodyPr/>
          <a:lstStyle/>
          <a:p>
            <a:pPr>
              <a:defRPr/>
            </a:pPr>
            <a:r>
              <a:rPr lang="en-US"/>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fld id="{D5BBC35B-A44B-4119-B8DA-DE9E3DFADA20}" type="slidenum">
              <a:rPr kumimoji="0" lang="en-US" smtClean="0"/>
              <a:pPr/>
              <a:t>20</a:t>
            </a:fld>
            <a:endParaRPr kumimoji="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600200"/>
          </a:xfrm>
        </p:spPr>
        <p:txBody>
          <a:bodyPr/>
          <a:lstStyle/>
          <a:p>
            <a:r>
              <a:rPr lang="en-US" sz="4800" dirty="0"/>
              <a:t>The Systems Development </a:t>
            </a:r>
            <a:br>
              <a:rPr lang="en-US" sz="4800" dirty="0"/>
            </a:br>
            <a:r>
              <a:rPr lang="en-US" sz="4800" dirty="0"/>
              <a:t>Life Cycle</a:t>
            </a:r>
          </a:p>
        </p:txBody>
      </p:sp>
      <p:sp>
        <p:nvSpPr>
          <p:cNvPr id="3" name="Content Placeholder 2"/>
          <p:cNvSpPr>
            <a:spLocks noGrp="1"/>
          </p:cNvSpPr>
          <p:nvPr>
            <p:ph idx="1"/>
          </p:nvPr>
        </p:nvSpPr>
        <p:spPr>
          <a:xfrm>
            <a:off x="533400" y="1600200"/>
            <a:ext cx="8153400" cy="4525963"/>
          </a:xfrm>
        </p:spPr>
        <p:txBody>
          <a:bodyPr>
            <a:noAutofit/>
          </a:bodyPr>
          <a:lstStyle/>
          <a:p>
            <a:pPr marL="347472" lvl="2" indent="-347472">
              <a:spcBef>
                <a:spcPts val="0"/>
              </a:spcBef>
            </a:pPr>
            <a:r>
              <a:rPr lang="en-US" sz="3600" b="1" dirty="0">
                <a:solidFill>
                  <a:schemeClr val="tx1"/>
                </a:solidFill>
                <a:latin typeface="Tahoma" pitchFamily="34" charset="0"/>
                <a:ea typeface="Tahoma" pitchFamily="34" charset="0"/>
                <a:cs typeface="Tahoma" pitchFamily="34" charset="0"/>
              </a:rPr>
              <a:t>Modern approaches to software development (</a:t>
            </a:r>
            <a:r>
              <a:rPr lang="en-US" sz="3600" b="1" dirty="0" err="1">
                <a:solidFill>
                  <a:schemeClr val="tx1"/>
                </a:solidFill>
                <a:latin typeface="Tahoma" pitchFamily="34" charset="0"/>
                <a:ea typeface="Tahoma" pitchFamily="34" charset="0"/>
                <a:cs typeface="Tahoma" pitchFamily="34" charset="0"/>
              </a:rPr>
              <a:t>con’d</a:t>
            </a:r>
            <a:r>
              <a:rPr lang="en-US" sz="3600" b="1" dirty="0">
                <a:solidFill>
                  <a:schemeClr val="tx1"/>
                </a:solidFill>
                <a:latin typeface="Tahoma" pitchFamily="34" charset="0"/>
                <a:ea typeface="Tahoma" pitchFamily="34" charset="0"/>
                <a:cs typeface="Tahoma" pitchFamily="34" charset="0"/>
              </a:rPr>
              <a:t>.)</a:t>
            </a:r>
          </a:p>
          <a:p>
            <a:pPr lvl="2"/>
            <a:r>
              <a:rPr lang="en-US" sz="2400" b="1" dirty="0">
                <a:solidFill>
                  <a:schemeClr val="tx1"/>
                </a:solidFill>
                <a:latin typeface="Tahoma" pitchFamily="34" charset="0"/>
                <a:ea typeface="Tahoma" pitchFamily="34" charset="0"/>
                <a:cs typeface="Tahoma" pitchFamily="34" charset="0"/>
              </a:rPr>
              <a:t>Agile</a:t>
            </a:r>
          </a:p>
          <a:p>
            <a:pPr lvl="3"/>
            <a:r>
              <a:rPr lang="en-US" sz="2400" dirty="0">
                <a:solidFill>
                  <a:schemeClr val="tx1"/>
                </a:solidFill>
                <a:latin typeface="Tahoma" pitchFamily="34" charset="0"/>
                <a:ea typeface="Tahoma" pitchFamily="34" charset="0"/>
                <a:cs typeface="Tahoma" pitchFamily="34" charset="0"/>
              </a:rPr>
              <a:t> Enables organizations to deliver systems quickly, change them quickly, and change them often</a:t>
            </a:r>
          </a:p>
          <a:p>
            <a:pPr lvl="4"/>
            <a:r>
              <a:rPr lang="en-US" sz="2000" dirty="0">
                <a:solidFill>
                  <a:schemeClr val="tx1"/>
                </a:solidFill>
                <a:latin typeface="Tahoma" pitchFamily="34" charset="0"/>
                <a:ea typeface="Tahoma" pitchFamily="34" charset="0"/>
                <a:cs typeface="Tahoma" pitchFamily="34" charset="0"/>
              </a:rPr>
              <a:t>Quick adaptability</a:t>
            </a:r>
          </a:p>
          <a:p>
            <a:pPr lvl="4"/>
            <a:r>
              <a:rPr lang="en-US" sz="2000" dirty="0">
                <a:solidFill>
                  <a:schemeClr val="tx1"/>
                </a:solidFill>
                <a:latin typeface="Tahoma" pitchFamily="34" charset="0"/>
                <a:ea typeface="Tahoma" pitchFamily="34" charset="0"/>
                <a:cs typeface="Tahoma" pitchFamily="34" charset="0"/>
              </a:rPr>
              <a:t>Faster decisions</a:t>
            </a:r>
          </a:p>
          <a:p>
            <a:pPr lvl="4"/>
            <a:r>
              <a:rPr lang="en-US" sz="2000" dirty="0">
                <a:solidFill>
                  <a:schemeClr val="tx1"/>
                </a:solidFill>
                <a:latin typeface="Tahoma" pitchFamily="34" charset="0"/>
                <a:ea typeface="Tahoma" pitchFamily="34" charset="0"/>
                <a:cs typeface="Tahoma" pitchFamily="34" charset="0"/>
              </a:rPr>
              <a:t>Projects may complete sooner</a:t>
            </a:r>
          </a:p>
        </p:txBody>
      </p:sp>
      <p:sp>
        <p:nvSpPr>
          <p:cNvPr id="4" name="Footer Placeholder 3"/>
          <p:cNvSpPr>
            <a:spLocks noGrp="1"/>
          </p:cNvSpPr>
          <p:nvPr>
            <p:ph type="ftr" sz="quarter" idx="11"/>
          </p:nvPr>
        </p:nvSpPr>
        <p:spPr/>
        <p:txBody>
          <a:bodyPr/>
          <a:lstStyle/>
          <a:p>
            <a:pPr>
              <a:defRPr/>
            </a:pPr>
            <a:r>
              <a:rPr lang="en-US"/>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fld id="{D5BBC35B-A44B-4119-B8DA-DE9E3DFADA20}" type="slidenum">
              <a:rPr kumimoji="0" lang="en-US" smtClean="0"/>
              <a:pPr/>
              <a:t>21</a:t>
            </a:fld>
            <a:endParaRPr kumimoji="0" lang="en-US"/>
          </a:p>
        </p:txBody>
      </p:sp>
      <p:sp>
        <p:nvSpPr>
          <p:cNvPr id="6" name="Content Placeholder 2"/>
          <p:cNvSpPr txBox="1">
            <a:spLocks/>
          </p:cNvSpPr>
          <p:nvPr/>
        </p:nvSpPr>
        <p:spPr>
          <a:xfrm>
            <a:off x="533400" y="1600200"/>
            <a:ext cx="81534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ahoma" pitchFamily="34" charset="0"/>
              <a:ea typeface="Tahoma" pitchFamily="34" charset="0"/>
              <a:cs typeface="Tahoma"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1: </a:t>
            </a:r>
            <a:br>
              <a:rPr lang="en-US" dirty="0"/>
            </a:br>
            <a:r>
              <a:rPr lang="en-US" dirty="0"/>
              <a:t>Planning the System </a:t>
            </a:r>
          </a:p>
        </p:txBody>
      </p:sp>
      <p:sp>
        <p:nvSpPr>
          <p:cNvPr id="103426" name="Rectangle 3"/>
          <p:cNvSpPr>
            <a:spLocks noGrp="1" noChangeArrowheads="1"/>
          </p:cNvSpPr>
          <p:nvPr>
            <p:ph idx="1"/>
          </p:nvPr>
        </p:nvSpPr>
        <p:spPr>
          <a:xfrm>
            <a:off x="457200" y="1524000"/>
            <a:ext cx="8229600" cy="4525963"/>
          </a:xfrm>
        </p:spPr>
        <p:txBody>
          <a:bodyPr lIns="182562" tIns="46038" rIns="182562" bIns="46038">
            <a:normAutofit/>
          </a:bodyPr>
          <a:lstStyle/>
          <a:p>
            <a:r>
              <a:rPr lang="en-US" sz="3600" dirty="0">
                <a:solidFill>
                  <a:schemeClr val="tx1"/>
                </a:solidFill>
                <a:latin typeface="Tahoma" pitchFamily="34" charset="0"/>
                <a:ea typeface="Tahoma" pitchFamily="34" charset="0"/>
                <a:cs typeface="Tahoma" pitchFamily="34" charset="0"/>
              </a:rPr>
              <a:t>Recognizing the need may come from acknowledging deficiencies.</a:t>
            </a:r>
            <a:r>
              <a:rPr lang="en-US" sz="3200" dirty="0">
                <a:solidFill>
                  <a:schemeClr val="tx1"/>
                </a:solidFill>
                <a:latin typeface="Tahoma" pitchFamily="34" charset="0"/>
                <a:ea typeface="Tahoma" pitchFamily="34" charset="0"/>
                <a:cs typeface="Tahoma" pitchFamily="34" charset="0"/>
              </a:rPr>
              <a:t> </a:t>
            </a:r>
          </a:p>
          <a:p>
            <a:pPr eaLnBrk="1" hangingPunct="1"/>
            <a:endParaRPr lang="en-US" sz="28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22</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743200"/>
            <a:ext cx="5736336" cy="35590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1: </a:t>
            </a:r>
            <a:br>
              <a:rPr lang="en-US" dirty="0"/>
            </a:br>
            <a:r>
              <a:rPr lang="en-US" dirty="0"/>
              <a:t>Planning the System </a:t>
            </a:r>
          </a:p>
        </p:txBody>
      </p:sp>
      <p:sp>
        <p:nvSpPr>
          <p:cNvPr id="103426" name="Rectangle 3"/>
          <p:cNvSpPr>
            <a:spLocks noGrp="1" noChangeArrowheads="1"/>
          </p:cNvSpPr>
          <p:nvPr>
            <p:ph idx="1"/>
          </p:nvPr>
        </p:nvSpPr>
        <p:spPr>
          <a:xfrm>
            <a:off x="457200" y="1600200"/>
            <a:ext cx="8229600" cy="4525963"/>
          </a:xfrm>
        </p:spPr>
        <p:txBody>
          <a:bodyPr lIns="182562" tIns="46038" rIns="182562" bIns="46038">
            <a:normAutofit/>
          </a:bodyPr>
          <a:lstStyle/>
          <a:p>
            <a:r>
              <a:rPr lang="en-US" sz="3600" b="1" dirty="0">
                <a:solidFill>
                  <a:schemeClr val="tx1"/>
                </a:solidFill>
                <a:latin typeface="Tahoma" pitchFamily="34" charset="0"/>
                <a:ea typeface="Tahoma" pitchFamily="34" charset="0"/>
                <a:cs typeface="Tahoma" pitchFamily="34" charset="0"/>
              </a:rPr>
              <a:t>Defining the problem</a:t>
            </a:r>
          </a:p>
          <a:p>
            <a:pPr lvl="1"/>
            <a:r>
              <a:rPr lang="en-US" sz="2400" dirty="0">
                <a:solidFill>
                  <a:schemeClr val="tx1"/>
                </a:solidFill>
                <a:latin typeface="Tahoma" pitchFamily="34" charset="0"/>
                <a:ea typeface="Tahoma" pitchFamily="34" charset="0"/>
                <a:cs typeface="Tahoma" pitchFamily="34" charset="0"/>
              </a:rPr>
              <a:t>The difference between a symptom and a problem:</a:t>
            </a:r>
          </a:p>
          <a:p>
            <a:pPr lvl="2"/>
            <a:r>
              <a:rPr lang="en-US" sz="2400" b="1" dirty="0">
                <a:solidFill>
                  <a:schemeClr val="tx1"/>
                </a:solidFill>
                <a:latin typeface="Tahoma" pitchFamily="34" charset="0"/>
                <a:ea typeface="Tahoma" pitchFamily="34" charset="0"/>
                <a:cs typeface="Tahoma" pitchFamily="34" charset="0"/>
              </a:rPr>
              <a:t>Symptom</a:t>
            </a:r>
            <a:r>
              <a:rPr lang="en-US" sz="2400" dirty="0">
                <a:solidFill>
                  <a:schemeClr val="tx1"/>
                </a:solidFill>
                <a:latin typeface="Tahoma" pitchFamily="34" charset="0"/>
                <a:ea typeface="Tahoma" pitchFamily="34" charset="0"/>
                <a:cs typeface="Tahoma" pitchFamily="34" charset="0"/>
              </a:rPr>
              <a:t>—Unacceptable result of a problem</a:t>
            </a:r>
          </a:p>
          <a:p>
            <a:pPr lvl="2"/>
            <a:r>
              <a:rPr lang="en-US" sz="2400" b="1" dirty="0">
                <a:solidFill>
                  <a:schemeClr val="tx1"/>
                </a:solidFill>
                <a:latin typeface="Tahoma" pitchFamily="34" charset="0"/>
                <a:ea typeface="Tahoma" pitchFamily="34" charset="0"/>
                <a:cs typeface="Tahoma" pitchFamily="34" charset="0"/>
              </a:rPr>
              <a:t>Problem</a:t>
            </a:r>
            <a:r>
              <a:rPr lang="en-US" sz="2400" dirty="0">
                <a:solidFill>
                  <a:schemeClr val="tx1"/>
                </a:solidFill>
                <a:latin typeface="Tahoma" pitchFamily="34" charset="0"/>
                <a:ea typeface="Tahoma" pitchFamily="34" charset="0"/>
                <a:cs typeface="Tahoma" pitchFamily="34" charset="0"/>
              </a:rPr>
              <a:t>—Underlying cause of a symptom</a:t>
            </a:r>
          </a:p>
          <a:p>
            <a:pPr lvl="1"/>
            <a:r>
              <a:rPr lang="en-US" sz="2400" dirty="0">
                <a:solidFill>
                  <a:schemeClr val="tx1"/>
                </a:solidFill>
                <a:latin typeface="Tahoma" pitchFamily="34" charset="0"/>
                <a:ea typeface="Tahoma" pitchFamily="34" charset="0"/>
                <a:cs typeface="Tahoma" pitchFamily="34" charset="0"/>
              </a:rPr>
              <a:t>Ideally, features that need to be added to or built into the system are identified</a:t>
            </a:r>
          </a:p>
          <a:p>
            <a:r>
              <a:rPr lang="en-US" sz="3600" b="1" dirty="0">
                <a:solidFill>
                  <a:schemeClr val="tx1"/>
                </a:solidFill>
                <a:latin typeface="Tahoma" pitchFamily="34" charset="0"/>
                <a:ea typeface="Tahoma" pitchFamily="34" charset="0"/>
                <a:cs typeface="Tahoma" pitchFamily="34" charset="0"/>
              </a:rPr>
              <a:t>Examining alternative solutions</a:t>
            </a:r>
          </a:p>
          <a:p>
            <a:pPr lvl="1"/>
            <a:r>
              <a:rPr lang="en-US" sz="2400" dirty="0">
                <a:solidFill>
                  <a:schemeClr val="tx1"/>
                </a:solidFill>
                <a:latin typeface="Tahoma" pitchFamily="34" charset="0"/>
                <a:ea typeface="Tahoma" pitchFamily="34" charset="0"/>
                <a:cs typeface="Tahoma" pitchFamily="34" charset="0"/>
              </a:rPr>
              <a:t>Complete a </a:t>
            </a:r>
            <a:r>
              <a:rPr lang="en-US" sz="2400" b="1" dirty="0">
                <a:solidFill>
                  <a:schemeClr val="tx1"/>
                </a:solidFill>
                <a:latin typeface="Tahoma" pitchFamily="34" charset="0"/>
                <a:ea typeface="Tahoma" pitchFamily="34" charset="0"/>
                <a:cs typeface="Tahoma" pitchFamily="34" charset="0"/>
              </a:rPr>
              <a:t>requirements analysis</a:t>
            </a:r>
          </a:p>
          <a:p>
            <a:pPr lvl="1"/>
            <a:r>
              <a:rPr lang="en-US" sz="2400" dirty="0">
                <a:solidFill>
                  <a:schemeClr val="tx1"/>
                </a:solidFill>
                <a:latin typeface="Tahoma" pitchFamily="34" charset="0"/>
                <a:ea typeface="Tahoma" pitchFamily="34" charset="0"/>
                <a:cs typeface="Tahoma" pitchFamily="34" charset="0"/>
              </a:rPr>
              <a:t>Consider possible solutions</a:t>
            </a:r>
          </a:p>
          <a:p>
            <a:pPr eaLnBrk="1" hangingPunct="1"/>
            <a:endParaRPr lang="en-US" sz="32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1: </a:t>
            </a:r>
            <a:br>
              <a:rPr lang="en-US" dirty="0"/>
            </a:br>
            <a:r>
              <a:rPr lang="en-US" dirty="0"/>
              <a:t>Planning the System </a:t>
            </a:r>
          </a:p>
        </p:txBody>
      </p:sp>
      <p:sp>
        <p:nvSpPr>
          <p:cNvPr id="103426" name="Rectangle 3"/>
          <p:cNvSpPr>
            <a:spLocks noGrp="1" noChangeArrowheads="1"/>
          </p:cNvSpPr>
          <p:nvPr>
            <p:ph idx="1"/>
          </p:nvPr>
        </p:nvSpPr>
        <p:spPr/>
        <p:txBody>
          <a:bodyPr lIns="182562" tIns="46038" rIns="182562" bIns="46038">
            <a:normAutofit/>
          </a:bodyPr>
          <a:lstStyle/>
          <a:p>
            <a:r>
              <a:rPr lang="en-US" sz="3600" b="1" dirty="0">
                <a:solidFill>
                  <a:schemeClr val="tx1"/>
                </a:solidFill>
                <a:latin typeface="Tahoma" pitchFamily="34" charset="0"/>
                <a:ea typeface="Tahoma" pitchFamily="34" charset="0"/>
                <a:cs typeface="Tahoma" pitchFamily="34" charset="0"/>
              </a:rPr>
              <a:t>Developing a plan</a:t>
            </a:r>
          </a:p>
          <a:p>
            <a:pPr lvl="1"/>
            <a:r>
              <a:rPr lang="en-US" sz="2400" dirty="0">
                <a:solidFill>
                  <a:schemeClr val="tx1"/>
                </a:solidFill>
                <a:latin typeface="Tahoma" pitchFamily="34" charset="0"/>
                <a:ea typeface="Tahoma" pitchFamily="34" charset="0"/>
                <a:cs typeface="Tahoma" pitchFamily="34" charset="0"/>
              </a:rPr>
              <a:t>Identify the appropriate solution.</a:t>
            </a:r>
          </a:p>
          <a:p>
            <a:pPr lvl="1"/>
            <a:r>
              <a:rPr lang="en-US" sz="2400" dirty="0">
                <a:solidFill>
                  <a:schemeClr val="tx1"/>
                </a:solidFill>
                <a:latin typeface="Tahoma" pitchFamily="34" charset="0"/>
                <a:ea typeface="Tahoma" pitchFamily="34" charset="0"/>
                <a:cs typeface="Tahoma" pitchFamily="34" charset="0"/>
              </a:rPr>
              <a:t>Create a </a:t>
            </a:r>
            <a:r>
              <a:rPr lang="en-US" sz="2400" b="1" dirty="0">
                <a:solidFill>
                  <a:schemeClr val="tx1"/>
                </a:solidFill>
                <a:latin typeface="Tahoma" pitchFamily="34" charset="0"/>
                <a:ea typeface="Tahoma" pitchFamily="34" charset="0"/>
                <a:cs typeface="Tahoma" pitchFamily="34" charset="0"/>
              </a:rPr>
              <a:t>project plan</a:t>
            </a:r>
            <a:r>
              <a:rPr lang="en-US" sz="2400" dirty="0">
                <a:solidFill>
                  <a:schemeClr val="tx1"/>
                </a:solidFill>
                <a:latin typeface="Tahoma" pitchFamily="34" charset="0"/>
                <a:ea typeface="Tahoma" pitchFamily="34" charset="0"/>
                <a:cs typeface="Tahoma" pitchFamily="34" charset="0"/>
              </a:rPr>
              <a:t>:</a:t>
            </a:r>
          </a:p>
          <a:p>
            <a:pPr lvl="2"/>
            <a:r>
              <a:rPr lang="en-US" sz="2400" dirty="0">
                <a:solidFill>
                  <a:schemeClr val="tx1"/>
                </a:solidFill>
                <a:latin typeface="Tahoma" pitchFamily="34" charset="0"/>
                <a:ea typeface="Tahoma" pitchFamily="34" charset="0"/>
                <a:cs typeface="Tahoma" pitchFamily="34" charset="0"/>
              </a:rPr>
              <a:t>Cite the goals of the system.</a:t>
            </a:r>
          </a:p>
          <a:p>
            <a:pPr lvl="2"/>
            <a:r>
              <a:rPr lang="en-US" sz="2400" dirty="0">
                <a:solidFill>
                  <a:schemeClr val="tx1"/>
                </a:solidFill>
                <a:latin typeface="Tahoma" pitchFamily="34" charset="0"/>
                <a:ea typeface="Tahoma" pitchFamily="34" charset="0"/>
                <a:cs typeface="Tahoma" pitchFamily="34" charset="0"/>
              </a:rPr>
              <a:t>List activities for successful project completion:</a:t>
            </a:r>
          </a:p>
          <a:p>
            <a:pPr lvl="3"/>
            <a:r>
              <a:rPr lang="en-US" sz="2000" dirty="0">
                <a:solidFill>
                  <a:schemeClr val="tx1"/>
                </a:solidFill>
                <a:latin typeface="Tahoma" pitchFamily="34" charset="0"/>
                <a:ea typeface="Tahoma" pitchFamily="34" charset="0"/>
                <a:cs typeface="Tahoma" pitchFamily="34" charset="0"/>
              </a:rPr>
              <a:t>Specify order of completion</a:t>
            </a:r>
          </a:p>
          <a:p>
            <a:pPr lvl="3"/>
            <a:r>
              <a:rPr lang="en-US" sz="2000" dirty="0">
                <a:solidFill>
                  <a:schemeClr val="tx1"/>
                </a:solidFill>
                <a:latin typeface="Tahoma" pitchFamily="34" charset="0"/>
                <a:ea typeface="Tahoma" pitchFamily="34" charset="0"/>
                <a:cs typeface="Tahoma" pitchFamily="34" charset="0"/>
              </a:rPr>
              <a:t>Estimate time frames</a:t>
            </a:r>
          </a:p>
          <a:p>
            <a:pPr lvl="1"/>
            <a:r>
              <a:rPr lang="en-US" sz="2400" dirty="0">
                <a:solidFill>
                  <a:schemeClr val="tx1"/>
                </a:solidFill>
                <a:latin typeface="Tahoma" pitchFamily="34" charset="0"/>
                <a:ea typeface="Tahoma" pitchFamily="34" charset="0"/>
                <a:cs typeface="Tahoma" pitchFamily="34" charset="0"/>
              </a:rPr>
              <a:t>Create system specifications.</a:t>
            </a:r>
          </a:p>
          <a:p>
            <a:pPr eaLnBrk="1" hangingPunct="1"/>
            <a:endParaRPr lang="en-US" sz="36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1: </a:t>
            </a:r>
            <a:br>
              <a:rPr lang="en-US" dirty="0"/>
            </a:br>
            <a:r>
              <a:rPr lang="en-US" dirty="0"/>
              <a:t>Planning the System </a:t>
            </a:r>
          </a:p>
        </p:txBody>
      </p:sp>
      <p:sp>
        <p:nvSpPr>
          <p:cNvPr id="103426" name="Rectangle 3"/>
          <p:cNvSpPr>
            <a:spLocks noGrp="1" noChangeArrowheads="1"/>
          </p:cNvSpPr>
          <p:nvPr>
            <p:ph idx="1"/>
          </p:nvPr>
        </p:nvSpPr>
        <p:spPr/>
        <p:txBody>
          <a:bodyPr lIns="182562" tIns="46038" rIns="182562" bIns="46038">
            <a:normAutofit/>
          </a:bodyPr>
          <a:lstStyle/>
          <a:p>
            <a:r>
              <a:rPr lang="en-US" sz="3600" b="1" dirty="0">
                <a:solidFill>
                  <a:schemeClr val="tx1"/>
                </a:solidFill>
                <a:latin typeface="Tahoma" pitchFamily="34" charset="0"/>
                <a:ea typeface="Tahoma" pitchFamily="34" charset="0"/>
                <a:cs typeface="Tahoma" pitchFamily="34" charset="0"/>
              </a:rPr>
              <a:t>Gantt chart summarizes plans</a:t>
            </a:r>
            <a:r>
              <a:rPr lang="en-US" sz="3200" dirty="0">
                <a:solidFill>
                  <a:schemeClr val="tx1"/>
                </a:solidFill>
                <a:latin typeface="Tahoma" pitchFamily="34" charset="0"/>
                <a:ea typeface="Tahoma" pitchFamily="34" charset="0"/>
                <a:cs typeface="Tahoma" pitchFamily="34" charset="0"/>
              </a:rPr>
              <a:t> </a:t>
            </a:r>
          </a:p>
          <a:p>
            <a:pPr eaLnBrk="1" hangingPunct="1"/>
            <a:endParaRPr lang="en-US" sz="32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25</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362200"/>
            <a:ext cx="7993380" cy="2971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1: </a:t>
            </a:r>
            <a:br>
              <a:rPr lang="en-US" dirty="0"/>
            </a:br>
            <a:r>
              <a:rPr lang="en-US" dirty="0"/>
              <a:t>Planning the System </a:t>
            </a:r>
          </a:p>
        </p:txBody>
      </p:sp>
      <p:sp>
        <p:nvSpPr>
          <p:cNvPr id="103426" name="Rectangle 3"/>
          <p:cNvSpPr>
            <a:spLocks noGrp="1" noChangeArrowheads="1"/>
          </p:cNvSpPr>
          <p:nvPr>
            <p:ph idx="1"/>
          </p:nvPr>
        </p:nvSpPr>
        <p:spPr>
          <a:xfrm>
            <a:off x="457200" y="1600200"/>
            <a:ext cx="8229600" cy="4525963"/>
          </a:xfrm>
        </p:spPr>
        <p:txBody>
          <a:bodyPr lIns="182562" tIns="46038" rIns="182562" bIns="46038">
            <a:normAutofit lnSpcReduction="10000"/>
          </a:bodyPr>
          <a:lstStyle/>
          <a:p>
            <a:r>
              <a:rPr lang="en-US" sz="3600" b="1" dirty="0">
                <a:solidFill>
                  <a:schemeClr val="tx1"/>
                </a:solidFill>
                <a:latin typeface="Tahoma" pitchFamily="34" charset="0"/>
                <a:ea typeface="Tahoma" pitchFamily="34" charset="0"/>
                <a:cs typeface="Tahoma" pitchFamily="34" charset="0"/>
              </a:rPr>
              <a:t>Determining feasibility</a:t>
            </a:r>
          </a:p>
          <a:p>
            <a:pPr lvl="1"/>
            <a:r>
              <a:rPr lang="en-US" sz="2400" dirty="0">
                <a:solidFill>
                  <a:schemeClr val="tx1"/>
                </a:solidFill>
                <a:latin typeface="Tahoma" pitchFamily="34" charset="0"/>
                <a:ea typeface="Tahoma" pitchFamily="34" charset="0"/>
                <a:cs typeface="Tahoma" pitchFamily="34" charset="0"/>
              </a:rPr>
              <a:t>Technical feasibility—Can be completed with existing, proven technology</a:t>
            </a:r>
            <a:endParaRPr lang="en-US" sz="2400" b="1" dirty="0">
              <a:solidFill>
                <a:schemeClr val="tx1"/>
              </a:solidFill>
              <a:latin typeface="Tahoma" pitchFamily="34" charset="0"/>
              <a:ea typeface="Tahoma" pitchFamily="34" charset="0"/>
              <a:cs typeface="Tahoma" pitchFamily="34" charset="0"/>
            </a:endParaRPr>
          </a:p>
          <a:p>
            <a:pPr lvl="1"/>
            <a:r>
              <a:rPr lang="en-US" sz="2400" b="1" dirty="0">
                <a:solidFill>
                  <a:schemeClr val="tx1"/>
                </a:solidFill>
                <a:latin typeface="Tahoma" pitchFamily="34" charset="0"/>
                <a:ea typeface="Tahoma" pitchFamily="34" charset="0"/>
                <a:cs typeface="Tahoma" pitchFamily="34" charset="0"/>
              </a:rPr>
              <a:t>Operational feasibility</a:t>
            </a:r>
            <a:r>
              <a:rPr lang="en-US" sz="2400" dirty="0">
                <a:solidFill>
                  <a:schemeClr val="tx1"/>
                </a:solidFill>
                <a:latin typeface="Tahoma" pitchFamily="34" charset="0"/>
                <a:ea typeface="Tahoma" pitchFamily="34" charset="0"/>
                <a:cs typeface="Tahoma" pitchFamily="34" charset="0"/>
              </a:rPr>
              <a:t>—Can be accomplished with available resources</a:t>
            </a:r>
            <a:endParaRPr lang="en-US" sz="2400" b="1" dirty="0">
              <a:solidFill>
                <a:schemeClr val="tx1"/>
              </a:solidFill>
              <a:latin typeface="Tahoma" pitchFamily="34" charset="0"/>
              <a:ea typeface="Tahoma" pitchFamily="34" charset="0"/>
              <a:cs typeface="Tahoma" pitchFamily="34" charset="0"/>
            </a:endParaRPr>
          </a:p>
          <a:p>
            <a:pPr lvl="1"/>
            <a:r>
              <a:rPr lang="en-US" sz="2400" dirty="0">
                <a:solidFill>
                  <a:schemeClr val="tx1"/>
                </a:solidFill>
                <a:latin typeface="Tahoma" pitchFamily="34" charset="0"/>
                <a:ea typeface="Tahoma" pitchFamily="34" charset="0"/>
                <a:cs typeface="Tahoma" pitchFamily="34" charset="0"/>
              </a:rPr>
              <a:t>Economic feasibility:</a:t>
            </a:r>
            <a:r>
              <a:rPr lang="en-US" sz="2400" b="1" dirty="0">
                <a:solidFill>
                  <a:schemeClr val="tx1"/>
                </a:solidFill>
                <a:latin typeface="Tahoma" pitchFamily="34" charset="0"/>
                <a:ea typeface="Tahoma" pitchFamily="34" charset="0"/>
                <a:cs typeface="Tahoma" pitchFamily="34" charset="0"/>
              </a:rPr>
              <a:t> </a:t>
            </a:r>
          </a:p>
          <a:p>
            <a:pPr lvl="2"/>
            <a:r>
              <a:rPr lang="en-US" sz="2400" dirty="0">
                <a:solidFill>
                  <a:schemeClr val="tx1"/>
                </a:solidFill>
                <a:latin typeface="Tahoma" pitchFamily="34" charset="0"/>
                <a:ea typeface="Tahoma" pitchFamily="34" charset="0"/>
                <a:cs typeface="Tahoma" pitchFamily="34" charset="0"/>
              </a:rPr>
              <a:t>Can be done with available financial resources</a:t>
            </a:r>
          </a:p>
          <a:p>
            <a:pPr lvl="2"/>
            <a:r>
              <a:rPr lang="en-US" sz="2400" dirty="0">
                <a:solidFill>
                  <a:schemeClr val="tx1"/>
                </a:solidFill>
                <a:latin typeface="Tahoma" pitchFamily="34" charset="0"/>
                <a:ea typeface="Tahoma" pitchFamily="34" charset="0"/>
                <a:cs typeface="Tahoma" pitchFamily="34" charset="0"/>
              </a:rPr>
              <a:t>Often involves a </a:t>
            </a:r>
            <a:r>
              <a:rPr lang="en-US" sz="2400" b="1" dirty="0">
                <a:solidFill>
                  <a:schemeClr val="tx1"/>
                </a:solidFill>
                <a:latin typeface="Tahoma" pitchFamily="34" charset="0"/>
                <a:ea typeface="Tahoma" pitchFamily="34" charset="0"/>
                <a:cs typeface="Tahoma" pitchFamily="34" charset="0"/>
              </a:rPr>
              <a:t>cost-benefit analysis</a:t>
            </a:r>
          </a:p>
          <a:p>
            <a:pPr lvl="3"/>
            <a:r>
              <a:rPr lang="en-US" sz="2000" dirty="0">
                <a:solidFill>
                  <a:schemeClr val="tx1"/>
                </a:solidFill>
                <a:latin typeface="Tahoma" pitchFamily="34" charset="0"/>
                <a:ea typeface="Tahoma" pitchFamily="34" charset="0"/>
                <a:cs typeface="Tahoma" pitchFamily="34" charset="0"/>
              </a:rPr>
              <a:t>Analysis of losses and gains related to a project</a:t>
            </a:r>
          </a:p>
          <a:p>
            <a:pPr lvl="3"/>
            <a:r>
              <a:rPr lang="en-US" sz="2000" b="1" dirty="0">
                <a:solidFill>
                  <a:schemeClr val="tx1"/>
                </a:solidFill>
                <a:latin typeface="Tahoma" pitchFamily="34" charset="0"/>
                <a:ea typeface="Tahoma" pitchFamily="34" charset="0"/>
                <a:cs typeface="Tahoma" pitchFamily="34" charset="0"/>
              </a:rPr>
              <a:t>Tangible</a:t>
            </a:r>
            <a:r>
              <a:rPr lang="en-US" sz="2000" dirty="0">
                <a:solidFill>
                  <a:schemeClr val="tx1"/>
                </a:solidFill>
                <a:latin typeface="Tahoma" pitchFamily="34" charset="0"/>
                <a:ea typeface="Tahoma" pitchFamily="34" charset="0"/>
                <a:cs typeface="Tahoma" pitchFamily="34" charset="0"/>
              </a:rPr>
              <a:t> and </a:t>
            </a:r>
            <a:r>
              <a:rPr lang="en-US" sz="2000" b="1" dirty="0">
                <a:solidFill>
                  <a:schemeClr val="tx1"/>
                </a:solidFill>
                <a:latin typeface="Tahoma" pitchFamily="34" charset="0"/>
                <a:ea typeface="Tahoma" pitchFamily="34" charset="0"/>
                <a:cs typeface="Tahoma" pitchFamily="34" charset="0"/>
              </a:rPr>
              <a:t>intangible benefits</a:t>
            </a:r>
          </a:p>
          <a:p>
            <a:pPr lvl="2"/>
            <a:r>
              <a:rPr lang="en-US" sz="2400" dirty="0">
                <a:solidFill>
                  <a:schemeClr val="tx1"/>
                </a:solidFill>
                <a:latin typeface="Tahoma" pitchFamily="34" charset="0"/>
                <a:ea typeface="Tahoma" pitchFamily="34" charset="0"/>
                <a:cs typeface="Tahoma" pitchFamily="34" charset="0"/>
              </a:rPr>
              <a:t>Seeks a return on investment (ROI)</a:t>
            </a:r>
          </a:p>
          <a:p>
            <a:pPr eaLnBrk="1" hangingPunct="1"/>
            <a:endParaRPr lang="en-US"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1: </a:t>
            </a:r>
            <a:br>
              <a:rPr lang="en-US" dirty="0"/>
            </a:br>
            <a:r>
              <a:rPr lang="en-US" dirty="0"/>
              <a:t>Planning the System</a:t>
            </a:r>
          </a:p>
        </p:txBody>
      </p:sp>
      <p:sp>
        <p:nvSpPr>
          <p:cNvPr id="103426" name="Rectangle 3"/>
          <p:cNvSpPr>
            <a:spLocks noGrp="1" noChangeArrowheads="1"/>
          </p:cNvSpPr>
          <p:nvPr>
            <p:ph idx="1"/>
          </p:nvPr>
        </p:nvSpPr>
        <p:spPr>
          <a:xfrm>
            <a:off x="457200" y="1600200"/>
            <a:ext cx="8229600" cy="4525963"/>
          </a:xfrm>
        </p:spPr>
        <p:txBody>
          <a:bodyPr lIns="182562" tIns="46038" rIns="182562" bIns="46038">
            <a:normAutofit/>
          </a:bodyPr>
          <a:lstStyle/>
          <a:p>
            <a:r>
              <a:rPr lang="en-US" sz="3600" b="1" dirty="0">
                <a:solidFill>
                  <a:schemeClr val="tx1"/>
                </a:solidFill>
                <a:latin typeface="Tahoma" pitchFamily="34" charset="0"/>
                <a:ea typeface="Tahoma" pitchFamily="34" charset="0"/>
                <a:cs typeface="Tahoma" pitchFamily="34" charset="0"/>
              </a:rPr>
              <a:t>Preparing the project proposal</a:t>
            </a:r>
          </a:p>
          <a:p>
            <a:pPr lvl="1"/>
            <a:r>
              <a:rPr lang="en-US" sz="2400" dirty="0">
                <a:solidFill>
                  <a:schemeClr val="tx1"/>
                </a:solidFill>
                <a:latin typeface="Tahoma" pitchFamily="34" charset="0"/>
                <a:ea typeface="Tahoma" pitchFamily="34" charset="0"/>
                <a:cs typeface="Tahoma" pitchFamily="34" charset="0"/>
              </a:rPr>
              <a:t>Project leader writes a report:</a:t>
            </a:r>
          </a:p>
          <a:p>
            <a:pPr lvl="2"/>
            <a:r>
              <a:rPr lang="en-US" sz="2400" dirty="0">
                <a:solidFill>
                  <a:schemeClr val="tx1"/>
                </a:solidFill>
                <a:latin typeface="Tahoma" pitchFamily="34" charset="0"/>
                <a:ea typeface="Tahoma" pitchFamily="34" charset="0"/>
                <a:cs typeface="Tahoma" pitchFamily="34" charset="0"/>
              </a:rPr>
              <a:t>Identifies the problem.</a:t>
            </a:r>
          </a:p>
          <a:p>
            <a:pPr lvl="2"/>
            <a:r>
              <a:rPr lang="en-US" sz="2400" dirty="0">
                <a:solidFill>
                  <a:schemeClr val="tx1"/>
                </a:solidFill>
                <a:latin typeface="Tahoma" pitchFamily="34" charset="0"/>
                <a:ea typeface="Tahoma" pitchFamily="34" charset="0"/>
                <a:cs typeface="Tahoma" pitchFamily="34" charset="0"/>
              </a:rPr>
              <a:t>Explains the proposed solution and benefits.</a:t>
            </a:r>
          </a:p>
          <a:p>
            <a:pPr lvl="2"/>
            <a:r>
              <a:rPr lang="en-US" sz="2400" dirty="0">
                <a:solidFill>
                  <a:schemeClr val="tx1"/>
                </a:solidFill>
                <a:latin typeface="Tahoma" pitchFamily="34" charset="0"/>
                <a:ea typeface="Tahoma" pitchFamily="34" charset="0"/>
                <a:cs typeface="Tahoma" pitchFamily="34" charset="0"/>
              </a:rPr>
              <a:t>Gives details of the plan.</a:t>
            </a:r>
          </a:p>
          <a:p>
            <a:pPr lvl="2"/>
            <a:r>
              <a:rPr lang="en-US" sz="2400" dirty="0">
                <a:solidFill>
                  <a:schemeClr val="tx1"/>
                </a:solidFill>
                <a:latin typeface="Tahoma" pitchFamily="34" charset="0"/>
                <a:ea typeface="Tahoma" pitchFamily="34" charset="0"/>
                <a:cs typeface="Tahoma" pitchFamily="34" charset="0"/>
              </a:rPr>
              <a:t>Concludes with a recommendation.</a:t>
            </a:r>
          </a:p>
          <a:p>
            <a:pPr lvl="1"/>
            <a:r>
              <a:rPr lang="en-US" sz="2400" dirty="0">
                <a:solidFill>
                  <a:schemeClr val="tx1"/>
                </a:solidFill>
                <a:latin typeface="Tahoma" pitchFamily="34" charset="0"/>
                <a:ea typeface="Tahoma" pitchFamily="34" charset="0"/>
                <a:cs typeface="Tahoma" pitchFamily="34" charset="0"/>
              </a:rPr>
              <a:t>Includes </a:t>
            </a:r>
            <a:r>
              <a:rPr lang="en-US" sz="2400" b="1" dirty="0">
                <a:solidFill>
                  <a:schemeClr val="tx1"/>
                </a:solidFill>
                <a:latin typeface="Tahoma" pitchFamily="34" charset="0"/>
                <a:ea typeface="Tahoma" pitchFamily="34" charset="0"/>
                <a:cs typeface="Tahoma" pitchFamily="34" charset="0"/>
              </a:rPr>
              <a:t>scope</a:t>
            </a:r>
            <a:r>
              <a:rPr lang="en-US" sz="2400" dirty="0">
                <a:solidFill>
                  <a:schemeClr val="tx1"/>
                </a:solidFill>
                <a:latin typeface="Tahoma" pitchFamily="34" charset="0"/>
                <a:ea typeface="Tahoma" pitchFamily="34" charset="0"/>
                <a:cs typeface="Tahoma" pitchFamily="34" charset="0"/>
              </a:rPr>
              <a:t>, the sum of all project elements, as well as funds to cover </a:t>
            </a:r>
            <a:r>
              <a:rPr lang="en-US" sz="2400" b="1" dirty="0">
                <a:solidFill>
                  <a:schemeClr val="tx1"/>
                </a:solidFill>
                <a:latin typeface="Tahoma" pitchFamily="34" charset="0"/>
                <a:ea typeface="Tahoma" pitchFamily="34" charset="0"/>
                <a:cs typeface="Tahoma" pitchFamily="34" charset="0"/>
              </a:rPr>
              <a:t>scope creep.</a:t>
            </a:r>
          </a:p>
          <a:p>
            <a:pPr lvl="1"/>
            <a:r>
              <a:rPr lang="en-US" sz="2400" dirty="0">
                <a:solidFill>
                  <a:schemeClr val="tx1"/>
                </a:solidFill>
                <a:latin typeface="Tahoma" pitchFamily="34" charset="0"/>
                <a:ea typeface="Tahoma" pitchFamily="34" charset="0"/>
                <a:cs typeface="Tahoma" pitchFamily="34" charset="0"/>
              </a:rPr>
              <a:t>The project proposal is the deliverable for Phase 1.</a:t>
            </a:r>
          </a:p>
          <a:p>
            <a:pPr eaLnBrk="1" hangingPunct="1"/>
            <a:endParaRPr lang="en-US" sz="36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1447800" y="838200"/>
            <a:ext cx="6400800" cy="838200"/>
          </a:xfrm>
        </p:spPr>
        <p:txBody>
          <a:bodyPr lIns="92075" tIns="46038" rIns="92075" bIns="46038" anchor="ctr"/>
          <a:lstStyle/>
          <a:p>
            <a:r>
              <a:rPr lang="en-US" sz="4800" spc="-150" dirty="0"/>
              <a:t>Phase 2: Analyzing and Documenting </a:t>
            </a:r>
            <a:br>
              <a:rPr lang="en-US" sz="4800" spc="-150" dirty="0"/>
            </a:br>
            <a:r>
              <a:rPr lang="en-US" sz="4800" spc="-150" dirty="0"/>
              <a:t>the Existing System</a:t>
            </a:r>
            <a:r>
              <a:rPr lang="en-US" sz="4800" dirty="0"/>
              <a:t> </a:t>
            </a:r>
          </a:p>
        </p:txBody>
      </p:sp>
      <p:sp>
        <p:nvSpPr>
          <p:cNvPr id="103426" name="Rectangle 3"/>
          <p:cNvSpPr>
            <a:spLocks noGrp="1" noChangeArrowheads="1"/>
          </p:cNvSpPr>
          <p:nvPr>
            <p:ph idx="1"/>
          </p:nvPr>
        </p:nvSpPr>
        <p:spPr>
          <a:xfrm>
            <a:off x="457200" y="2438399"/>
            <a:ext cx="8229600" cy="3733801"/>
          </a:xfrm>
        </p:spPr>
        <p:txBody>
          <a:bodyPr lIns="182562" tIns="46038" rIns="182562" bIns="46038">
            <a:normAutofit lnSpcReduction="10000"/>
          </a:bodyPr>
          <a:lstStyle/>
          <a:p>
            <a:r>
              <a:rPr lang="en-US" sz="3600" b="1" dirty="0">
                <a:solidFill>
                  <a:schemeClr val="tx1"/>
                </a:solidFill>
                <a:latin typeface="Tahoma" pitchFamily="34" charset="0"/>
                <a:ea typeface="Tahoma" pitchFamily="34" charset="0"/>
                <a:cs typeface="Tahoma" pitchFamily="34" charset="0"/>
              </a:rPr>
              <a:t>Analyzing the existing system</a:t>
            </a:r>
          </a:p>
          <a:p>
            <a:pPr lvl="1"/>
            <a:r>
              <a:rPr lang="en-US" sz="2400" dirty="0">
                <a:solidFill>
                  <a:schemeClr val="tx1"/>
                </a:solidFill>
                <a:latin typeface="Tahoma" pitchFamily="34" charset="0"/>
                <a:ea typeface="Tahoma" pitchFamily="34" charset="0"/>
                <a:cs typeface="Tahoma" pitchFamily="34" charset="0"/>
              </a:rPr>
              <a:t>Identify activities needed to continue</a:t>
            </a:r>
          </a:p>
          <a:p>
            <a:pPr lvl="1"/>
            <a:r>
              <a:rPr lang="en-US" sz="2400" dirty="0">
                <a:solidFill>
                  <a:schemeClr val="tx1"/>
                </a:solidFill>
                <a:latin typeface="Tahoma" pitchFamily="34" charset="0"/>
                <a:ea typeface="Tahoma" pitchFamily="34" charset="0"/>
                <a:cs typeface="Tahoma" pitchFamily="34" charset="0"/>
              </a:rPr>
              <a:t>Uncover problems not evident in Phase 1</a:t>
            </a:r>
          </a:p>
          <a:p>
            <a:r>
              <a:rPr lang="en-US" sz="3600" b="1" dirty="0">
                <a:solidFill>
                  <a:schemeClr val="tx1"/>
                </a:solidFill>
                <a:latin typeface="Tahoma" pitchFamily="34" charset="0"/>
                <a:ea typeface="Tahoma" pitchFamily="34" charset="0"/>
                <a:cs typeface="Tahoma" pitchFamily="34" charset="0"/>
              </a:rPr>
              <a:t>Determining the new system requirements</a:t>
            </a:r>
          </a:p>
          <a:p>
            <a:pPr lvl="1"/>
            <a:r>
              <a:rPr lang="en-US" sz="2400" dirty="0">
                <a:solidFill>
                  <a:schemeClr val="tx1"/>
                </a:solidFill>
                <a:latin typeface="Tahoma" pitchFamily="34" charset="0"/>
                <a:ea typeface="Tahoma" pitchFamily="34" charset="0"/>
                <a:cs typeface="Tahoma" pitchFamily="34" charset="0"/>
              </a:rPr>
              <a:t>State the requirements precisely</a:t>
            </a:r>
          </a:p>
          <a:p>
            <a:pPr lvl="1"/>
            <a:r>
              <a:rPr lang="en-US" sz="2400" dirty="0">
                <a:solidFill>
                  <a:schemeClr val="tx1"/>
                </a:solidFill>
                <a:latin typeface="Tahoma" pitchFamily="34" charset="0"/>
                <a:ea typeface="Tahoma" pitchFamily="34" charset="0"/>
                <a:cs typeface="Tahoma" pitchFamily="34" charset="0"/>
              </a:rPr>
              <a:t>The listing of requirements is the deliverable for Phase 2</a:t>
            </a:r>
          </a:p>
          <a:p>
            <a:pPr eaLnBrk="1" hangingPunct="1"/>
            <a:endParaRPr lang="en-US" sz="32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00200"/>
          </a:xfrm>
        </p:spPr>
        <p:txBody>
          <a:bodyPr lIns="92075" tIns="46038" rIns="92075" bIns="46038" anchor="ctr"/>
          <a:lstStyle/>
          <a:p>
            <a:r>
              <a:rPr lang="en-US" dirty="0"/>
              <a:t>Phase 3:</a:t>
            </a:r>
            <a:br>
              <a:rPr lang="en-US" dirty="0"/>
            </a:br>
            <a:r>
              <a:rPr lang="en-US" dirty="0"/>
              <a:t>Designing the System </a:t>
            </a:r>
          </a:p>
        </p:txBody>
      </p:sp>
      <p:sp>
        <p:nvSpPr>
          <p:cNvPr id="103426" name="Rectangle 3"/>
          <p:cNvSpPr>
            <a:spLocks noGrp="1" noChangeArrowheads="1"/>
          </p:cNvSpPr>
          <p:nvPr>
            <p:ph idx="1"/>
          </p:nvPr>
        </p:nvSpPr>
        <p:spPr>
          <a:xfrm>
            <a:off x="457200" y="1676400"/>
            <a:ext cx="8229600" cy="4449763"/>
          </a:xfrm>
        </p:spPr>
        <p:txBody>
          <a:bodyPr lIns="182562" tIns="46038" rIns="182562" bIns="46038">
            <a:normAutofit fontScale="92500" lnSpcReduction="20000"/>
          </a:bodyPr>
          <a:lstStyle/>
          <a:p>
            <a:r>
              <a:rPr lang="en-US" sz="3600" b="1" dirty="0">
                <a:solidFill>
                  <a:schemeClr val="tx1"/>
                </a:solidFill>
                <a:latin typeface="Tahoma" pitchFamily="34" charset="0"/>
                <a:ea typeface="Tahoma" pitchFamily="34" charset="0"/>
                <a:cs typeface="Tahoma" pitchFamily="34" charset="0"/>
              </a:rPr>
              <a:t>How the new system will work</a:t>
            </a:r>
          </a:p>
          <a:p>
            <a:pPr lvl="1"/>
            <a:r>
              <a:rPr lang="en-US" sz="2600" dirty="0">
                <a:solidFill>
                  <a:schemeClr val="tx1"/>
                </a:solidFill>
                <a:latin typeface="Tahoma" pitchFamily="34" charset="0"/>
                <a:ea typeface="Tahoma" pitchFamily="34" charset="0"/>
                <a:cs typeface="Tahoma" pitchFamily="34" charset="0"/>
              </a:rPr>
              <a:t>Design Tools</a:t>
            </a:r>
          </a:p>
          <a:p>
            <a:pPr lvl="2"/>
            <a:r>
              <a:rPr lang="en-US" sz="2600" b="1" dirty="0" err="1">
                <a:solidFill>
                  <a:schemeClr val="tx1"/>
                </a:solidFill>
                <a:latin typeface="Tahoma" pitchFamily="34" charset="0"/>
                <a:ea typeface="Tahoma" pitchFamily="34" charset="0"/>
                <a:cs typeface="Tahoma" pitchFamily="34" charset="0"/>
              </a:rPr>
              <a:t>ERD</a:t>
            </a:r>
            <a:r>
              <a:rPr lang="en-US" sz="2600" b="1" dirty="0">
                <a:solidFill>
                  <a:schemeClr val="tx1"/>
                </a:solidFill>
                <a:latin typeface="Tahoma" pitchFamily="34" charset="0"/>
                <a:ea typeface="Tahoma" pitchFamily="34" charset="0"/>
                <a:cs typeface="Tahoma" pitchFamily="34" charset="0"/>
              </a:rPr>
              <a:t> (Entity-relationship diagram)</a:t>
            </a:r>
          </a:p>
          <a:p>
            <a:pPr lvl="3"/>
            <a:r>
              <a:rPr lang="en-US" sz="2600" dirty="0">
                <a:solidFill>
                  <a:schemeClr val="tx1"/>
                </a:solidFill>
                <a:latin typeface="Tahoma" pitchFamily="34" charset="0"/>
                <a:ea typeface="Tahoma" pitchFamily="34" charset="0"/>
                <a:cs typeface="Tahoma" pitchFamily="34" charset="0"/>
              </a:rPr>
              <a:t>All of the entities in the system as well as their relationships</a:t>
            </a:r>
          </a:p>
          <a:p>
            <a:pPr lvl="2"/>
            <a:r>
              <a:rPr lang="en-US" sz="2600" b="1" dirty="0">
                <a:solidFill>
                  <a:schemeClr val="tx1"/>
                </a:solidFill>
                <a:latin typeface="Tahoma" pitchFamily="34" charset="0"/>
                <a:ea typeface="Tahoma" pitchFamily="34" charset="0"/>
                <a:cs typeface="Tahoma" pitchFamily="34" charset="0"/>
              </a:rPr>
              <a:t>Data flow diagram</a:t>
            </a:r>
          </a:p>
          <a:p>
            <a:pPr lvl="3"/>
            <a:r>
              <a:rPr lang="en-US" sz="2600" dirty="0">
                <a:solidFill>
                  <a:schemeClr val="tx1"/>
                </a:solidFill>
                <a:latin typeface="Tahoma" pitchFamily="34" charset="0"/>
                <a:ea typeface="Tahoma" pitchFamily="34" charset="0"/>
                <a:cs typeface="Tahoma" pitchFamily="34" charset="0"/>
              </a:rPr>
              <a:t>Set of graphical symbols show data movement through system</a:t>
            </a:r>
          </a:p>
          <a:p>
            <a:pPr lvl="2"/>
            <a:r>
              <a:rPr lang="en-US" sz="2600" b="1" dirty="0">
                <a:solidFill>
                  <a:schemeClr val="tx1"/>
                </a:solidFill>
                <a:latin typeface="Tahoma" pitchFamily="34" charset="0"/>
                <a:ea typeface="Tahoma" pitchFamily="34" charset="0"/>
                <a:cs typeface="Tahoma" pitchFamily="34" charset="0"/>
              </a:rPr>
              <a:t>Project dictionary</a:t>
            </a:r>
          </a:p>
          <a:p>
            <a:pPr lvl="3"/>
            <a:r>
              <a:rPr lang="en-US" sz="2600" dirty="0">
                <a:solidFill>
                  <a:schemeClr val="tx1"/>
                </a:solidFill>
                <a:latin typeface="Tahoma" pitchFamily="34" charset="0"/>
                <a:ea typeface="Tahoma" pitchFamily="34" charset="0"/>
                <a:cs typeface="Tahoma" pitchFamily="34" charset="0"/>
              </a:rPr>
              <a:t>Explains all terminology relevant to project</a:t>
            </a:r>
          </a:p>
          <a:p>
            <a:pPr lvl="3"/>
            <a:r>
              <a:rPr lang="en-US" sz="2600" dirty="0">
                <a:solidFill>
                  <a:schemeClr val="tx1"/>
                </a:solidFill>
                <a:latin typeface="Tahoma" pitchFamily="34" charset="0"/>
                <a:ea typeface="Tahoma" pitchFamily="34" charset="0"/>
                <a:cs typeface="Tahoma" pitchFamily="34" charset="0"/>
              </a:rPr>
              <a:t>Develop a data dictionary</a:t>
            </a:r>
          </a:p>
          <a:p>
            <a:pPr lvl="1"/>
            <a:r>
              <a:rPr lang="en-US" sz="2600" dirty="0">
                <a:solidFill>
                  <a:schemeClr val="tx1"/>
                </a:solidFill>
                <a:latin typeface="Tahoma" pitchFamily="34" charset="0"/>
                <a:ea typeface="Tahoma" pitchFamily="34" charset="0"/>
                <a:cs typeface="Tahoma" pitchFamily="34" charset="0"/>
              </a:rPr>
              <a:t>Phase 3 deliverable—a logical diagram or design</a:t>
            </a:r>
          </a:p>
          <a:p>
            <a:pPr eaLnBrk="1" hangingPunct="1"/>
            <a:endParaRPr lang="en-US" sz="28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00200"/>
          </a:xfrm>
        </p:spPr>
        <p:txBody>
          <a:bodyPr lIns="92075" tIns="46038" rIns="92075" bIns="46038" anchor="ctr"/>
          <a:lstStyle/>
          <a:p>
            <a:r>
              <a:rPr lang="en-US" dirty="0"/>
              <a:t>Phase 3: </a:t>
            </a:r>
            <a:br>
              <a:rPr lang="en-US" dirty="0"/>
            </a:br>
            <a:r>
              <a:rPr lang="en-US" dirty="0"/>
              <a:t>Designing the System </a:t>
            </a:r>
          </a:p>
        </p:txBody>
      </p:sp>
      <p:sp>
        <p:nvSpPr>
          <p:cNvPr id="103426" name="Rectangle 3"/>
          <p:cNvSpPr>
            <a:spLocks noGrp="1" noChangeArrowheads="1"/>
          </p:cNvSpPr>
          <p:nvPr>
            <p:ph idx="1"/>
          </p:nvPr>
        </p:nvSpPr>
        <p:spPr>
          <a:xfrm>
            <a:off x="457200" y="1600200"/>
            <a:ext cx="8229600" cy="4525963"/>
          </a:xfrm>
        </p:spPr>
        <p:txBody>
          <a:bodyPr lIns="182562" tIns="46038" rIns="182562" bIns="46038">
            <a:normAutofit/>
          </a:bodyPr>
          <a:lstStyle/>
          <a:p>
            <a:r>
              <a:rPr lang="en-US" sz="3600" b="1" dirty="0">
                <a:solidFill>
                  <a:schemeClr val="tx1"/>
                </a:solidFill>
                <a:latin typeface="Tahoma" pitchFamily="34" charset="0"/>
                <a:ea typeface="Tahoma" pitchFamily="34" charset="0"/>
                <a:cs typeface="Tahoma" pitchFamily="34" charset="0"/>
              </a:rPr>
              <a:t>Design tools</a:t>
            </a:r>
          </a:p>
          <a:p>
            <a:pPr lvl="1"/>
            <a:r>
              <a:rPr lang="en-US" sz="2400" dirty="0">
                <a:solidFill>
                  <a:schemeClr val="tx1"/>
                </a:solidFill>
                <a:latin typeface="Tahoma" pitchFamily="34" charset="0"/>
                <a:ea typeface="Tahoma" pitchFamily="34" charset="0"/>
                <a:cs typeface="Tahoma" pitchFamily="34" charset="0"/>
              </a:rPr>
              <a:t>Deliverable: </a:t>
            </a:r>
            <a:r>
              <a:rPr lang="en-US" sz="2400" dirty="0" err="1">
                <a:solidFill>
                  <a:schemeClr val="tx1"/>
                </a:solidFill>
                <a:latin typeface="Tahoma" pitchFamily="34" charset="0"/>
                <a:ea typeface="Tahoma" pitchFamily="34" charset="0"/>
                <a:cs typeface="Tahoma" pitchFamily="34" charset="0"/>
              </a:rPr>
              <a:t>ERD</a:t>
            </a:r>
            <a:endParaRPr lang="en-US" sz="2400" dirty="0">
              <a:solidFill>
                <a:schemeClr val="tx1"/>
              </a:solidFill>
              <a:latin typeface="Tahoma" pitchFamily="34" charset="0"/>
              <a:ea typeface="Tahoma" pitchFamily="34" charset="0"/>
              <a:cs typeface="Tahoma" pitchFamily="34" charset="0"/>
            </a:endParaRPr>
          </a:p>
          <a:p>
            <a:pPr eaLnBrk="1" hangingPunct="1"/>
            <a:endParaRPr lang="en-US" sz="32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30</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819399"/>
            <a:ext cx="7162800" cy="324334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00200"/>
          </a:xfrm>
        </p:spPr>
        <p:txBody>
          <a:bodyPr lIns="92075" tIns="46038" rIns="92075" bIns="46038" anchor="ctr"/>
          <a:lstStyle/>
          <a:p>
            <a:r>
              <a:rPr lang="en-US" dirty="0"/>
              <a:t>Phase 3: </a:t>
            </a:r>
            <a:br>
              <a:rPr lang="en-US" dirty="0"/>
            </a:br>
            <a:r>
              <a:rPr lang="en-US" dirty="0"/>
              <a:t>Designing the System</a:t>
            </a:r>
          </a:p>
        </p:txBody>
      </p:sp>
      <p:sp>
        <p:nvSpPr>
          <p:cNvPr id="103426" name="Rectangle 3"/>
          <p:cNvSpPr>
            <a:spLocks noGrp="1" noChangeArrowheads="1"/>
          </p:cNvSpPr>
          <p:nvPr>
            <p:ph idx="1"/>
          </p:nvPr>
        </p:nvSpPr>
        <p:spPr/>
        <p:txBody>
          <a:bodyPr lIns="182562" tIns="46038" rIns="182562" bIns="46038">
            <a:normAutofit/>
          </a:bodyPr>
          <a:lstStyle/>
          <a:p>
            <a:r>
              <a:rPr lang="en-US" sz="3600" b="1" dirty="0">
                <a:solidFill>
                  <a:schemeClr val="tx1"/>
                </a:solidFill>
                <a:latin typeface="Tahoma" pitchFamily="34" charset="0"/>
                <a:ea typeface="Tahoma" pitchFamily="34" charset="0"/>
                <a:cs typeface="Tahoma" pitchFamily="34" charset="0"/>
              </a:rPr>
              <a:t>Design tools (</a:t>
            </a:r>
            <a:r>
              <a:rPr lang="en-US" sz="3600" b="1" dirty="0" err="1">
                <a:solidFill>
                  <a:schemeClr val="tx1"/>
                </a:solidFill>
                <a:latin typeface="Tahoma" pitchFamily="34" charset="0"/>
                <a:ea typeface="Tahoma" pitchFamily="34" charset="0"/>
                <a:cs typeface="Tahoma" pitchFamily="34" charset="0"/>
              </a:rPr>
              <a:t>con’t</a:t>
            </a:r>
            <a:r>
              <a:rPr lang="en-US" sz="3600" b="1" dirty="0">
                <a:solidFill>
                  <a:schemeClr val="tx1"/>
                </a:solidFill>
                <a:latin typeface="Tahoma" pitchFamily="34" charset="0"/>
                <a:ea typeface="Tahoma" pitchFamily="34" charset="0"/>
                <a:cs typeface="Tahoma" pitchFamily="34" charset="0"/>
              </a:rPr>
              <a:t>.)</a:t>
            </a:r>
          </a:p>
          <a:p>
            <a:pPr lvl="1"/>
            <a:r>
              <a:rPr lang="en-US" sz="2400" dirty="0">
                <a:solidFill>
                  <a:schemeClr val="tx1"/>
                </a:solidFill>
                <a:latin typeface="Tahoma" pitchFamily="34" charset="0"/>
                <a:ea typeface="Tahoma" pitchFamily="34" charset="0"/>
                <a:cs typeface="Tahoma" pitchFamily="34" charset="0"/>
              </a:rPr>
              <a:t>Data flow diagram uses symbols for data movement</a:t>
            </a:r>
          </a:p>
          <a:p>
            <a:pPr eaLnBrk="1" hangingPunct="1"/>
            <a:endParaRPr lang="en-US" sz="32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31</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2816772"/>
            <a:ext cx="7086600" cy="3505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3: </a:t>
            </a:r>
            <a:br>
              <a:rPr lang="en-US" dirty="0"/>
            </a:br>
            <a:r>
              <a:rPr lang="en-US" dirty="0"/>
              <a:t>Designing the System</a:t>
            </a:r>
          </a:p>
        </p:txBody>
      </p:sp>
      <p:sp>
        <p:nvSpPr>
          <p:cNvPr id="103426" name="Rectangle 3"/>
          <p:cNvSpPr>
            <a:spLocks noGrp="1" noChangeArrowheads="1"/>
          </p:cNvSpPr>
          <p:nvPr>
            <p:ph idx="1"/>
          </p:nvPr>
        </p:nvSpPr>
        <p:spPr>
          <a:xfrm>
            <a:off x="457200" y="1676400"/>
            <a:ext cx="8229600" cy="4449763"/>
          </a:xfrm>
        </p:spPr>
        <p:txBody>
          <a:bodyPr lIns="182562" tIns="46038" rIns="182562" bIns="46038">
            <a:normAutofit fontScale="92500" lnSpcReduction="10000"/>
          </a:bodyPr>
          <a:lstStyle/>
          <a:p>
            <a:r>
              <a:rPr lang="en-US" sz="3600" b="1" dirty="0">
                <a:solidFill>
                  <a:schemeClr val="tx1"/>
                </a:solidFill>
                <a:latin typeface="Tahoma" pitchFamily="34" charset="0"/>
                <a:ea typeface="Tahoma" pitchFamily="34" charset="0"/>
                <a:cs typeface="Tahoma" pitchFamily="34" charset="0"/>
              </a:rPr>
              <a:t>Two recent design approaches</a:t>
            </a:r>
          </a:p>
          <a:p>
            <a:pPr lvl="1"/>
            <a:r>
              <a:rPr lang="en-US" sz="2400" dirty="0">
                <a:solidFill>
                  <a:schemeClr val="tx1"/>
                </a:solidFill>
                <a:latin typeface="Tahoma" pitchFamily="34" charset="0"/>
                <a:ea typeface="Tahoma" pitchFamily="34" charset="0"/>
                <a:cs typeface="Tahoma" pitchFamily="34" charset="0"/>
              </a:rPr>
              <a:t>Prototyping</a:t>
            </a:r>
          </a:p>
          <a:p>
            <a:pPr lvl="2"/>
            <a:r>
              <a:rPr lang="en-US" sz="2400" dirty="0" err="1">
                <a:solidFill>
                  <a:schemeClr val="tx1"/>
                </a:solidFill>
                <a:latin typeface="Tahoma" pitchFamily="34" charset="0"/>
                <a:ea typeface="Tahoma" pitchFamily="34" charset="0"/>
                <a:cs typeface="Tahoma" pitchFamily="34" charset="0"/>
              </a:rPr>
              <a:t>RAD</a:t>
            </a:r>
            <a:endParaRPr lang="en-US" sz="2400" dirty="0">
              <a:solidFill>
                <a:schemeClr val="tx1"/>
              </a:solidFill>
              <a:latin typeface="Tahoma" pitchFamily="34" charset="0"/>
              <a:ea typeface="Tahoma" pitchFamily="34" charset="0"/>
              <a:cs typeface="Tahoma" pitchFamily="34" charset="0"/>
            </a:endParaRPr>
          </a:p>
          <a:p>
            <a:pPr lvl="2"/>
            <a:r>
              <a:rPr lang="en-US" sz="2400" dirty="0">
                <a:solidFill>
                  <a:schemeClr val="tx1"/>
                </a:solidFill>
                <a:latin typeface="Tahoma" pitchFamily="34" charset="0"/>
                <a:ea typeface="Tahoma" pitchFamily="34" charset="0"/>
                <a:cs typeface="Tahoma" pitchFamily="34" charset="0"/>
              </a:rPr>
              <a:t>Develop small scale mock-up</a:t>
            </a:r>
          </a:p>
          <a:p>
            <a:pPr lvl="2"/>
            <a:r>
              <a:rPr lang="en-US" sz="2400" dirty="0">
                <a:solidFill>
                  <a:schemeClr val="tx1"/>
                </a:solidFill>
                <a:latin typeface="Tahoma" pitchFamily="34" charset="0"/>
                <a:ea typeface="Tahoma" pitchFamily="34" charset="0"/>
                <a:cs typeface="Tahoma" pitchFamily="34" charset="0"/>
              </a:rPr>
              <a:t>Provide enough functionality to get feedback</a:t>
            </a:r>
          </a:p>
          <a:p>
            <a:pPr lvl="2"/>
            <a:r>
              <a:rPr lang="en-US" sz="2400" dirty="0">
                <a:solidFill>
                  <a:schemeClr val="tx1"/>
                </a:solidFill>
                <a:latin typeface="Tahoma" pitchFamily="34" charset="0"/>
                <a:ea typeface="Tahoma" pitchFamily="34" charset="0"/>
                <a:cs typeface="Tahoma" pitchFamily="34" charset="0"/>
              </a:rPr>
              <a:t>Advantage: Users have something concrete to review</a:t>
            </a:r>
          </a:p>
          <a:p>
            <a:pPr lvl="1"/>
            <a:r>
              <a:rPr lang="en-US" sz="2400" b="1" dirty="0">
                <a:solidFill>
                  <a:schemeClr val="tx1"/>
                </a:solidFill>
                <a:latin typeface="Tahoma" pitchFamily="34" charset="0"/>
                <a:ea typeface="Tahoma" pitchFamily="34" charset="0"/>
                <a:cs typeface="Tahoma" pitchFamily="34" charset="0"/>
              </a:rPr>
              <a:t>CASE (Computer-aided software engineering)</a:t>
            </a:r>
          </a:p>
          <a:p>
            <a:pPr lvl="2"/>
            <a:r>
              <a:rPr lang="en-US" sz="2400" dirty="0">
                <a:solidFill>
                  <a:schemeClr val="tx1"/>
                </a:solidFill>
                <a:latin typeface="Tahoma" pitchFamily="34" charset="0"/>
                <a:ea typeface="Tahoma" pitchFamily="34" charset="0"/>
                <a:cs typeface="Tahoma" pitchFamily="34" charset="0"/>
              </a:rPr>
              <a:t>Automates task of documenting entity relationships and data flows in complex system</a:t>
            </a:r>
          </a:p>
          <a:p>
            <a:pPr lvl="2"/>
            <a:r>
              <a:rPr lang="en-US" sz="2400" dirty="0">
                <a:solidFill>
                  <a:schemeClr val="tx1"/>
                </a:solidFill>
                <a:latin typeface="Tahoma" pitchFamily="34" charset="0"/>
                <a:ea typeface="Tahoma" pitchFamily="34" charset="0"/>
                <a:cs typeface="Tahoma" pitchFamily="34" charset="0"/>
              </a:rPr>
              <a:t>Includes project management features, data dictionaries, documentation support, and graphical output support</a:t>
            </a:r>
          </a:p>
          <a:p>
            <a:pPr eaLnBrk="1" hangingPunct="1"/>
            <a:endParaRPr lang="en-US" sz="28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4: </a:t>
            </a:r>
            <a:br>
              <a:rPr lang="en-US" dirty="0"/>
            </a:br>
            <a:r>
              <a:rPr lang="en-US" dirty="0"/>
              <a:t>Implementing the System</a:t>
            </a:r>
          </a:p>
        </p:txBody>
      </p:sp>
      <p:sp>
        <p:nvSpPr>
          <p:cNvPr id="103426" name="Rectangle 3"/>
          <p:cNvSpPr>
            <a:spLocks noGrp="1" noChangeArrowheads="1"/>
          </p:cNvSpPr>
          <p:nvPr>
            <p:ph idx="1"/>
          </p:nvPr>
        </p:nvSpPr>
        <p:spPr/>
        <p:txBody>
          <a:bodyPr lIns="182562" tIns="46038" rIns="182562" bIns="46038">
            <a:normAutofit/>
          </a:bodyPr>
          <a:lstStyle/>
          <a:p>
            <a:pPr>
              <a:spcBef>
                <a:spcPct val="0"/>
              </a:spcBef>
            </a:pPr>
            <a:r>
              <a:rPr lang="en-US" sz="3600" b="1" dirty="0">
                <a:solidFill>
                  <a:schemeClr val="tx1"/>
                </a:solidFill>
                <a:latin typeface="Tahoma" pitchFamily="34" charset="0"/>
                <a:ea typeface="Tahoma" pitchFamily="34" charset="0"/>
                <a:cs typeface="Tahoma" pitchFamily="34" charset="0"/>
              </a:rPr>
              <a:t>Build-or-buy decision</a:t>
            </a:r>
          </a:p>
          <a:p>
            <a:pPr lvl="1">
              <a:spcBef>
                <a:spcPct val="0"/>
              </a:spcBef>
            </a:pPr>
            <a:r>
              <a:rPr lang="en-US" sz="2400" dirty="0">
                <a:solidFill>
                  <a:schemeClr val="tx1"/>
                </a:solidFill>
                <a:latin typeface="Tahoma" pitchFamily="34" charset="0"/>
                <a:ea typeface="Tahoma" pitchFamily="34" charset="0"/>
                <a:cs typeface="Tahoma" pitchFamily="34" charset="0"/>
              </a:rPr>
              <a:t>Develop in-house</a:t>
            </a:r>
          </a:p>
          <a:p>
            <a:pPr lvl="2">
              <a:spcBef>
                <a:spcPct val="0"/>
              </a:spcBef>
            </a:pPr>
            <a:r>
              <a:rPr lang="en-US" sz="2400" dirty="0">
                <a:solidFill>
                  <a:schemeClr val="tx1"/>
                </a:solidFill>
                <a:latin typeface="Tahoma" pitchFamily="34" charset="0"/>
                <a:ea typeface="Tahoma" pitchFamily="34" charset="0"/>
                <a:cs typeface="Tahoma" pitchFamily="34" charset="0"/>
              </a:rPr>
              <a:t>Allows customization</a:t>
            </a:r>
          </a:p>
          <a:p>
            <a:pPr lvl="2">
              <a:spcBef>
                <a:spcPct val="0"/>
              </a:spcBef>
            </a:pPr>
            <a:r>
              <a:rPr lang="en-US" sz="2400" dirty="0">
                <a:solidFill>
                  <a:schemeClr val="tx1"/>
                </a:solidFill>
                <a:latin typeface="Tahoma" pitchFamily="34" charset="0"/>
                <a:ea typeface="Tahoma" pitchFamily="34" charset="0"/>
                <a:cs typeface="Tahoma" pitchFamily="34" charset="0"/>
              </a:rPr>
              <a:t>Often more expensive</a:t>
            </a:r>
          </a:p>
          <a:p>
            <a:pPr lvl="1">
              <a:spcBef>
                <a:spcPct val="0"/>
              </a:spcBef>
            </a:pPr>
            <a:r>
              <a:rPr lang="en-US" sz="2400" dirty="0">
                <a:solidFill>
                  <a:schemeClr val="tx1"/>
                </a:solidFill>
                <a:latin typeface="Tahoma" pitchFamily="34" charset="0"/>
                <a:ea typeface="Tahoma" pitchFamily="34" charset="0"/>
                <a:cs typeface="Tahoma" pitchFamily="34" charset="0"/>
              </a:rPr>
              <a:t>Purchase from outside vendor</a:t>
            </a:r>
          </a:p>
          <a:p>
            <a:pPr lvl="2">
              <a:spcBef>
                <a:spcPct val="0"/>
              </a:spcBef>
            </a:pPr>
            <a:r>
              <a:rPr lang="en-US" sz="2400" dirty="0">
                <a:solidFill>
                  <a:schemeClr val="tx1"/>
                </a:solidFill>
                <a:latin typeface="Tahoma" pitchFamily="34" charset="0"/>
                <a:ea typeface="Tahoma" pitchFamily="34" charset="0"/>
                <a:cs typeface="Tahoma" pitchFamily="34" charset="0"/>
              </a:rPr>
              <a:t>Purchase off-the-shelf and customize</a:t>
            </a:r>
          </a:p>
          <a:p>
            <a:pPr lvl="2">
              <a:spcBef>
                <a:spcPct val="0"/>
              </a:spcBef>
            </a:pPr>
            <a:r>
              <a:rPr lang="en-US" sz="2400" dirty="0">
                <a:solidFill>
                  <a:schemeClr val="tx1"/>
                </a:solidFill>
                <a:latin typeface="Tahoma" pitchFamily="34" charset="0"/>
                <a:ea typeface="Tahoma" pitchFamily="34" charset="0"/>
                <a:cs typeface="Tahoma" pitchFamily="34" charset="0"/>
              </a:rPr>
              <a:t>Outsource for specialized system creation</a:t>
            </a:r>
          </a:p>
          <a:p>
            <a:pPr lvl="3">
              <a:spcBef>
                <a:spcPct val="0"/>
              </a:spcBef>
            </a:pPr>
            <a:r>
              <a:rPr lang="en-US" sz="2000" b="1" dirty="0">
                <a:solidFill>
                  <a:schemeClr val="tx1"/>
                </a:solidFill>
                <a:latin typeface="Tahoma" pitchFamily="34" charset="0"/>
                <a:ea typeface="Tahoma" pitchFamily="34" charset="0"/>
                <a:cs typeface="Tahoma" pitchFamily="34" charset="0"/>
              </a:rPr>
              <a:t>Request for quotation</a:t>
            </a:r>
          </a:p>
          <a:p>
            <a:pPr lvl="3">
              <a:spcBef>
                <a:spcPct val="0"/>
              </a:spcBef>
            </a:pPr>
            <a:r>
              <a:rPr lang="en-US" sz="2000" b="1" dirty="0">
                <a:solidFill>
                  <a:schemeClr val="tx1"/>
                </a:solidFill>
                <a:latin typeface="Tahoma" pitchFamily="34" charset="0"/>
                <a:ea typeface="Tahoma" pitchFamily="34" charset="0"/>
                <a:cs typeface="Tahoma" pitchFamily="34" charset="0"/>
              </a:rPr>
              <a:t>Request for proposal</a:t>
            </a:r>
          </a:p>
          <a:p>
            <a:pPr lvl="3">
              <a:spcBef>
                <a:spcPct val="0"/>
              </a:spcBef>
            </a:pPr>
            <a:r>
              <a:rPr lang="en-US" sz="2000" b="1" dirty="0">
                <a:solidFill>
                  <a:schemeClr val="tx1"/>
                </a:solidFill>
                <a:latin typeface="Tahoma" pitchFamily="34" charset="0"/>
                <a:ea typeface="Tahoma" pitchFamily="34" charset="0"/>
                <a:cs typeface="Tahoma" pitchFamily="34" charset="0"/>
              </a:rPr>
              <a:t>VAR (Value-added reseller)</a:t>
            </a:r>
          </a:p>
          <a:p>
            <a:pPr eaLnBrk="1" hangingPunct="1"/>
            <a:endParaRPr lang="en-US" sz="36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4: </a:t>
            </a:r>
            <a:br>
              <a:rPr lang="en-US" dirty="0"/>
            </a:br>
            <a:r>
              <a:rPr lang="en-US" dirty="0"/>
              <a:t>Implementing the System</a:t>
            </a:r>
          </a:p>
        </p:txBody>
      </p:sp>
      <p:sp>
        <p:nvSpPr>
          <p:cNvPr id="103426" name="Rectangle 3"/>
          <p:cNvSpPr>
            <a:spLocks noGrp="1" noChangeArrowheads="1"/>
          </p:cNvSpPr>
          <p:nvPr>
            <p:ph idx="1"/>
          </p:nvPr>
        </p:nvSpPr>
        <p:spPr/>
        <p:txBody>
          <a:bodyPr lIns="182562" tIns="46038" rIns="182562" bIns="46038">
            <a:normAutofit/>
          </a:bodyPr>
          <a:lstStyle/>
          <a:p>
            <a:pPr>
              <a:spcBef>
                <a:spcPct val="0"/>
              </a:spcBef>
            </a:pPr>
            <a:r>
              <a:rPr lang="en-US" sz="3600" b="1" dirty="0">
                <a:solidFill>
                  <a:schemeClr val="tx1"/>
                </a:solidFill>
                <a:latin typeface="Tahoma" pitchFamily="34" charset="0"/>
                <a:ea typeface="Tahoma" pitchFamily="34" charset="0"/>
                <a:cs typeface="Tahoma" pitchFamily="34" charset="0"/>
              </a:rPr>
              <a:t>Developing the software</a:t>
            </a:r>
          </a:p>
          <a:p>
            <a:pPr lvl="1">
              <a:spcBef>
                <a:spcPct val="0"/>
              </a:spcBef>
            </a:pPr>
            <a:r>
              <a:rPr lang="en-US" sz="2400" dirty="0">
                <a:solidFill>
                  <a:schemeClr val="tx1"/>
                </a:solidFill>
                <a:latin typeface="Tahoma" pitchFamily="34" charset="0"/>
                <a:ea typeface="Tahoma" pitchFamily="34" charset="0"/>
                <a:cs typeface="Tahoma" pitchFamily="34" charset="0"/>
              </a:rPr>
              <a:t>Subset of the systems development</a:t>
            </a:r>
          </a:p>
          <a:p>
            <a:pPr lvl="2">
              <a:spcBef>
                <a:spcPct val="0"/>
              </a:spcBef>
            </a:pPr>
            <a:r>
              <a:rPr lang="en-US" sz="2400" dirty="0">
                <a:solidFill>
                  <a:schemeClr val="tx1"/>
                </a:solidFill>
                <a:latin typeface="Tahoma" pitchFamily="34" charset="0"/>
                <a:ea typeface="Tahoma" pitchFamily="34" charset="0"/>
                <a:cs typeface="Tahoma" pitchFamily="34" charset="0"/>
              </a:rPr>
              <a:t>Use </a:t>
            </a:r>
            <a:r>
              <a:rPr lang="en-US" sz="2400" dirty="0" err="1">
                <a:solidFill>
                  <a:schemeClr val="tx1"/>
                </a:solidFill>
                <a:latin typeface="Tahoma" pitchFamily="34" charset="0"/>
                <a:ea typeface="Tahoma" pitchFamily="34" charset="0"/>
                <a:cs typeface="Tahoma" pitchFamily="34" charset="0"/>
              </a:rPr>
              <a:t>PDLC</a:t>
            </a:r>
            <a:r>
              <a:rPr lang="en-US" sz="2400" dirty="0">
                <a:solidFill>
                  <a:schemeClr val="tx1"/>
                </a:solidFill>
                <a:latin typeface="Tahoma" pitchFamily="34" charset="0"/>
                <a:ea typeface="Tahoma" pitchFamily="34" charset="0"/>
                <a:cs typeface="Tahoma" pitchFamily="34" charset="0"/>
              </a:rPr>
              <a:t> (program development life cycle)</a:t>
            </a:r>
          </a:p>
          <a:p>
            <a:pPr>
              <a:spcBef>
                <a:spcPct val="0"/>
              </a:spcBef>
            </a:pPr>
            <a:r>
              <a:rPr lang="en-US" sz="3600" b="1" dirty="0">
                <a:solidFill>
                  <a:schemeClr val="tx1"/>
                </a:solidFill>
                <a:latin typeface="Tahoma" pitchFamily="34" charset="0"/>
                <a:ea typeface="Tahoma" pitchFamily="34" charset="0"/>
                <a:cs typeface="Tahoma" pitchFamily="34" charset="0"/>
              </a:rPr>
              <a:t>Testing</a:t>
            </a:r>
          </a:p>
          <a:p>
            <a:pPr lvl="1">
              <a:spcBef>
                <a:spcPct val="0"/>
              </a:spcBef>
            </a:pPr>
            <a:r>
              <a:rPr lang="en-US" sz="2400" b="1" dirty="0">
                <a:solidFill>
                  <a:schemeClr val="tx1"/>
                </a:solidFill>
                <a:latin typeface="Tahoma" pitchFamily="34" charset="0"/>
                <a:ea typeface="Tahoma" pitchFamily="34" charset="0"/>
                <a:cs typeface="Tahoma" pitchFamily="34" charset="0"/>
              </a:rPr>
              <a:t>Application testing</a:t>
            </a:r>
            <a:r>
              <a:rPr lang="en-US" sz="2400" dirty="0">
                <a:solidFill>
                  <a:schemeClr val="tx1"/>
                </a:solidFill>
                <a:latin typeface="Tahoma" pitchFamily="34" charset="0"/>
                <a:ea typeface="Tahoma" pitchFamily="34" charset="0"/>
                <a:cs typeface="Tahoma" pitchFamily="34" charset="0"/>
              </a:rPr>
              <a:t>—assessing the programs separately and as a group</a:t>
            </a:r>
          </a:p>
          <a:p>
            <a:pPr lvl="1">
              <a:spcBef>
                <a:spcPct val="0"/>
              </a:spcBef>
            </a:pPr>
            <a:r>
              <a:rPr lang="en-US" sz="2400" b="1" dirty="0">
                <a:solidFill>
                  <a:schemeClr val="tx1"/>
                </a:solidFill>
                <a:latin typeface="Tahoma" pitchFamily="34" charset="0"/>
                <a:ea typeface="Tahoma" pitchFamily="34" charset="0"/>
                <a:cs typeface="Tahoma" pitchFamily="34" charset="0"/>
              </a:rPr>
              <a:t>Acceptance testing—</a:t>
            </a:r>
            <a:r>
              <a:rPr lang="en-US" sz="2400" dirty="0">
                <a:solidFill>
                  <a:schemeClr val="tx1"/>
                </a:solidFill>
                <a:latin typeface="Tahoma" pitchFamily="34" charset="0"/>
                <a:ea typeface="Tahoma" pitchFamily="34" charset="0"/>
                <a:cs typeface="Tahoma" pitchFamily="34" charset="0"/>
              </a:rPr>
              <a:t>performed by the users and</a:t>
            </a:r>
            <a:r>
              <a:rPr lang="en-US" sz="2400" b="1" dirty="0">
                <a:solidFill>
                  <a:schemeClr val="tx1"/>
                </a:solidFill>
                <a:latin typeface="Tahoma" pitchFamily="34" charset="0"/>
                <a:ea typeface="Tahoma" pitchFamily="34" charset="0"/>
                <a:cs typeface="Tahoma" pitchFamily="34" charset="0"/>
              </a:rPr>
              <a:t> </a:t>
            </a:r>
            <a:r>
              <a:rPr lang="en-US" sz="2400" dirty="0">
                <a:solidFill>
                  <a:schemeClr val="tx1"/>
                </a:solidFill>
                <a:latin typeface="Tahoma" pitchFamily="34" charset="0"/>
                <a:ea typeface="Tahoma" pitchFamily="34" charset="0"/>
                <a:cs typeface="Tahoma" pitchFamily="34" charset="0"/>
              </a:rPr>
              <a:t>ensures the system works properly</a:t>
            </a:r>
          </a:p>
          <a:p>
            <a:pPr lvl="1">
              <a:spcBef>
                <a:spcPct val="0"/>
              </a:spcBef>
            </a:pPr>
            <a:endParaRPr lang="en-US" sz="2400" dirty="0">
              <a:solidFill>
                <a:schemeClr val="tx1"/>
              </a:solidFill>
              <a:latin typeface="Tahoma" pitchFamily="34" charset="0"/>
              <a:ea typeface="Tahoma" pitchFamily="34" charset="0"/>
              <a:cs typeface="Tahoma" pitchFamily="34" charset="0"/>
            </a:endParaRPr>
          </a:p>
          <a:p>
            <a:pPr lvl="2">
              <a:spcBef>
                <a:spcPct val="0"/>
              </a:spcBef>
            </a:pPr>
            <a:endParaRPr lang="en-US" sz="2400" dirty="0">
              <a:solidFill>
                <a:schemeClr val="tx1"/>
              </a:solidFill>
              <a:latin typeface="Tahoma" pitchFamily="34" charset="0"/>
              <a:ea typeface="Tahoma" pitchFamily="34" charset="0"/>
              <a:cs typeface="Tahoma" pitchFamily="34" charset="0"/>
            </a:endParaRPr>
          </a:p>
          <a:p>
            <a:pPr eaLnBrk="1" hangingPunct="1"/>
            <a:endParaRPr lang="en-US" sz="36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4: </a:t>
            </a:r>
            <a:br>
              <a:rPr lang="en-US" dirty="0"/>
            </a:br>
            <a:r>
              <a:rPr lang="en-US" dirty="0"/>
              <a:t>Implementing the System </a:t>
            </a:r>
          </a:p>
        </p:txBody>
      </p:sp>
      <p:sp>
        <p:nvSpPr>
          <p:cNvPr id="103426" name="Rectangle 3"/>
          <p:cNvSpPr>
            <a:spLocks noGrp="1" noChangeArrowheads="1"/>
          </p:cNvSpPr>
          <p:nvPr>
            <p:ph idx="1"/>
          </p:nvPr>
        </p:nvSpPr>
        <p:spPr>
          <a:xfrm>
            <a:off x="457200" y="1600200"/>
            <a:ext cx="8001000" cy="4525963"/>
          </a:xfrm>
        </p:spPr>
        <p:txBody>
          <a:bodyPr lIns="182562" tIns="46038" rIns="182562" bIns="46038">
            <a:noAutofit/>
          </a:bodyPr>
          <a:lstStyle/>
          <a:p>
            <a:pPr>
              <a:spcBef>
                <a:spcPct val="0"/>
              </a:spcBef>
            </a:pPr>
            <a:r>
              <a:rPr lang="en-US" sz="3600" b="1" dirty="0">
                <a:solidFill>
                  <a:schemeClr val="tx1"/>
                </a:solidFill>
                <a:latin typeface="Tahoma" pitchFamily="34" charset="0"/>
                <a:ea typeface="Tahoma" pitchFamily="34" charset="0"/>
                <a:cs typeface="Tahoma" pitchFamily="34" charset="0"/>
              </a:rPr>
              <a:t>Training</a:t>
            </a:r>
          </a:p>
          <a:p>
            <a:pPr lvl="1">
              <a:spcBef>
                <a:spcPct val="0"/>
              </a:spcBef>
            </a:pPr>
            <a:r>
              <a:rPr lang="en-US" sz="2400" dirty="0">
                <a:solidFill>
                  <a:schemeClr val="tx1"/>
                </a:solidFill>
                <a:latin typeface="Tahoma" pitchFamily="34" charset="0"/>
                <a:ea typeface="Tahoma" pitchFamily="34" charset="0"/>
                <a:cs typeface="Tahoma" pitchFamily="34" charset="0"/>
              </a:rPr>
              <a:t>Best methods include one-on-one training</a:t>
            </a:r>
            <a:r>
              <a:rPr lang="en-US" sz="1800" dirty="0">
                <a:solidFill>
                  <a:schemeClr val="tx1"/>
                </a:solidFill>
                <a:latin typeface="Tahoma" pitchFamily="34" charset="0"/>
                <a:ea typeface="Tahoma" pitchFamily="34" charset="0"/>
                <a:cs typeface="Tahoma" pitchFamily="34" charset="0"/>
              </a:rPr>
              <a:t> </a:t>
            </a:r>
          </a:p>
          <a:p>
            <a:pPr>
              <a:spcBef>
                <a:spcPct val="0"/>
              </a:spcBef>
            </a:pPr>
            <a:r>
              <a:rPr lang="en-US" sz="3600" b="1" dirty="0">
                <a:solidFill>
                  <a:schemeClr val="tx1"/>
                </a:solidFill>
                <a:latin typeface="Tahoma" pitchFamily="34" charset="0"/>
                <a:ea typeface="Tahoma" pitchFamily="34" charset="0"/>
                <a:cs typeface="Tahoma" pitchFamily="34" charset="0"/>
              </a:rPr>
              <a:t>Converting systems</a:t>
            </a:r>
          </a:p>
          <a:p>
            <a:pPr lvl="1">
              <a:spcBef>
                <a:spcPct val="0"/>
              </a:spcBef>
            </a:pPr>
            <a:r>
              <a:rPr lang="en-US" sz="2400" b="1" dirty="0">
                <a:solidFill>
                  <a:schemeClr val="tx1"/>
                </a:solidFill>
                <a:latin typeface="Tahoma" pitchFamily="34" charset="0"/>
                <a:ea typeface="Tahoma" pitchFamily="34" charset="0"/>
                <a:cs typeface="Tahoma" pitchFamily="34" charset="0"/>
              </a:rPr>
              <a:t>Parallel conversion</a:t>
            </a:r>
          </a:p>
          <a:p>
            <a:pPr lvl="2">
              <a:spcBef>
                <a:spcPct val="0"/>
              </a:spcBef>
            </a:pPr>
            <a:r>
              <a:rPr lang="en-US" sz="2400" dirty="0">
                <a:solidFill>
                  <a:schemeClr val="tx1"/>
                </a:solidFill>
                <a:latin typeface="Tahoma" pitchFamily="34" charset="0"/>
                <a:ea typeface="Tahoma" pitchFamily="34" charset="0"/>
                <a:cs typeface="Tahoma" pitchFamily="34" charset="0"/>
              </a:rPr>
              <a:t>Run new and old systems simultaneously</a:t>
            </a:r>
          </a:p>
          <a:p>
            <a:pPr lvl="1">
              <a:spcBef>
                <a:spcPct val="0"/>
              </a:spcBef>
            </a:pPr>
            <a:r>
              <a:rPr lang="en-US" sz="2400" b="1" dirty="0">
                <a:solidFill>
                  <a:schemeClr val="tx1"/>
                </a:solidFill>
                <a:latin typeface="Tahoma" pitchFamily="34" charset="0"/>
                <a:ea typeface="Tahoma" pitchFamily="34" charset="0"/>
                <a:cs typeface="Tahoma" pitchFamily="34" charset="0"/>
              </a:rPr>
              <a:t>Pilot conversion</a:t>
            </a:r>
          </a:p>
          <a:p>
            <a:pPr lvl="2">
              <a:spcBef>
                <a:spcPct val="0"/>
              </a:spcBef>
            </a:pPr>
            <a:r>
              <a:rPr lang="en-US" sz="2400" dirty="0">
                <a:solidFill>
                  <a:schemeClr val="tx1"/>
                </a:solidFill>
                <a:latin typeface="Tahoma" pitchFamily="34" charset="0"/>
                <a:ea typeface="Tahoma" pitchFamily="34" charset="0"/>
                <a:cs typeface="Tahoma" pitchFamily="34" charset="0"/>
              </a:rPr>
              <a:t>One part to new system for testing</a:t>
            </a:r>
          </a:p>
          <a:p>
            <a:pPr lvl="1">
              <a:spcBef>
                <a:spcPct val="0"/>
              </a:spcBef>
            </a:pPr>
            <a:r>
              <a:rPr lang="en-US" sz="2400" b="1" dirty="0">
                <a:solidFill>
                  <a:schemeClr val="tx1"/>
                </a:solidFill>
                <a:latin typeface="Tahoma" pitchFamily="34" charset="0"/>
                <a:ea typeface="Tahoma" pitchFamily="34" charset="0"/>
                <a:cs typeface="Tahoma" pitchFamily="34" charset="0"/>
              </a:rPr>
              <a:t>Phased conversion</a:t>
            </a:r>
          </a:p>
          <a:p>
            <a:pPr lvl="2">
              <a:spcBef>
                <a:spcPct val="0"/>
              </a:spcBef>
            </a:pPr>
            <a:r>
              <a:rPr lang="en-US" sz="2400" dirty="0">
                <a:solidFill>
                  <a:schemeClr val="tx1"/>
                </a:solidFill>
                <a:latin typeface="Tahoma" pitchFamily="34" charset="0"/>
                <a:ea typeface="Tahoma" pitchFamily="34" charset="0"/>
                <a:cs typeface="Tahoma" pitchFamily="34" charset="0"/>
              </a:rPr>
              <a:t>Implementation over different time periods</a:t>
            </a:r>
          </a:p>
          <a:p>
            <a:pPr lvl="1">
              <a:spcBef>
                <a:spcPct val="0"/>
              </a:spcBef>
            </a:pPr>
            <a:r>
              <a:rPr lang="en-US" sz="2400" b="1" dirty="0">
                <a:solidFill>
                  <a:schemeClr val="tx1"/>
                </a:solidFill>
                <a:latin typeface="Tahoma" pitchFamily="34" charset="0"/>
                <a:ea typeface="Tahoma" pitchFamily="34" charset="0"/>
                <a:cs typeface="Tahoma" pitchFamily="34" charset="0"/>
              </a:rPr>
              <a:t>Direct (crash) conversion</a:t>
            </a:r>
          </a:p>
          <a:p>
            <a:pPr lvl="2">
              <a:spcBef>
                <a:spcPct val="0"/>
              </a:spcBef>
            </a:pPr>
            <a:r>
              <a:rPr lang="en-US" sz="2400" dirty="0">
                <a:solidFill>
                  <a:schemeClr val="tx1"/>
                </a:solidFill>
                <a:latin typeface="Tahoma" pitchFamily="34" charset="0"/>
                <a:ea typeface="Tahoma" pitchFamily="34" charset="0"/>
                <a:cs typeface="Tahoma" pitchFamily="34" charset="0"/>
              </a:rPr>
              <a:t>Conversion to new system directly</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Phase 5: </a:t>
            </a:r>
            <a:br>
              <a:rPr lang="en-US" dirty="0"/>
            </a:br>
            <a:r>
              <a:rPr lang="en-US" dirty="0"/>
              <a:t>Maintaining the System</a:t>
            </a:r>
          </a:p>
        </p:txBody>
      </p:sp>
      <p:sp>
        <p:nvSpPr>
          <p:cNvPr id="103426" name="Rectangle 3"/>
          <p:cNvSpPr>
            <a:spLocks noGrp="1" noChangeArrowheads="1"/>
          </p:cNvSpPr>
          <p:nvPr>
            <p:ph idx="1"/>
          </p:nvPr>
        </p:nvSpPr>
        <p:spPr/>
        <p:txBody>
          <a:bodyPr lIns="182562" tIns="46038" rIns="182562" bIns="46038">
            <a:normAutofit/>
          </a:bodyPr>
          <a:lstStyle/>
          <a:p>
            <a:r>
              <a:rPr lang="en-US" sz="3600" b="1" dirty="0">
                <a:solidFill>
                  <a:schemeClr val="tx1"/>
                </a:solidFill>
                <a:latin typeface="Tahoma" pitchFamily="34" charset="0"/>
                <a:ea typeface="Tahoma" pitchFamily="34" charset="0"/>
                <a:cs typeface="Tahoma" pitchFamily="34" charset="0"/>
              </a:rPr>
              <a:t>Perform post implementation system review</a:t>
            </a:r>
          </a:p>
          <a:p>
            <a:pPr lvl="1"/>
            <a:r>
              <a:rPr lang="en-US" sz="2400" dirty="0">
                <a:solidFill>
                  <a:schemeClr val="tx1"/>
                </a:solidFill>
                <a:latin typeface="Tahoma" pitchFamily="34" charset="0"/>
                <a:ea typeface="Tahoma" pitchFamily="34" charset="0"/>
                <a:cs typeface="Tahoma" pitchFamily="34" charset="0"/>
              </a:rPr>
              <a:t>Evaluates if goals have been met</a:t>
            </a:r>
          </a:p>
          <a:p>
            <a:pPr lvl="2"/>
            <a:r>
              <a:rPr lang="en-US" sz="2400" dirty="0">
                <a:solidFill>
                  <a:schemeClr val="tx1"/>
                </a:solidFill>
                <a:latin typeface="Tahoma" pitchFamily="34" charset="0"/>
                <a:ea typeface="Tahoma" pitchFamily="34" charset="0"/>
                <a:cs typeface="Tahoma" pitchFamily="34" charset="0"/>
              </a:rPr>
              <a:t>Must meet the needs of the users</a:t>
            </a:r>
          </a:p>
          <a:p>
            <a:r>
              <a:rPr lang="en-US" sz="3600" b="1" dirty="0">
                <a:solidFill>
                  <a:schemeClr val="tx1"/>
                </a:solidFill>
                <a:latin typeface="Tahoma" pitchFamily="34" charset="0"/>
                <a:ea typeface="Tahoma" pitchFamily="34" charset="0"/>
                <a:cs typeface="Tahoma" pitchFamily="34" charset="0"/>
              </a:rPr>
              <a:t>System must be maintained</a:t>
            </a:r>
          </a:p>
          <a:p>
            <a:r>
              <a:rPr lang="en-US" sz="3600" b="1" dirty="0">
                <a:solidFill>
                  <a:schemeClr val="tx1"/>
                </a:solidFill>
                <a:latin typeface="Tahoma" pitchFamily="34" charset="0"/>
                <a:ea typeface="Tahoma" pitchFamily="34" charset="0"/>
                <a:cs typeface="Tahoma" pitchFamily="34" charset="0"/>
              </a:rPr>
              <a:t>Serves as the deliverable from Phase 5</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pPr eaLnBrk="1" hangingPunct="1"/>
            <a:r>
              <a:rPr lang="en-US" dirty="0"/>
              <a:t>Security and the SDLC</a:t>
            </a:r>
          </a:p>
        </p:txBody>
      </p:sp>
      <p:sp>
        <p:nvSpPr>
          <p:cNvPr id="103426" name="Rectangle 3"/>
          <p:cNvSpPr>
            <a:spLocks noGrp="1" noChangeArrowheads="1"/>
          </p:cNvSpPr>
          <p:nvPr>
            <p:ph idx="1"/>
          </p:nvPr>
        </p:nvSpPr>
        <p:spPr>
          <a:xfrm>
            <a:off x="181303" y="1625216"/>
            <a:ext cx="3429000" cy="4525963"/>
          </a:xfrm>
        </p:spPr>
        <p:txBody>
          <a:bodyPr lIns="182562" tIns="46038" rIns="182562" bIns="46038">
            <a:normAutofit/>
          </a:bodyPr>
          <a:lstStyle/>
          <a:p>
            <a:pPr eaLnBrk="1" hangingPunct="1"/>
            <a:r>
              <a:rPr lang="en-US" sz="3600" b="1" dirty="0">
                <a:solidFill>
                  <a:schemeClr val="tx1"/>
                </a:solidFill>
                <a:latin typeface="Tahoma" pitchFamily="34" charset="0"/>
                <a:ea typeface="Tahoma" pitchFamily="34" charset="0"/>
                <a:cs typeface="Tahoma" pitchFamily="34" charset="0"/>
              </a:rPr>
              <a:t>Security</a:t>
            </a:r>
          </a:p>
          <a:p>
            <a:pPr lvl="1"/>
            <a:r>
              <a:rPr lang="en-US" sz="2400" dirty="0">
                <a:solidFill>
                  <a:schemeClr val="tx1"/>
                </a:solidFill>
                <a:latin typeface="Tahoma" pitchFamily="34" charset="0"/>
                <a:ea typeface="Tahoma" pitchFamily="34" charset="0"/>
                <a:cs typeface="Tahoma" pitchFamily="34" charset="0"/>
              </a:rPr>
              <a:t>Needs to be integrated every step of SDLC</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37</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1295400"/>
            <a:ext cx="5486400" cy="4876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2075" tIns="46038" rIns="92075" bIns="46038" anchor="ctr"/>
          <a:lstStyle/>
          <a:p>
            <a:r>
              <a:rPr lang="en-US" dirty="0"/>
              <a:t>Security and the SDLC</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2CAF1827-633F-43AE-9EB7-A58A06DC8149}" type="slidenum">
              <a:rPr lang="en-US"/>
              <a:pPr>
                <a:defRPr/>
              </a:pPr>
              <a:t>38</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524000"/>
            <a:ext cx="8001000" cy="399081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ChangeArrowheads="1"/>
          </p:cNvSpPr>
          <p:nvPr>
            <p:ph type="title"/>
          </p:nvPr>
        </p:nvSpPr>
        <p:spPr/>
        <p:txBody>
          <a:bodyPr lIns="92075" tIns="46038" rIns="92075" bIns="46038" anchor="ctr"/>
          <a:lstStyle/>
          <a:p>
            <a:pPr eaLnBrk="1" hangingPunct="1"/>
            <a:r>
              <a:rPr lang="en-US" dirty="0"/>
              <a:t>Summary</a:t>
            </a:r>
          </a:p>
        </p:txBody>
      </p:sp>
      <p:sp>
        <p:nvSpPr>
          <p:cNvPr id="142338" name="Rectangle 3"/>
          <p:cNvSpPr>
            <a:spLocks noGrp="1" noChangeArrowheads="1"/>
          </p:cNvSpPr>
          <p:nvPr>
            <p:ph idx="1"/>
          </p:nvPr>
        </p:nvSpPr>
        <p:spPr>
          <a:xfrm>
            <a:off x="533400" y="1295400"/>
            <a:ext cx="7924800" cy="4114800"/>
          </a:xfrm>
        </p:spPr>
        <p:txBody>
          <a:bodyPr lIns="182562" tIns="46038" rIns="182562" bIns="46038">
            <a:noAutofit/>
          </a:bodyPr>
          <a:lstStyle/>
          <a:p>
            <a:r>
              <a:rPr lang="en-US" sz="3000" dirty="0">
                <a:solidFill>
                  <a:schemeClr val="tx1"/>
                </a:solidFill>
                <a:latin typeface="Tahoma" pitchFamily="34" charset="0"/>
                <a:ea typeface="Tahoma" pitchFamily="34" charset="0"/>
                <a:cs typeface="Tahoma" pitchFamily="34" charset="0"/>
              </a:rPr>
              <a:t>Systems analysis is the field concerned with the planning, development, and implementation of artificial systems, including information systems.</a:t>
            </a:r>
          </a:p>
          <a:p>
            <a:r>
              <a:rPr lang="en-US" sz="3000" dirty="0">
                <a:solidFill>
                  <a:schemeClr val="tx1"/>
                </a:solidFill>
                <a:latin typeface="Tahoma" pitchFamily="34" charset="0"/>
                <a:ea typeface="Tahoma" pitchFamily="34" charset="0"/>
                <a:cs typeface="Tahoma" pitchFamily="34" charset="0"/>
              </a:rPr>
              <a:t>Systems analysts work with users and management to develop a system.</a:t>
            </a:r>
          </a:p>
          <a:p>
            <a:r>
              <a:rPr lang="en-US" sz="3000" dirty="0">
                <a:solidFill>
                  <a:schemeClr val="tx1"/>
                </a:solidFill>
                <a:latin typeface="Tahoma" pitchFamily="34" charset="0"/>
                <a:ea typeface="Tahoma" pitchFamily="34" charset="0"/>
                <a:cs typeface="Tahoma" pitchFamily="34" charset="0"/>
              </a:rPr>
              <a:t>A system is a group of interrelated components that accomplish a goal. A system requires modification over time.</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E2F1575E-CD67-4545-819E-5045381CF18A}" type="slidenum">
              <a:rPr lang="en-US"/>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ChangeArrowheads="1"/>
          </p:cNvSpPr>
          <p:nvPr>
            <p:ph type="title"/>
          </p:nvPr>
        </p:nvSpPr>
        <p:spPr/>
        <p:txBody>
          <a:bodyPr lIns="92075" tIns="46038" rIns="92075" bIns="46038" anchor="ctr"/>
          <a:lstStyle/>
          <a:p>
            <a:pPr eaLnBrk="1" hangingPunct="1"/>
            <a:r>
              <a:rPr lang="en-US" dirty="0"/>
              <a:t>Summary</a:t>
            </a:r>
          </a:p>
        </p:txBody>
      </p:sp>
      <p:sp>
        <p:nvSpPr>
          <p:cNvPr id="142338" name="Rectangle 3"/>
          <p:cNvSpPr>
            <a:spLocks noGrp="1" noChangeArrowheads="1"/>
          </p:cNvSpPr>
          <p:nvPr>
            <p:ph idx="1"/>
          </p:nvPr>
        </p:nvSpPr>
        <p:spPr>
          <a:xfrm>
            <a:off x="533400" y="1371600"/>
            <a:ext cx="8610600" cy="4114800"/>
          </a:xfrm>
        </p:spPr>
        <p:txBody>
          <a:bodyPr lIns="182562" tIns="46038" rIns="182562" bIns="46038">
            <a:normAutofit fontScale="92500" lnSpcReduction="20000"/>
          </a:bodyPr>
          <a:lstStyle/>
          <a:p>
            <a:pPr eaLnBrk="0" fontAlgn="base" hangingPunct="0">
              <a:spcAft>
                <a:spcPct val="0"/>
              </a:spcAft>
              <a:buClr>
                <a:srgbClr val="000000"/>
              </a:buClr>
              <a:buSzPct val="100000"/>
              <a:buFont typeface="Arial"/>
              <a:buChar char="•"/>
              <a:defRPr/>
            </a:pPr>
            <a:r>
              <a:rPr lang="en-US" sz="3200" dirty="0" err="1">
                <a:solidFill>
                  <a:schemeClr val="tx1"/>
                </a:solidFill>
                <a:latin typeface="Tahoma" pitchFamily="34" charset="0"/>
                <a:ea typeface="Tahoma" pitchFamily="34" charset="0"/>
                <a:cs typeface="Tahoma" pitchFamily="34" charset="0"/>
              </a:rPr>
              <a:t>SDLC</a:t>
            </a:r>
            <a:r>
              <a:rPr lang="en-US" sz="3200" dirty="0">
                <a:solidFill>
                  <a:schemeClr val="tx1"/>
                </a:solidFill>
                <a:latin typeface="Tahoma" pitchFamily="34" charset="0"/>
                <a:ea typeface="Tahoma" pitchFamily="34" charset="0"/>
                <a:cs typeface="Tahoma" pitchFamily="34" charset="0"/>
              </a:rPr>
              <a:t> provides structure to the development of the goal.</a:t>
            </a:r>
          </a:p>
          <a:p>
            <a:pPr eaLnBrk="0" fontAlgn="base" hangingPunct="0">
              <a:spcAft>
                <a:spcPct val="0"/>
              </a:spcAft>
              <a:buClr>
                <a:srgbClr val="000000"/>
              </a:buClr>
              <a:buSzPct val="100000"/>
              <a:buFont typeface="Arial"/>
              <a:buChar char="•"/>
              <a:defRPr/>
            </a:pPr>
            <a:r>
              <a:rPr lang="en-US" sz="3200" dirty="0">
                <a:solidFill>
                  <a:schemeClr val="tx1"/>
                </a:solidFill>
                <a:latin typeface="Tahoma" pitchFamily="34" charset="0"/>
                <a:ea typeface="Tahoma" pitchFamily="34" charset="0"/>
                <a:cs typeface="Tahoma" pitchFamily="34" charset="0"/>
              </a:rPr>
              <a:t>The five phases of the system development life cycle are:</a:t>
            </a:r>
          </a:p>
          <a:p>
            <a:pPr lvl="2" indent="-342900">
              <a:buSzPct val="60000"/>
              <a:buFont typeface="Arial"/>
              <a:buChar char="•"/>
            </a:pPr>
            <a:r>
              <a:rPr lang="en-US" sz="3200" dirty="0">
                <a:solidFill>
                  <a:schemeClr val="tx1"/>
                </a:solidFill>
                <a:latin typeface="Tahoma" pitchFamily="34" charset="0"/>
                <a:ea typeface="Tahoma" pitchFamily="34" charset="0"/>
                <a:cs typeface="Tahoma" pitchFamily="34" charset="0"/>
              </a:rPr>
              <a:t>Planning or investigation</a:t>
            </a:r>
          </a:p>
          <a:p>
            <a:pPr lvl="2" indent="-342900">
              <a:buSzPct val="60000"/>
            </a:pPr>
            <a:r>
              <a:rPr lang="en-US" sz="3200" dirty="0">
                <a:solidFill>
                  <a:schemeClr val="tx1"/>
                </a:solidFill>
                <a:latin typeface="Tahoma" pitchFamily="34" charset="0"/>
                <a:ea typeface="Tahoma" pitchFamily="34" charset="0"/>
                <a:cs typeface="Tahoma" pitchFamily="34" charset="0"/>
              </a:rPr>
              <a:t>Analysis</a:t>
            </a:r>
          </a:p>
          <a:p>
            <a:pPr lvl="2" indent="-342900">
              <a:buSzPct val="60000"/>
            </a:pPr>
            <a:r>
              <a:rPr lang="en-US" sz="3200" dirty="0">
                <a:solidFill>
                  <a:schemeClr val="tx1"/>
                </a:solidFill>
                <a:latin typeface="Tahoma" pitchFamily="34" charset="0"/>
                <a:ea typeface="Tahoma" pitchFamily="34" charset="0"/>
                <a:cs typeface="Tahoma" pitchFamily="34" charset="0"/>
              </a:rPr>
              <a:t>Design</a:t>
            </a:r>
          </a:p>
          <a:p>
            <a:pPr lvl="2" indent="-342900">
              <a:buSzPct val="60000"/>
            </a:pPr>
            <a:r>
              <a:rPr lang="en-US" sz="3200" dirty="0">
                <a:solidFill>
                  <a:schemeClr val="tx1"/>
                </a:solidFill>
                <a:latin typeface="Tahoma" pitchFamily="34" charset="0"/>
                <a:ea typeface="Tahoma" pitchFamily="34" charset="0"/>
                <a:cs typeface="Tahoma" pitchFamily="34" charset="0"/>
              </a:rPr>
              <a:t>Implementation</a:t>
            </a:r>
          </a:p>
          <a:p>
            <a:pPr lvl="2" indent="-342900">
              <a:buSzPct val="60000"/>
            </a:pPr>
            <a:r>
              <a:rPr lang="en-US" sz="3200" dirty="0">
                <a:solidFill>
                  <a:schemeClr val="tx1"/>
                </a:solidFill>
                <a:latin typeface="Tahoma" pitchFamily="34" charset="0"/>
                <a:ea typeface="Tahoma" pitchFamily="34" charset="0"/>
                <a:cs typeface="Tahoma" pitchFamily="34" charset="0"/>
              </a:rPr>
              <a:t>Maintenance or support</a:t>
            </a:r>
          </a:p>
          <a:p>
            <a:pPr eaLnBrk="1" hangingPunct="1"/>
            <a:endParaRPr lang="en-US" sz="28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E2F1575E-CD67-4545-819E-5045381CF18A}" type="slidenum">
              <a:rPr lang="en-US"/>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ChangeArrowheads="1"/>
          </p:cNvSpPr>
          <p:nvPr>
            <p:ph type="title"/>
          </p:nvPr>
        </p:nvSpPr>
        <p:spPr/>
        <p:txBody>
          <a:bodyPr lIns="92075" tIns="46038" rIns="92075" bIns="46038" anchor="ctr"/>
          <a:lstStyle/>
          <a:p>
            <a:pPr eaLnBrk="1" hangingPunct="1"/>
            <a:r>
              <a:rPr lang="en-US" dirty="0"/>
              <a:t>Summary</a:t>
            </a:r>
          </a:p>
        </p:txBody>
      </p:sp>
      <p:sp>
        <p:nvSpPr>
          <p:cNvPr id="142338" name="Rectangle 3"/>
          <p:cNvSpPr>
            <a:spLocks noGrp="1" noChangeArrowheads="1"/>
          </p:cNvSpPr>
          <p:nvPr>
            <p:ph idx="1"/>
          </p:nvPr>
        </p:nvSpPr>
        <p:spPr>
          <a:xfrm>
            <a:off x="533400" y="1295400"/>
            <a:ext cx="8001000" cy="4495800"/>
          </a:xfrm>
        </p:spPr>
        <p:txBody>
          <a:bodyPr lIns="182562" tIns="46038" rIns="182562" bIns="46038">
            <a:normAutofit/>
          </a:bodyPr>
          <a:lstStyle/>
          <a:p>
            <a:pPr>
              <a:buClr>
                <a:srgbClr val="000000"/>
              </a:buClr>
            </a:pPr>
            <a:r>
              <a:rPr lang="en-US" sz="3000" dirty="0">
                <a:solidFill>
                  <a:schemeClr val="tx1"/>
                </a:solidFill>
                <a:latin typeface="Tahoma" pitchFamily="34" charset="0"/>
                <a:ea typeface="Tahoma" pitchFamily="34" charset="0"/>
                <a:cs typeface="Tahoma" pitchFamily="34" charset="0"/>
              </a:rPr>
              <a:t>Lack of user involvement, poor project management, and lack of documentation cause projects to fail.</a:t>
            </a:r>
          </a:p>
          <a:p>
            <a:pPr>
              <a:buClr>
                <a:srgbClr val="000000"/>
              </a:buClr>
            </a:pPr>
            <a:r>
              <a:rPr lang="en-US" sz="3000" dirty="0">
                <a:solidFill>
                  <a:schemeClr val="tx1"/>
                </a:solidFill>
                <a:latin typeface="Tahoma" pitchFamily="34" charset="0"/>
                <a:ea typeface="Tahoma" pitchFamily="34" charset="0"/>
                <a:cs typeface="Tahoma" pitchFamily="34" charset="0"/>
              </a:rPr>
              <a:t>The SDLC phases should be completed in order with the results of one phase becoming the starting point for the next phase of the cycle.</a:t>
            </a:r>
          </a:p>
          <a:p>
            <a:pPr eaLnBrk="1" hangingPunct="1"/>
            <a:endParaRPr lang="en-US" sz="28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E2F1575E-CD67-4545-819E-5045381CF18A}" type="slidenum">
              <a:rPr lang="en-US"/>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ChangeArrowheads="1"/>
          </p:cNvSpPr>
          <p:nvPr>
            <p:ph type="title"/>
          </p:nvPr>
        </p:nvSpPr>
        <p:spPr/>
        <p:txBody>
          <a:bodyPr lIns="92075" tIns="46038" rIns="92075" bIns="46038" anchor="ctr"/>
          <a:lstStyle/>
          <a:p>
            <a:pPr eaLnBrk="1" hangingPunct="1"/>
            <a:r>
              <a:rPr lang="en-US" dirty="0"/>
              <a:t>Summary</a:t>
            </a:r>
          </a:p>
        </p:txBody>
      </p:sp>
      <p:sp>
        <p:nvSpPr>
          <p:cNvPr id="142338" name="Rectangle 3"/>
          <p:cNvSpPr>
            <a:spLocks noGrp="1" noChangeArrowheads="1"/>
          </p:cNvSpPr>
          <p:nvPr>
            <p:ph idx="1"/>
          </p:nvPr>
        </p:nvSpPr>
        <p:spPr>
          <a:xfrm>
            <a:off x="533400" y="1295400"/>
            <a:ext cx="8001000" cy="4876800"/>
          </a:xfrm>
        </p:spPr>
        <p:txBody>
          <a:bodyPr lIns="182562" tIns="46038" rIns="182562" bIns="46038">
            <a:normAutofit lnSpcReduction="10000"/>
          </a:bodyPr>
          <a:lstStyle/>
          <a:p>
            <a:r>
              <a:rPr lang="en-US" sz="3000" dirty="0">
                <a:solidFill>
                  <a:schemeClr val="tx1"/>
                </a:solidFill>
                <a:latin typeface="Tahoma" pitchFamily="34" charset="0"/>
                <a:ea typeface="Tahoma" pitchFamily="34" charset="0"/>
                <a:cs typeface="Tahoma" pitchFamily="34" charset="0"/>
              </a:rPr>
              <a:t>SDLC phases:</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Planning: Recognize need for information system</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Analysis: Determine needs of new system</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Design: Determine how new system will work</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Implementation: Build-or-buy, develop, test, train, and convert</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Maintenance: ongoing evaluation, and maintenance</a:t>
            </a:r>
          </a:p>
          <a:p>
            <a:pPr eaLnBrk="1" hangingPunct="1"/>
            <a:endParaRPr lang="en-US" sz="32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E2F1575E-CD67-4545-819E-5045381CF18A}" type="slidenum">
              <a:rPr lang="en-US"/>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ChangeArrowheads="1"/>
          </p:cNvSpPr>
          <p:nvPr>
            <p:ph type="title"/>
          </p:nvPr>
        </p:nvSpPr>
        <p:spPr/>
        <p:txBody>
          <a:bodyPr lIns="92075" tIns="46038" rIns="92075" bIns="46038" anchor="ctr"/>
          <a:lstStyle/>
          <a:p>
            <a:pPr eaLnBrk="1" hangingPunct="1"/>
            <a:r>
              <a:rPr lang="en-US" dirty="0"/>
              <a:t>Summary</a:t>
            </a:r>
          </a:p>
        </p:txBody>
      </p:sp>
      <p:sp>
        <p:nvSpPr>
          <p:cNvPr id="142338" name="Rectangle 3"/>
          <p:cNvSpPr>
            <a:spLocks noGrp="1" noChangeArrowheads="1"/>
          </p:cNvSpPr>
          <p:nvPr>
            <p:ph idx="1"/>
          </p:nvPr>
        </p:nvSpPr>
        <p:spPr>
          <a:xfrm>
            <a:off x="533400" y="1295400"/>
            <a:ext cx="8001000" cy="4876800"/>
          </a:xfrm>
        </p:spPr>
        <p:txBody>
          <a:bodyPr lIns="182562" tIns="46038" rIns="182562" bIns="46038">
            <a:normAutofit lnSpcReduction="10000"/>
          </a:bodyPr>
          <a:lstStyle/>
          <a:p>
            <a:r>
              <a:rPr lang="en-US" sz="3000" dirty="0">
                <a:solidFill>
                  <a:schemeClr val="tx1"/>
                </a:solidFill>
                <a:latin typeface="Tahoma" pitchFamily="34" charset="0"/>
                <a:ea typeface="Tahoma" pitchFamily="34" charset="0"/>
                <a:cs typeface="Tahoma" pitchFamily="34" charset="0"/>
              </a:rPr>
              <a:t>Deliverables from each phase of the SDLC are input to the next phase:</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Planning: Project proposal</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Analysis: List of new system requirements</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Design: Logical design that provides overall picture of system </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Implementation: Conversion to new system</a:t>
            </a:r>
          </a:p>
          <a:p>
            <a:pPr marL="855663" lvl="1" indent="-398463">
              <a:spcBef>
                <a:spcPts val="0"/>
              </a:spcBef>
              <a:buSzPct val="75000"/>
              <a:buFont typeface="+mj-lt"/>
              <a:buAutoNum type="arabicPeriod"/>
            </a:pPr>
            <a:r>
              <a:rPr lang="en-US" sz="3000" dirty="0">
                <a:solidFill>
                  <a:schemeClr val="tx1"/>
                </a:solidFill>
                <a:latin typeface="Tahoma" pitchFamily="34" charset="0"/>
                <a:ea typeface="Tahoma" pitchFamily="34" charset="0"/>
                <a:cs typeface="Tahoma" pitchFamily="34" charset="0"/>
              </a:rPr>
              <a:t>Maintenance: Post implementation  review</a:t>
            </a:r>
          </a:p>
          <a:p>
            <a:pPr eaLnBrk="1" hangingPunct="1"/>
            <a:endParaRPr lang="en-US" sz="3200" dirty="0">
              <a:solidFill>
                <a:schemeClr val="tx1"/>
              </a:solidFill>
              <a:latin typeface="Tahoma" pitchFamily="34" charset="0"/>
              <a:ea typeface="Tahoma" pitchFamily="34" charset="0"/>
              <a:cs typeface="Tahoma" pitchFamily="34" charset="0"/>
            </a:endParaRP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E2F1575E-CD67-4545-819E-5045381CF18A}" type="slidenum">
              <a:rPr lang="en-US"/>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ChangeArrowheads="1"/>
          </p:cNvSpPr>
          <p:nvPr>
            <p:ph type="title"/>
          </p:nvPr>
        </p:nvSpPr>
        <p:spPr/>
        <p:txBody>
          <a:bodyPr lIns="92075" tIns="46038" rIns="92075" bIns="46038" anchor="ctr"/>
          <a:lstStyle/>
          <a:p>
            <a:pPr eaLnBrk="1" hangingPunct="1"/>
            <a:r>
              <a:rPr lang="en-US" dirty="0"/>
              <a:t>Summary</a:t>
            </a:r>
          </a:p>
        </p:txBody>
      </p:sp>
      <p:sp>
        <p:nvSpPr>
          <p:cNvPr id="142338" name="Rectangle 3"/>
          <p:cNvSpPr>
            <a:spLocks noGrp="1" noChangeArrowheads="1"/>
          </p:cNvSpPr>
          <p:nvPr>
            <p:ph idx="1"/>
          </p:nvPr>
        </p:nvSpPr>
        <p:spPr>
          <a:xfrm>
            <a:off x="533400" y="1295400"/>
            <a:ext cx="8001000" cy="4800600"/>
          </a:xfrm>
        </p:spPr>
        <p:txBody>
          <a:bodyPr lIns="182562" tIns="46038" rIns="182562" bIns="46038">
            <a:normAutofit/>
          </a:bodyPr>
          <a:lstStyle/>
          <a:p>
            <a:pPr eaLnBrk="1" hangingPunct="1"/>
            <a:r>
              <a:rPr lang="en-US" sz="3000" dirty="0">
                <a:solidFill>
                  <a:schemeClr val="tx1"/>
                </a:solidFill>
                <a:latin typeface="Tahoma" pitchFamily="34" charset="0"/>
                <a:ea typeface="Tahoma" pitchFamily="34" charset="0"/>
                <a:cs typeface="Tahoma" pitchFamily="34" charset="0"/>
              </a:rPr>
              <a:t>Security is an interwoven element that is addressed at each phase of development.</a:t>
            </a:r>
          </a:p>
        </p:txBody>
      </p:sp>
      <p:sp>
        <p:nvSpPr>
          <p:cNvPr id="9"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8" name="Slide Number Placeholder 7"/>
          <p:cNvSpPr>
            <a:spLocks noGrp="1"/>
          </p:cNvSpPr>
          <p:nvPr>
            <p:ph type="sldNum" sz="quarter" idx="12"/>
          </p:nvPr>
        </p:nvSpPr>
        <p:spPr>
          <a:xfrm>
            <a:off x="8595360" y="6324600"/>
            <a:ext cx="548640" cy="396240"/>
          </a:xfrm>
        </p:spPr>
        <p:txBody>
          <a:bodyPr/>
          <a:lstStyle/>
          <a:p>
            <a:pPr>
              <a:defRPr/>
            </a:pPr>
            <a:fld id="{E2F1575E-CD67-4545-819E-5045381CF18A}" type="slidenum">
              <a:rPr lang="en-US"/>
              <a:pPr>
                <a:defRPr/>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3"/>
          <p:cNvSpPr>
            <a:spLocks noChangeArrowheads="1"/>
          </p:cNvSpPr>
          <p:nvPr/>
        </p:nvSpPr>
        <p:spPr bwMode="auto">
          <a:xfrm>
            <a:off x="-3725863" y="2297113"/>
            <a:ext cx="9144001" cy="0"/>
          </a:xfrm>
          <a:prstGeom prst="rect">
            <a:avLst/>
          </a:prstGeom>
          <a:noFill/>
          <a:ln w="25400">
            <a:noFill/>
            <a:miter lim="800000"/>
            <a:headEnd/>
            <a:tailEnd/>
          </a:ln>
        </p:spPr>
        <p:txBody>
          <a:bodyPr wrap="none" anchor="ctr">
            <a:spAutoFit/>
          </a:bodyPr>
          <a:lstStyle/>
          <a:p>
            <a:pPr eaLnBrk="0" hangingPunct="0"/>
            <a:endParaRPr lang="en-US" dirty="0"/>
          </a:p>
        </p:txBody>
      </p:sp>
      <p:pic>
        <p:nvPicPr>
          <p:cNvPr id="99331" name="Picture 4" descr="cid:3287383400_2177562"/>
          <p:cNvPicPr>
            <a:picLocks noChangeAspect="1" noChangeArrowheads="1"/>
          </p:cNvPicPr>
          <p:nvPr/>
        </p:nvPicPr>
        <p:blipFill>
          <a:blip r:embed="rId3" r:link="rId4" cstate="print"/>
          <a:srcRect/>
          <a:stretch>
            <a:fillRect/>
          </a:stretch>
        </p:blipFill>
        <p:spPr bwMode="auto">
          <a:xfrm>
            <a:off x="0" y="923131"/>
            <a:ext cx="8423275" cy="2747963"/>
          </a:xfrm>
          <a:prstGeom prst="rect">
            <a:avLst/>
          </a:prstGeom>
          <a:solidFill>
            <a:schemeClr val="hlink"/>
          </a:solidFill>
          <a:ln w="9525">
            <a:solidFill>
              <a:schemeClr val="bg1"/>
            </a:solidFill>
            <a:miter lim="800000"/>
            <a:headEnd/>
            <a:tailEnd/>
          </a:ln>
        </p:spPr>
      </p:pic>
      <p:sp>
        <p:nvSpPr>
          <p:cNvPr id="99332" name="Rectangle 5"/>
          <p:cNvSpPr>
            <a:spLocks noChangeArrowheads="1"/>
          </p:cNvSpPr>
          <p:nvPr/>
        </p:nvSpPr>
        <p:spPr bwMode="auto">
          <a:xfrm>
            <a:off x="708025" y="3894138"/>
            <a:ext cx="7589838" cy="1069975"/>
          </a:xfrm>
          <a:prstGeom prst="rect">
            <a:avLst/>
          </a:prstGeom>
          <a:noFill/>
          <a:ln w="25400">
            <a:noFill/>
            <a:miter lim="800000"/>
            <a:headEnd/>
            <a:tailEnd/>
          </a:ln>
        </p:spPr>
        <p:txBody>
          <a:bodyPr anchor="ctr">
            <a:spAutoFit/>
          </a:bodyPr>
          <a:lstStyle/>
          <a:p>
            <a:pPr algn="ctr" eaLnBrk="0" hangingPunct="0"/>
            <a:r>
              <a:rPr lang="en-US" sz="1600" dirty="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38188" y="5327650"/>
            <a:ext cx="7845425" cy="636588"/>
          </a:xfrm>
          <a:prstGeom prst="rect">
            <a:avLst/>
          </a:prstGeom>
          <a:noFill/>
          <a:ln>
            <a:miter lim="800000"/>
            <a:headEnd/>
            <a:tailEnd/>
          </a:ln>
        </p:spPr>
        <p:txBody>
          <a:bodyPr anchor="b"/>
          <a:lstStyle/>
          <a:p>
            <a:pPr algn="ctr" eaLnBrk="0" hangingPunct="0">
              <a:defRPr/>
            </a:pPr>
            <a:r>
              <a:rPr lang="en-US" dirty="0">
                <a:solidFill>
                  <a:srgbClr val="000000"/>
                </a:solidFill>
                <a:effectLst>
                  <a:outerShdw blurRad="38100" dist="38100" dir="2700000" algn="tl">
                    <a:srgbClr val="C0C0C0"/>
                  </a:outerShdw>
                </a:effectLst>
                <a:latin typeface="Tahoma" pitchFamily="34" charset="0"/>
                <a:cs typeface="Arial" pitchFamily="34" charset="0"/>
              </a:rPr>
              <a:t>Copyright © 2012 Pearson Education, Inc.  </a:t>
            </a:r>
          </a:p>
          <a:p>
            <a:pPr algn="ctr" eaLnBrk="0" hangingPunct="0">
              <a:defRPr/>
            </a:pPr>
            <a:r>
              <a:rPr lang="en-US" dirty="0">
                <a:solidFill>
                  <a:srgbClr val="000000"/>
                </a:solidFill>
                <a:effectLst>
                  <a:outerShdw blurRad="38100" dist="38100" dir="2700000" algn="tl">
                    <a:srgbClr val="C0C0C0"/>
                  </a:outerShdw>
                </a:effectLst>
                <a:latin typeface="Tahoma" pitchFamily="34" charset="0"/>
                <a:cs typeface="Arial" pitchFamily="34" charset="0"/>
              </a:rPr>
              <a:t>Publishing as Prentice Hall</a:t>
            </a:r>
            <a:endParaRPr lang="en-US" dirty="0">
              <a:solidFill>
                <a:srgbClr val="000000"/>
              </a:solidFill>
              <a:effectLst>
                <a:outerShdw blurRad="38100" dist="38100" dir="2700000" algn="tl">
                  <a:srgbClr val="C0C0C0"/>
                </a:outerShdw>
              </a:effectLst>
              <a:cs typeface="Arial" pitchFamily="34" charset="0"/>
            </a:endParaRPr>
          </a:p>
        </p:txBody>
      </p:sp>
      <p:sp>
        <p:nvSpPr>
          <p:cNvPr id="6" name="Footer Placeholder 8"/>
          <p:cNvSpPr>
            <a:spLocks noGrp="1"/>
          </p:cNvSpPr>
          <p:nvPr>
            <p:ph type="ftr" sz="quarter" idx="11"/>
          </p:nvPr>
        </p:nvSpPr>
        <p:spPr>
          <a:xfrm>
            <a:off x="685800" y="6400800"/>
            <a:ext cx="5665435" cy="244475"/>
          </a:xfrm>
        </p:spPr>
        <p:txBody>
          <a:bodyPr/>
          <a:lstStyle/>
          <a:p>
            <a:pPr>
              <a:defRPr/>
            </a:pPr>
            <a:r>
              <a:rPr lang="en-US" dirty="0"/>
              <a:t>Copyright © 2012 Pearson Education, Inc. Publishing as Prentice Hall</a:t>
            </a:r>
          </a:p>
        </p:txBody>
      </p:sp>
      <p:sp>
        <p:nvSpPr>
          <p:cNvPr id="7" name="Slide Number Placeholder 7"/>
          <p:cNvSpPr>
            <a:spLocks noGrp="1"/>
          </p:cNvSpPr>
          <p:nvPr>
            <p:ph type="sldNum" sz="quarter" idx="12"/>
          </p:nvPr>
        </p:nvSpPr>
        <p:spPr>
          <a:xfrm>
            <a:off x="8595360" y="6324600"/>
            <a:ext cx="548640" cy="396240"/>
          </a:xfrm>
        </p:spPr>
        <p:txBody>
          <a:bodyPr/>
          <a:lstStyle/>
          <a:p>
            <a:pPr>
              <a:defRPr/>
            </a:pPr>
            <a:fld id="{E2F1575E-CD67-4545-819E-5045381CF18A}" type="slidenum">
              <a:rPr lang="en-US"/>
              <a:pPr>
                <a:defRPr/>
              </a:pPr>
              <a:t>45</a:t>
            </a:fld>
            <a:endParaRPr lang="en-US" dirty="0"/>
          </a:p>
        </p:txBody>
      </p:sp>
    </p:spTree>
  </p:cSld>
  <p:clrMapOvr>
    <a:masterClrMapping/>
  </p:clrMapOvr>
  <p:transition/>
</p:sld>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6_Custom Desig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2325</Words>
  <Application>Microsoft Macintosh PowerPoint</Application>
  <PresentationFormat>On-screen Show (4:3)</PresentationFormat>
  <Paragraphs>495</Paragraphs>
  <Slides>45</Slides>
  <Notes>39</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45</vt:i4>
      </vt:variant>
    </vt:vector>
  </HeadingPairs>
  <TitlesOfParts>
    <vt:vector size="60" baseType="lpstr">
      <vt:lpstr>Arial</vt:lpstr>
      <vt:lpstr>Calibri</vt:lpstr>
      <vt:lpstr>Century Gothic</vt:lpstr>
      <vt:lpstr>Courier New</vt:lpstr>
      <vt:lpstr>Palatino Linotype</vt:lpstr>
      <vt:lpstr>Tahoma</vt:lpstr>
      <vt:lpstr>Wingdings</vt:lpstr>
      <vt:lpstr>6_Custom Design</vt:lpstr>
      <vt:lpstr>5_Custom Design</vt:lpstr>
      <vt:lpstr>4_Custom Design</vt:lpstr>
      <vt:lpstr>3_Custom Design</vt:lpstr>
      <vt:lpstr>2_Custom Design</vt:lpstr>
      <vt:lpstr>1_Custom Design</vt:lpstr>
      <vt:lpstr>Custom Design</vt:lpstr>
      <vt:lpstr>Executive</vt:lpstr>
      <vt:lpstr>Computers Are Your Future Twelfth Edition</vt:lpstr>
      <vt:lpstr>Systems Analysis and Design</vt:lpstr>
      <vt:lpstr>Objectives </vt:lpstr>
      <vt:lpstr>Objectives </vt:lpstr>
      <vt:lpstr>System Analysis: Communication Counts </vt:lpstr>
      <vt:lpstr>System Analysis: Communication Counts </vt:lpstr>
      <vt:lpstr>System Analysis: Communication Counts </vt:lpstr>
      <vt:lpstr>The Systems Development  Life Cycle</vt:lpstr>
      <vt:lpstr>The Systems Development  Life Cycle</vt:lpstr>
      <vt:lpstr>The Systems Development  Life Cycle</vt:lpstr>
      <vt:lpstr>The Systems Development  Life Cycle</vt:lpstr>
      <vt:lpstr>The Systems Development Life Cycle</vt:lpstr>
      <vt:lpstr>The Systems Development  Life Cycle</vt:lpstr>
      <vt:lpstr>PowerPoint Presentation</vt:lpstr>
      <vt:lpstr>PowerPoint Presentation</vt:lpstr>
      <vt:lpstr>PowerPoint Presentation</vt:lpstr>
      <vt:lpstr>PowerPoint Presentation</vt:lpstr>
      <vt:lpstr>PowerPoint Presentation</vt:lpstr>
      <vt:lpstr>The Systems Development  Life Cycle</vt:lpstr>
      <vt:lpstr>The Systems Development Life Cycle</vt:lpstr>
      <vt:lpstr>The Systems Development  Life Cycle</vt:lpstr>
      <vt:lpstr>Phase 1:  Planning the System </vt:lpstr>
      <vt:lpstr>Phase 1:  Planning the System </vt:lpstr>
      <vt:lpstr>Phase 1:  Planning the System </vt:lpstr>
      <vt:lpstr>Phase 1:  Planning the System </vt:lpstr>
      <vt:lpstr>Phase 1:  Planning the System </vt:lpstr>
      <vt:lpstr>Phase 1:  Planning the System</vt:lpstr>
      <vt:lpstr>Phase 2: Analyzing and Documenting  the Existing System </vt:lpstr>
      <vt:lpstr>Phase 3: Designing the System </vt:lpstr>
      <vt:lpstr>Phase 3:  Designing the System </vt:lpstr>
      <vt:lpstr>Phase 3:  Designing the System</vt:lpstr>
      <vt:lpstr>Phase 3:  Designing the System</vt:lpstr>
      <vt:lpstr>Phase 4:  Implementing the System</vt:lpstr>
      <vt:lpstr>Phase 4:  Implementing the System</vt:lpstr>
      <vt:lpstr>Phase 4:  Implementing the System </vt:lpstr>
      <vt:lpstr>Phase 5:  Maintaining the System</vt:lpstr>
      <vt:lpstr>Security and the SDLC</vt:lpstr>
      <vt:lpstr>Security and the SDLC</vt:lpstr>
      <vt:lpstr>Summary</vt:lpstr>
      <vt:lpstr>Summary</vt:lpstr>
      <vt:lpstr>Summary</vt:lpstr>
      <vt:lpstr>Summary</vt:lpstr>
      <vt:lpstr>Summary</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Computers Are Your Future Twelfth Edition</dc:title>
  <dc:creator>BAYOUSEF A SARHAN MANAL</dc:creator>
  <cp:lastModifiedBy>BAYOUSEF A SARHAN MANAL</cp:lastModifiedBy>
  <cp:revision>1</cp:revision>
  <dcterms:created xsi:type="dcterms:W3CDTF">2020-03-15T20:39:13Z</dcterms:created>
  <dcterms:modified xsi:type="dcterms:W3CDTF">2020-03-15T20:43:21Z</dcterms:modified>
</cp:coreProperties>
</file>