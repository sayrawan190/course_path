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1"/>
  </p:sldMasterIdLst>
  <p:notesMasterIdLst>
    <p:notesMasterId r:id="rId23"/>
  </p:notesMasterIdLst>
  <p:handoutMasterIdLst>
    <p:handoutMasterId r:id="rId24"/>
  </p:handoutMasterIdLst>
  <p:sldIdLst>
    <p:sldId id="256" r:id="rId2"/>
    <p:sldId id="257" r:id="rId3"/>
    <p:sldId id="359" r:id="rId4"/>
    <p:sldId id="372" r:id="rId5"/>
    <p:sldId id="360" r:id="rId6"/>
    <p:sldId id="339" r:id="rId7"/>
    <p:sldId id="376" r:id="rId8"/>
    <p:sldId id="320" r:id="rId9"/>
    <p:sldId id="321" r:id="rId10"/>
    <p:sldId id="315" r:id="rId11"/>
    <p:sldId id="342" r:id="rId12"/>
    <p:sldId id="343" r:id="rId13"/>
    <p:sldId id="344" r:id="rId14"/>
    <p:sldId id="345" r:id="rId15"/>
    <p:sldId id="317" r:id="rId16"/>
    <p:sldId id="326" r:id="rId17"/>
    <p:sldId id="331" r:id="rId18"/>
    <p:sldId id="357" r:id="rId19"/>
    <p:sldId id="350" r:id="rId20"/>
    <p:sldId id="362" r:id="rId21"/>
    <p:sldId id="371" r:id="rId2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12" autoAdjust="0"/>
    <p:restoredTop sz="78125" autoAdjust="0"/>
  </p:normalViewPr>
  <p:slideViewPr>
    <p:cSldViewPr>
      <p:cViewPr>
        <p:scale>
          <a:sx n="112" d="100"/>
          <a:sy n="112" d="100"/>
        </p:scale>
        <p:origin x="1288" y="-360"/>
      </p:cViewPr>
      <p:guideLst>
        <p:guide orient="horz" pos="2160"/>
        <p:guide pos="2880"/>
      </p:guideLst>
    </p:cSldViewPr>
  </p:slideViewPr>
  <p:outlineViewPr>
    <p:cViewPr>
      <p:scale>
        <a:sx n="33" d="100"/>
        <a:sy n="33" d="100"/>
      </p:scale>
      <p:origin x="0" y="-50264"/>
    </p:cViewPr>
  </p:outlineViewPr>
  <p:notesTextViewPr>
    <p:cViewPr>
      <p:scale>
        <a:sx n="100" d="100"/>
        <a:sy n="100" d="100"/>
      </p:scale>
      <p:origin x="0" y="0"/>
    </p:cViewPr>
  </p:notesTextViewPr>
  <p:sorterViewPr>
    <p:cViewPr>
      <p:scale>
        <a:sx n="66" d="100"/>
        <a:sy n="66" d="100"/>
      </p:scale>
      <p:origin x="0" y="2178"/>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3CA5ADED-6DDA-0745-DEAD-C52A9316703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20000"/>
              </a:spcBef>
              <a:buClr>
                <a:schemeClr val="hlink"/>
              </a:buClr>
              <a:buSzPct val="110000"/>
              <a:buFont typeface="Wingdings" pitchFamily="2" charset="2"/>
              <a:buBlip>
                <a:blip r:embed="rId2"/>
              </a:buBlip>
              <a:defRPr sz="1200"/>
            </a:lvl1pPr>
          </a:lstStyle>
          <a:p>
            <a:pPr>
              <a:defRPr/>
            </a:pPr>
            <a:endParaRPr lang="en-US" altLang="en-US"/>
          </a:p>
        </p:txBody>
      </p:sp>
      <p:sp>
        <p:nvSpPr>
          <p:cNvPr id="104451" name="Rectangle 3">
            <a:extLst>
              <a:ext uri="{FF2B5EF4-FFF2-40B4-BE49-F238E27FC236}">
                <a16:creationId xmlns:a16="http://schemas.microsoft.com/office/drawing/2014/main" id="{EA55CD65-E170-7A2F-8FFC-238C6CB930BB}"/>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20000"/>
              </a:spcBef>
              <a:buClr>
                <a:schemeClr val="hlink"/>
              </a:buClr>
              <a:buSzPct val="110000"/>
              <a:buFont typeface="Wingdings" pitchFamily="2" charset="2"/>
              <a:buBlip>
                <a:blip r:embed="rId2"/>
              </a:buBlip>
              <a:defRPr sz="1200"/>
            </a:lvl1pPr>
          </a:lstStyle>
          <a:p>
            <a:pPr>
              <a:defRPr/>
            </a:pPr>
            <a:endParaRPr lang="en-US" altLang="en-US"/>
          </a:p>
        </p:txBody>
      </p:sp>
      <p:sp>
        <p:nvSpPr>
          <p:cNvPr id="104452" name="Rectangle 4">
            <a:extLst>
              <a:ext uri="{FF2B5EF4-FFF2-40B4-BE49-F238E27FC236}">
                <a16:creationId xmlns:a16="http://schemas.microsoft.com/office/drawing/2014/main" id="{E152B817-210A-A38A-8804-BB17113BD6F7}"/>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20000"/>
              </a:spcBef>
              <a:buClr>
                <a:schemeClr val="hlink"/>
              </a:buClr>
              <a:buSzPct val="110000"/>
              <a:buFont typeface="Wingdings" pitchFamily="2" charset="2"/>
              <a:buBlip>
                <a:blip r:embed="rId2"/>
              </a:buBlip>
              <a:defRPr sz="1200"/>
            </a:lvl1pPr>
          </a:lstStyle>
          <a:p>
            <a:pPr>
              <a:defRPr/>
            </a:pPr>
            <a:endParaRPr lang="en-US" altLang="en-US"/>
          </a:p>
        </p:txBody>
      </p:sp>
      <p:sp>
        <p:nvSpPr>
          <p:cNvPr id="104453" name="Rectangle 5">
            <a:extLst>
              <a:ext uri="{FF2B5EF4-FFF2-40B4-BE49-F238E27FC236}">
                <a16:creationId xmlns:a16="http://schemas.microsoft.com/office/drawing/2014/main" id="{1B3FAE2B-4006-101F-1015-252F433C6705}"/>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20000"/>
              </a:spcBef>
              <a:buClr>
                <a:schemeClr val="hlink"/>
              </a:buClr>
              <a:buSzPct val="110000"/>
              <a:buFont typeface="Wingdings" pitchFamily="2" charset="2"/>
              <a:buBlip>
                <a:blip r:embed="rId2"/>
              </a:buBlip>
              <a:defRPr sz="1200"/>
            </a:lvl1pPr>
          </a:lstStyle>
          <a:p>
            <a:pPr>
              <a:defRPr/>
            </a:pPr>
            <a:fld id="{5A35C6A9-8875-6840-9CFF-989808110D38}" type="slidenum">
              <a:rPr lang="en-US" altLang="ar-SA"/>
              <a:pPr>
                <a:defRPr/>
              </a:pPr>
              <a:t>‹#›</a:t>
            </a:fld>
            <a:endParaRPr lang="en-US" altLang="ar-SA"/>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409985E-2F6C-023D-2204-21C232FC559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ahoma" panose="020B0604030504040204" pitchFamily="34" charset="0"/>
              </a:defRPr>
            </a:lvl1pPr>
          </a:lstStyle>
          <a:p>
            <a:pPr>
              <a:defRPr/>
            </a:pPr>
            <a:endParaRPr lang="en-US" altLang="en-US"/>
          </a:p>
        </p:txBody>
      </p:sp>
      <p:sp>
        <p:nvSpPr>
          <p:cNvPr id="48131" name="Rectangle 3">
            <a:extLst>
              <a:ext uri="{FF2B5EF4-FFF2-40B4-BE49-F238E27FC236}">
                <a16:creationId xmlns:a16="http://schemas.microsoft.com/office/drawing/2014/main" id="{097B23BC-77F0-7BBA-E8A0-815978A3824A}"/>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ahoma" panose="020B0604030504040204" pitchFamily="34" charset="0"/>
              </a:defRPr>
            </a:lvl1pPr>
          </a:lstStyle>
          <a:p>
            <a:pPr>
              <a:defRPr/>
            </a:pPr>
            <a:endParaRPr lang="en-US" altLang="en-US"/>
          </a:p>
        </p:txBody>
      </p:sp>
      <p:sp>
        <p:nvSpPr>
          <p:cNvPr id="9220" name="Rectangle 4">
            <a:extLst>
              <a:ext uri="{FF2B5EF4-FFF2-40B4-BE49-F238E27FC236}">
                <a16:creationId xmlns:a16="http://schemas.microsoft.com/office/drawing/2014/main" id="{86E4DDFD-667A-9AB4-49DB-FB2F68C74B4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a:extLst>
              <a:ext uri="{FF2B5EF4-FFF2-40B4-BE49-F238E27FC236}">
                <a16:creationId xmlns:a16="http://schemas.microsoft.com/office/drawing/2014/main" id="{FF5C787F-5EE2-1934-41CD-2A219BC86806}"/>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a:extLst>
              <a:ext uri="{FF2B5EF4-FFF2-40B4-BE49-F238E27FC236}">
                <a16:creationId xmlns:a16="http://schemas.microsoft.com/office/drawing/2014/main" id="{500F8070-04AA-BDD9-A40F-9AAAA3B758BA}"/>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ahoma" panose="020B0604030504040204" pitchFamily="34" charset="0"/>
              </a:defRPr>
            </a:lvl1pPr>
          </a:lstStyle>
          <a:p>
            <a:pPr>
              <a:defRPr/>
            </a:pPr>
            <a:endParaRPr lang="en-US" altLang="en-US"/>
          </a:p>
        </p:txBody>
      </p:sp>
      <p:sp>
        <p:nvSpPr>
          <p:cNvPr id="48135" name="Rectangle 7">
            <a:extLst>
              <a:ext uri="{FF2B5EF4-FFF2-40B4-BE49-F238E27FC236}">
                <a16:creationId xmlns:a16="http://schemas.microsoft.com/office/drawing/2014/main" id="{2761EDDB-7157-76D4-1F13-CAA116294F7A}"/>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F8340E2B-2F0E-9B41-BDC7-38CEF1525927}" type="slidenum">
              <a:rPr lang="en-US" altLang="ar-SA"/>
              <a:pPr>
                <a:defRPr/>
              </a:pPr>
              <a:t>‹#›</a:t>
            </a:fld>
            <a:endParaRPr lang="en-US" altLang="ar-SA"/>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Arial"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A505CE15-CAD7-4A20-3722-1EF1FD2A06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602244C9-43EF-DF4D-A691-8DE6EDB297E4}" type="slidenum">
              <a:rPr kumimoji="0" lang="en-US" altLang="en-US" smtClean="0">
                <a:latin typeface="Tahoma" panose="020B0604030504040204" pitchFamily="34" charset="0"/>
              </a:rPr>
              <a:pPr>
                <a:spcBef>
                  <a:spcPct val="0"/>
                </a:spcBef>
              </a:pPr>
              <a:t>1</a:t>
            </a:fld>
            <a:endParaRPr kumimoji="0" lang="en-US" altLang="en-US">
              <a:latin typeface="Tahoma" panose="020B0604030504040204" pitchFamily="34" charset="0"/>
            </a:endParaRPr>
          </a:p>
        </p:txBody>
      </p:sp>
      <p:sp>
        <p:nvSpPr>
          <p:cNvPr id="12290" name="Rectangle 2">
            <a:extLst>
              <a:ext uri="{FF2B5EF4-FFF2-40B4-BE49-F238E27FC236}">
                <a16:creationId xmlns:a16="http://schemas.microsoft.com/office/drawing/2014/main" id="{62E36910-90FA-9635-4A20-140AA7AE1E35}"/>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B85187AF-BE37-EA31-310F-07BEF9E264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82C913D4-869E-C7A9-762C-41B1366D70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83AC103D-6F24-024F-BA0C-1FF3C5E0E9BC}" type="slidenum">
              <a:rPr kumimoji="0" lang="en-US" altLang="en-US" smtClean="0">
                <a:latin typeface="Tahoma" panose="020B0604030504040204" pitchFamily="34" charset="0"/>
              </a:rPr>
              <a:pPr>
                <a:spcBef>
                  <a:spcPct val="0"/>
                </a:spcBef>
              </a:pPr>
              <a:t>2</a:t>
            </a:fld>
            <a:endParaRPr kumimoji="0" lang="en-US" altLang="en-US">
              <a:latin typeface="Tahoma" panose="020B0604030504040204" pitchFamily="34" charset="0"/>
            </a:endParaRPr>
          </a:p>
        </p:txBody>
      </p:sp>
      <p:sp>
        <p:nvSpPr>
          <p:cNvPr id="14338" name="Rectangle 2">
            <a:extLst>
              <a:ext uri="{FF2B5EF4-FFF2-40B4-BE49-F238E27FC236}">
                <a16:creationId xmlns:a16="http://schemas.microsoft.com/office/drawing/2014/main" id="{CF503DFD-03E8-66B7-56E9-D82FA5143B04}"/>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247ECCDC-9114-8280-9C7B-36CED66A92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the process of studying a procedure or business in </a:t>
            </a:r>
            <a:r>
              <a:rPr lang="en-US" altLang="en-US" sz="2000" b="1">
                <a:latin typeface="Arial" panose="020B0604020202020204" pitchFamily="34" charset="0"/>
                <a:cs typeface="Arial" panose="020B0604020202020204" pitchFamily="34" charset="0"/>
              </a:rPr>
              <a:t>order to identify its goals and purposes and create systems and procedures that will achieve them in an efficient way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CA5B8093-CFEC-C32A-F996-80286E244B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FE465084-4BE6-584A-BD5D-26793B393365}" type="slidenum">
              <a:rPr kumimoji="0" lang="en-US" altLang="en-US" smtClean="0">
                <a:latin typeface="Tahoma" panose="020B0604030504040204" pitchFamily="34" charset="0"/>
              </a:rPr>
              <a:pPr>
                <a:spcBef>
                  <a:spcPct val="0"/>
                </a:spcBef>
              </a:pPr>
              <a:t>3</a:t>
            </a:fld>
            <a:endParaRPr kumimoji="0" lang="en-US" altLang="en-US">
              <a:latin typeface="Tahoma" panose="020B0604030504040204" pitchFamily="34" charset="0"/>
            </a:endParaRPr>
          </a:p>
        </p:txBody>
      </p:sp>
      <p:sp>
        <p:nvSpPr>
          <p:cNvPr id="16386" name="Rectangle 2">
            <a:extLst>
              <a:ext uri="{FF2B5EF4-FFF2-40B4-BE49-F238E27FC236}">
                <a16:creationId xmlns:a16="http://schemas.microsoft.com/office/drawing/2014/main" id="{8AE5071D-066B-027D-3985-2B2D5660EFAD}"/>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36E1F146-2504-BEB1-0E98-04EE42440F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latin typeface="Arial" panose="020B0604020202020204" pitchFamily="34" charset="0"/>
                <a:cs typeface="Arial" panose="020B0604020202020204" pitchFamily="34" charset="0"/>
              </a:rPr>
              <a:t>Systems analysis</a:t>
            </a:r>
          </a:p>
          <a:p>
            <a:r>
              <a:rPr lang="en-US" altLang="en-US">
                <a:latin typeface="Arial" panose="020B0604020202020204" pitchFamily="34" charset="0"/>
                <a:cs typeface="Arial" panose="020B0604020202020204" pitchFamily="34" charset="0"/>
              </a:rPr>
              <a:t>It is a </a:t>
            </a:r>
            <a:r>
              <a:rPr lang="en-US" altLang="en-US" b="1">
                <a:latin typeface="Arial" panose="020B0604020202020204" pitchFamily="34" charset="0"/>
                <a:cs typeface="Arial" panose="020B0604020202020204" pitchFamily="34" charset="0"/>
              </a:rPr>
              <a:t>process of collecting and interpreting facts</a:t>
            </a:r>
            <a:r>
              <a:rPr lang="en-US" altLang="en-US">
                <a:latin typeface="Arial" panose="020B0604020202020204" pitchFamily="34" charset="0"/>
                <a:cs typeface="Arial" panose="020B0604020202020204" pitchFamily="34" charset="0"/>
              </a:rPr>
              <a:t>, identifying the problems, and decomposition of a system into its components</a:t>
            </a:r>
          </a:p>
          <a:p>
            <a:r>
              <a:rPr lang="en-US" altLang="en-US">
                <a:latin typeface="Arial" panose="020B0604020202020204" pitchFamily="34" charset="0"/>
                <a:cs typeface="Arial" panose="020B0604020202020204" pitchFamily="34" charset="0"/>
              </a:rPr>
              <a:t>It is a </a:t>
            </a:r>
            <a:r>
              <a:rPr lang="en-US" altLang="en-US" b="1">
                <a:latin typeface="Arial" panose="020B0604020202020204" pitchFamily="34" charset="0"/>
                <a:cs typeface="Arial" panose="020B0604020202020204" pitchFamily="34" charset="0"/>
              </a:rPr>
              <a:t>problem solving technique </a:t>
            </a:r>
            <a:r>
              <a:rPr lang="en-US" altLang="en-US">
                <a:latin typeface="Arial" panose="020B0604020202020204" pitchFamily="34" charset="0"/>
                <a:cs typeface="Arial" panose="020B0604020202020204" pitchFamily="34" charset="0"/>
              </a:rPr>
              <a:t>that improves the system and ensures that all </a:t>
            </a:r>
            <a:r>
              <a:rPr lang="en-US" altLang="en-US" b="1">
                <a:latin typeface="Arial" panose="020B0604020202020204" pitchFamily="34" charset="0"/>
                <a:cs typeface="Arial" panose="020B0604020202020204" pitchFamily="34" charset="0"/>
              </a:rPr>
              <a:t>the components of the system work efficiently to accomplish their purpose</a:t>
            </a:r>
            <a:r>
              <a:rPr lang="en-US" altLang="en-US">
                <a:latin typeface="Arial" panose="020B0604020202020204" pitchFamily="34" charset="0"/>
                <a:cs typeface="Arial" panose="020B0604020202020204" pitchFamily="34" charset="0"/>
              </a:rPr>
              <a:t>.</a:t>
            </a:r>
          </a:p>
          <a:p>
            <a:endParaRPr lang="en-US" altLang="en-US">
              <a:latin typeface="Arial" panose="020B0604020202020204" pitchFamily="34" charset="0"/>
              <a:cs typeface="Arial" panose="020B0604020202020204" pitchFamily="34" charset="0"/>
            </a:endParaRPr>
          </a:p>
          <a:p>
            <a:r>
              <a:rPr lang="en-US" altLang="en-US" b="1">
                <a:latin typeface="Arial" panose="020B0604020202020204" pitchFamily="34" charset="0"/>
                <a:cs typeface="Arial" panose="020B0604020202020204" pitchFamily="34" charset="0"/>
              </a:rPr>
              <a:t>Systems design </a:t>
            </a:r>
            <a:r>
              <a:rPr lang="en-US" altLang="en-US">
                <a:latin typeface="Arial" panose="020B0604020202020204" pitchFamily="34" charset="0"/>
                <a:cs typeface="Arial" panose="020B0604020202020204" pitchFamily="34" charset="0"/>
              </a:rPr>
              <a:t>It is a </a:t>
            </a:r>
            <a:r>
              <a:rPr lang="en-US" altLang="en-US" b="1">
                <a:latin typeface="Arial" panose="020B0604020202020204" pitchFamily="34" charset="0"/>
                <a:cs typeface="Arial" panose="020B0604020202020204" pitchFamily="34" charset="0"/>
              </a:rPr>
              <a:t>process of planning </a:t>
            </a:r>
            <a:r>
              <a:rPr lang="en-US" altLang="en-US">
                <a:latin typeface="Arial" panose="020B0604020202020204" pitchFamily="34" charset="0"/>
                <a:cs typeface="Arial" panose="020B0604020202020204" pitchFamily="34" charset="0"/>
              </a:rPr>
              <a:t>a new business system or replacing an existing system by defining its components or modules to satisfy the specific requirements. </a:t>
            </a:r>
          </a:p>
          <a:p>
            <a:r>
              <a:rPr lang="en-US" altLang="en-US">
                <a:latin typeface="Arial" panose="020B0604020202020204" pitchFamily="34" charset="0"/>
                <a:cs typeface="Arial" panose="020B0604020202020204" pitchFamily="34" charset="0"/>
              </a:rPr>
              <a:t>Before planning, you need to understand the old system thoroughly and determine how computers can best be used in order to operate efficiently.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CD3138B8-06FA-19EE-2ADC-22589F0A97E5}"/>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19C19159-7806-6756-8328-CA48E95092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Information system  consists of  five components: </a:t>
            </a:r>
          </a:p>
          <a:p>
            <a:r>
              <a:rPr lang="en-US" altLang="en-US" b="1">
                <a:solidFill>
                  <a:srgbClr val="FF0000"/>
                </a:solidFill>
                <a:latin typeface="Arial" panose="020B0604020202020204" pitchFamily="34" charset="0"/>
                <a:cs typeface="Arial" panose="020B0604020202020204" pitchFamily="34" charset="0"/>
              </a:rPr>
              <a:t>Hardware : physical device,</a:t>
            </a:r>
          </a:p>
          <a:p>
            <a:r>
              <a:rPr lang="en-US" altLang="en-US" b="1">
                <a:solidFill>
                  <a:srgbClr val="FF0000"/>
                </a:solidFill>
                <a:latin typeface="Arial" panose="020B0604020202020204" pitchFamily="34" charset="0"/>
                <a:cs typeface="Arial" panose="020B0604020202020204" pitchFamily="34" charset="0"/>
              </a:rPr>
              <a:t>Software: tells the hardware what to do</a:t>
            </a:r>
          </a:p>
          <a:p>
            <a:r>
              <a:rPr lang="en-US" altLang="en-US" b="1">
                <a:solidFill>
                  <a:srgbClr val="FF0000"/>
                </a:solidFill>
                <a:latin typeface="Arial" panose="020B0604020202020204" pitchFamily="34" charset="0"/>
                <a:cs typeface="Arial" panose="020B0604020202020204" pitchFamily="34" charset="0"/>
              </a:rPr>
              <a:t>Data: information manipulated by the software, </a:t>
            </a:r>
          </a:p>
          <a:p>
            <a:r>
              <a:rPr lang="en-US" altLang="en-US" b="1">
                <a:solidFill>
                  <a:srgbClr val="FF0000"/>
                </a:solidFill>
                <a:latin typeface="Arial" panose="020B0604020202020204" pitchFamily="34" charset="0"/>
                <a:cs typeface="Arial" panose="020B0604020202020204" pitchFamily="34" charset="0"/>
              </a:rPr>
              <a:t>People: all people involved</a:t>
            </a:r>
          </a:p>
          <a:p>
            <a:r>
              <a:rPr lang="en-US" altLang="en-US" b="1">
                <a:solidFill>
                  <a:srgbClr val="FF0000"/>
                </a:solidFill>
                <a:latin typeface="Arial" panose="020B0604020202020204" pitchFamily="34" charset="0"/>
                <a:cs typeface="Arial" panose="020B0604020202020204" pitchFamily="34" charset="0"/>
              </a:rPr>
              <a:t>Process: the steps to accomplish  a goal</a:t>
            </a:r>
            <a:endParaRPr lang="en-US" altLang="en-US">
              <a:latin typeface="Arial" panose="020B0604020202020204" pitchFamily="34" charset="0"/>
              <a:cs typeface="Arial" panose="020B0604020202020204" pitchFamily="34" charset="0"/>
            </a:endParaRPr>
          </a:p>
        </p:txBody>
      </p:sp>
      <p:sp>
        <p:nvSpPr>
          <p:cNvPr id="18435" name="Slide Number Placeholder 3">
            <a:extLst>
              <a:ext uri="{FF2B5EF4-FFF2-40B4-BE49-F238E27FC236}">
                <a16:creationId xmlns:a16="http://schemas.microsoft.com/office/drawing/2014/main" id="{2661ED08-1303-9017-4FF0-E914046164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0440B5-7B31-534C-910E-94C985040672}" type="slidenum">
              <a:rPr lang="en-US" altLang="ar-SA" smtClean="0">
                <a:latin typeface="Tahoma" panose="020B0604030504040204" pitchFamily="34" charset="0"/>
              </a:rPr>
              <a:pPr/>
              <a:t>4</a:t>
            </a:fld>
            <a:endParaRPr lang="en-US" altLang="ar-SA">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CF18A91A-7697-793D-A37C-BEEF5938FF73}"/>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3B4B4B40-4531-DF74-C77E-5D10DA4120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20483" name="Slide Number Placeholder 3">
            <a:extLst>
              <a:ext uri="{FF2B5EF4-FFF2-40B4-BE49-F238E27FC236}">
                <a16:creationId xmlns:a16="http://schemas.microsoft.com/office/drawing/2014/main" id="{5F284BB4-F2C8-1F58-8084-49A8146201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FE67D57-1877-7140-A343-C74BCAE3130C}" type="slidenum">
              <a:rPr kumimoji="0" lang="en-US" altLang="en-US" smtClean="0">
                <a:latin typeface="Tahoma" panose="020B0604030504040204" pitchFamily="34" charset="0"/>
              </a:rPr>
              <a:pPr>
                <a:spcBef>
                  <a:spcPct val="0"/>
                </a:spcBef>
              </a:pPr>
              <a:t>5</a:t>
            </a:fld>
            <a:endParaRPr kumimoji="0" lang="en-US" altLang="en-US">
              <a:latin typeface="Tahoma" panose="020B060403050404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ADFFAB2E-3FC3-A7E0-3F36-78155427B00C}"/>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817E27B0-D2B8-A5F8-9531-A37BBBA4835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22531" name="Slide Number Placeholder 3">
            <a:extLst>
              <a:ext uri="{FF2B5EF4-FFF2-40B4-BE49-F238E27FC236}">
                <a16:creationId xmlns:a16="http://schemas.microsoft.com/office/drawing/2014/main" id="{0E4C666F-6A09-7CDA-54C3-5D7961A9D7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A5C5812F-7B1C-DF49-8F64-71634D6466C1}" type="slidenum">
              <a:rPr kumimoji="0" lang="en-US" altLang="en-US" smtClean="0">
                <a:latin typeface="Tahoma" panose="020B0604030504040204" pitchFamily="34" charset="0"/>
              </a:rPr>
              <a:pPr>
                <a:spcBef>
                  <a:spcPct val="0"/>
                </a:spcBef>
              </a:pPr>
              <a:t>6</a:t>
            </a:fld>
            <a:endParaRPr kumimoji="0" lang="en-US" altLang="en-US">
              <a:latin typeface="Tahoma" panose="020B060403050404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743C5BBB-F459-5F26-3BE0-9A76F2291422}"/>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80545FF9-7A3B-C93D-DC6E-7395B55A96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24579" name="Slide Number Placeholder 3">
            <a:extLst>
              <a:ext uri="{FF2B5EF4-FFF2-40B4-BE49-F238E27FC236}">
                <a16:creationId xmlns:a16="http://schemas.microsoft.com/office/drawing/2014/main" id="{F5045D61-64BB-2B38-B896-909BB9BE1FC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E24545BE-5093-D24E-BE54-B83D57475C58}" type="slidenum">
              <a:rPr kumimoji="0" lang="en-US" altLang="en-US" smtClean="0">
                <a:latin typeface="Tahoma" panose="020B0604030504040204" pitchFamily="34" charset="0"/>
              </a:rPr>
              <a:pPr>
                <a:spcBef>
                  <a:spcPct val="0"/>
                </a:spcBef>
              </a:pPr>
              <a:t>7</a:t>
            </a:fld>
            <a:endParaRPr kumimoji="0" lang="en-US" altLang="en-US">
              <a:latin typeface="Tahoma" panose="020B060403050404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136554D7-EAD3-61DF-C3D7-8A4414F921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FF83ADC1-7598-AF43-B54B-5F120CDD5889}" type="slidenum">
              <a:rPr kumimoji="0" lang="en-US" altLang="en-US" smtClean="0">
                <a:latin typeface="Tahoma" panose="020B0604030504040204" pitchFamily="34" charset="0"/>
              </a:rPr>
              <a:pPr>
                <a:spcBef>
                  <a:spcPct val="0"/>
                </a:spcBef>
              </a:pPr>
              <a:t>8</a:t>
            </a:fld>
            <a:endParaRPr kumimoji="0" lang="en-US" altLang="en-US">
              <a:latin typeface="Tahoma" panose="020B0604030504040204" pitchFamily="34" charset="0"/>
            </a:endParaRPr>
          </a:p>
        </p:txBody>
      </p:sp>
      <p:sp>
        <p:nvSpPr>
          <p:cNvPr id="26626" name="Rectangle 2">
            <a:extLst>
              <a:ext uri="{FF2B5EF4-FFF2-40B4-BE49-F238E27FC236}">
                <a16:creationId xmlns:a16="http://schemas.microsoft.com/office/drawing/2014/main" id="{8FD1951C-B91B-DC39-D2ED-F8D334F0119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B9B3C297-204B-7EA9-1B17-D94F4C3B4E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System methodology is the system of methods used. The common is the SDLC </a:t>
            </a:r>
          </a:p>
          <a:p>
            <a:pPr eaLnBrk="1" hangingPunct="1"/>
            <a:r>
              <a:rPr lang="en-US" altLang="en-US">
                <a:latin typeface="Arial" panose="020B0604020202020204" pitchFamily="34" charset="0"/>
                <a:cs typeface="Arial" panose="020B0604020202020204" pitchFamily="34" charset="0"/>
              </a:rPr>
              <a:t>For example: the commerical product : its sales increase,peak or decline.  Finally the product is removed and replace by something else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711D5209-635B-711A-D334-020D07CE88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14EFD537-799D-F040-8AF3-F537ACD07832}" type="slidenum">
              <a:rPr kumimoji="0" lang="en-US" altLang="en-US" smtClean="0">
                <a:latin typeface="Tahoma" panose="020B0604030504040204" pitchFamily="34" charset="0"/>
              </a:rPr>
              <a:pPr>
                <a:spcBef>
                  <a:spcPct val="0"/>
                </a:spcBef>
              </a:pPr>
              <a:t>9</a:t>
            </a:fld>
            <a:endParaRPr kumimoji="0" lang="en-US" altLang="en-US">
              <a:latin typeface="Tahoma" panose="020B0604030504040204" pitchFamily="34" charset="0"/>
            </a:endParaRPr>
          </a:p>
        </p:txBody>
      </p:sp>
      <p:sp>
        <p:nvSpPr>
          <p:cNvPr id="28674" name="Rectangle 2">
            <a:extLst>
              <a:ext uri="{FF2B5EF4-FFF2-40B4-BE49-F238E27FC236}">
                <a16:creationId xmlns:a16="http://schemas.microsoft.com/office/drawing/2014/main" id="{B8D62DC0-2C3A-3180-69F8-D488B671E81D}"/>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02903E4B-8AA3-BB45-3D0C-9945EBFBD4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Is a comon methdology gor systems development in many otganization: several phases that mark the progress of the 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AB1A2FA6-FE68-CA9B-C8FE-1D6AEDAA3D75}"/>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3861B0F8-7890-9655-57BE-66E9F97FA2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Some times the life cycle is iterative, like a spiral until </a:t>
            </a:r>
            <a:r>
              <a:rPr lang="en-US" altLang="en-US" b="1">
                <a:latin typeface="Arial" panose="020B0604020202020204" pitchFamily="34" charset="0"/>
                <a:cs typeface="Arial" panose="020B0604020202020204" pitchFamily="34" charset="0"/>
              </a:rPr>
              <a:t>acceptable system is found</a:t>
            </a:r>
            <a:endParaRPr lang="en-US" altLang="en-US">
              <a:latin typeface="Arial" panose="020B0604020202020204" pitchFamily="34" charset="0"/>
              <a:cs typeface="Arial" panose="020B0604020202020204" pitchFamily="34" charset="0"/>
            </a:endParaRPr>
          </a:p>
        </p:txBody>
      </p:sp>
      <p:sp>
        <p:nvSpPr>
          <p:cNvPr id="30723" name="Slide Number Placeholder 3">
            <a:extLst>
              <a:ext uri="{FF2B5EF4-FFF2-40B4-BE49-F238E27FC236}">
                <a16:creationId xmlns:a16="http://schemas.microsoft.com/office/drawing/2014/main" id="{C3DBA9CD-9CB9-149C-149B-FC9BFB8114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7833E9D1-7457-974D-8F41-258187B41A57}" type="slidenum">
              <a:rPr kumimoji="0" lang="en-US" altLang="en-US" smtClean="0">
                <a:latin typeface="Tahoma" panose="020B0604030504040204" pitchFamily="34" charset="0"/>
              </a:rPr>
              <a:pPr>
                <a:spcBef>
                  <a:spcPct val="0"/>
                </a:spcBef>
              </a:pPr>
              <a:t>10</a:t>
            </a:fld>
            <a:endParaRPr kumimoji="0" lang="en-US" altLang="en-US">
              <a:latin typeface="Tahoma" panose="020B060403050404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6CA619C6-2352-6838-5925-65FEDCA94589}"/>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E780FF91-84E3-299E-5661-FE9A98F6B5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latin typeface="Arial" panose="020B0604020202020204" pitchFamily="34" charset="0"/>
                <a:cs typeface="Arial" panose="020B0604020202020204" pitchFamily="34" charset="0"/>
              </a:rPr>
              <a:t>Planning</a:t>
            </a:r>
            <a:r>
              <a:rPr lang="en-US" altLang="en-US">
                <a:latin typeface="Arial" panose="020B0604020202020204" pitchFamily="34" charset="0"/>
                <a:cs typeface="Arial" panose="020B0604020202020204" pitchFamily="34" charset="0"/>
              </a:rPr>
              <a:t>. The scope of the proposed system:  someone identifies the need for a new or enhanced system (the needs)</a:t>
            </a:r>
          </a:p>
          <a:p>
            <a:r>
              <a:rPr lang="en-US" altLang="en-US">
                <a:latin typeface="Arial" panose="020B0604020202020204" pitchFamily="34" charset="0"/>
                <a:cs typeface="Arial" panose="020B0604020202020204" pitchFamily="34" charset="0"/>
              </a:rPr>
              <a:t>Investigation of the system problem (presentation of why the system should or should not by the organization). The anaylysist  produce a specific plan for the proposed  project the team  will follow using the remaining SDLC system</a:t>
            </a:r>
          </a:p>
          <a:p>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Has 2 sub phases of analysis.</a:t>
            </a:r>
          </a:p>
          <a:p>
            <a:r>
              <a:rPr lang="en-US" altLang="en-US">
                <a:latin typeface="Arial" panose="020B0604020202020204" pitchFamily="34" charset="0"/>
                <a:cs typeface="Arial" panose="020B0604020202020204" pitchFamily="34" charset="0"/>
              </a:rPr>
              <a:t>1- requirement determination. The analysis work with users to determine </a:t>
            </a:r>
            <a:r>
              <a:rPr lang="en-US" altLang="en-US" b="1">
                <a:latin typeface="Arial" panose="020B0604020202020204" pitchFamily="34" charset="0"/>
                <a:cs typeface="Arial" panose="020B0604020202020204" pitchFamily="34" charset="0"/>
              </a:rPr>
              <a:t>what the uses want from a proposed system</a:t>
            </a:r>
          </a:p>
          <a:p>
            <a:r>
              <a:rPr lang="en-US" altLang="en-US">
                <a:latin typeface="Arial" panose="020B0604020202020204" pitchFamily="34" charset="0"/>
                <a:cs typeface="Arial" panose="020B0604020202020204" pitchFamily="34" charset="0"/>
              </a:rPr>
              <a:t>2- </a:t>
            </a:r>
            <a:r>
              <a:rPr lang="en-US" altLang="en-US" b="1">
                <a:latin typeface="Arial" panose="020B0604020202020204" pitchFamily="34" charset="0"/>
                <a:cs typeface="Arial" panose="020B0604020202020204" pitchFamily="34" charset="0"/>
              </a:rPr>
              <a:t>Analysis study </a:t>
            </a:r>
            <a:r>
              <a:rPr lang="en-US" altLang="en-US">
                <a:latin typeface="Arial" panose="020B0604020202020204" pitchFamily="34" charset="0"/>
                <a:cs typeface="Arial" panose="020B0604020202020204" pitchFamily="34" charset="0"/>
              </a:rPr>
              <a:t>the requirement and structure them according to their interrelationships, and eliminate the redundancies</a:t>
            </a:r>
          </a:p>
          <a:p>
            <a:endParaRPr lang="en-US" altLang="en-US">
              <a:latin typeface="Arial" panose="020B0604020202020204" pitchFamily="34" charset="0"/>
              <a:cs typeface="Arial" panose="020B0604020202020204" pitchFamily="34" charset="0"/>
            </a:endParaRPr>
          </a:p>
        </p:txBody>
      </p:sp>
      <p:sp>
        <p:nvSpPr>
          <p:cNvPr id="32771" name="Slide Number Placeholder 3">
            <a:extLst>
              <a:ext uri="{FF2B5EF4-FFF2-40B4-BE49-F238E27FC236}">
                <a16:creationId xmlns:a16="http://schemas.microsoft.com/office/drawing/2014/main" id="{2BEDDBF3-B24A-F2B2-8F15-16CE17848F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62E3D6F0-0341-A54C-B02D-C127211D2093}" type="slidenum">
              <a:rPr kumimoji="0" lang="en-US" altLang="en-US" smtClean="0">
                <a:latin typeface="Tahoma" panose="020B0604030504040204" pitchFamily="34" charset="0"/>
              </a:rPr>
              <a:pPr>
                <a:spcBef>
                  <a:spcPct val="0"/>
                </a:spcBef>
              </a:pPr>
              <a:t>11</a:t>
            </a:fld>
            <a:endParaRPr kumimoji="0" lang="en-US" altLang="en-US">
              <a:latin typeface="Tahoma" panose="020B060403050404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350DF787-A94E-81C6-798F-E6EA02A6EF33}"/>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B7751CE1-BD3A-7A63-8418-020B08B2E5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34819" name="Slide Number Placeholder 3">
            <a:extLst>
              <a:ext uri="{FF2B5EF4-FFF2-40B4-BE49-F238E27FC236}">
                <a16:creationId xmlns:a16="http://schemas.microsoft.com/office/drawing/2014/main" id="{DD3EA905-27C6-2200-E01E-A7054137E0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B97A0435-042E-524E-A7D9-C0824F39F503}" type="slidenum">
              <a:rPr kumimoji="0" lang="en-US" altLang="en-US" smtClean="0">
                <a:latin typeface="Tahoma" panose="020B0604030504040204" pitchFamily="34" charset="0"/>
              </a:rPr>
              <a:pPr>
                <a:spcBef>
                  <a:spcPct val="0"/>
                </a:spcBef>
              </a:pPr>
              <a:t>12</a:t>
            </a:fld>
            <a:endParaRPr kumimoji="0" lang="en-US" altLang="en-US">
              <a:latin typeface="Tahoma" panose="020B060403050404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5A0270EB-FEF9-7781-6D55-006E6784E27A}"/>
              </a:ext>
            </a:extLst>
          </p:cNvPr>
          <p:cNvSpPr>
            <a:spLocks noGrp="1" noRot="1" noChangeAspect="1" noChangeArrowheads="1" noTextEdit="1"/>
          </p:cNvSpPr>
          <p:nvPr>
            <p:ph type="sldImg"/>
          </p:nvPr>
        </p:nvSpPr>
        <p:spPr>
          <a:ln/>
        </p:spPr>
      </p:sp>
      <p:sp>
        <p:nvSpPr>
          <p:cNvPr id="36866" name="Notes Placeholder 2">
            <a:extLst>
              <a:ext uri="{FF2B5EF4-FFF2-40B4-BE49-F238E27FC236}">
                <a16:creationId xmlns:a16="http://schemas.microsoft.com/office/drawing/2014/main" id="{54C4456D-AB21-18FB-04F7-17F46008E9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36867" name="Slide Number Placeholder 3">
            <a:extLst>
              <a:ext uri="{FF2B5EF4-FFF2-40B4-BE49-F238E27FC236}">
                <a16:creationId xmlns:a16="http://schemas.microsoft.com/office/drawing/2014/main" id="{602C906D-8B04-549D-B31E-8A7BE73E0C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6BEDF27C-1831-6C42-9EF6-72600E68F244}" type="slidenum">
              <a:rPr kumimoji="0" lang="en-US" altLang="en-US" smtClean="0">
                <a:latin typeface="Tahoma" panose="020B0604030504040204" pitchFamily="34" charset="0"/>
              </a:rPr>
              <a:pPr>
                <a:spcBef>
                  <a:spcPct val="0"/>
                </a:spcBef>
              </a:pPr>
              <a:t>13</a:t>
            </a:fld>
            <a:endParaRPr kumimoji="0" lang="en-US" altLang="en-US">
              <a:latin typeface="Tahoma" panose="020B060403050404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6BAD8B00-E8F1-BE2A-B62B-446519F01F20}"/>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4B7B5191-2E0D-942E-735A-6AF3148A07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38915" name="Slide Number Placeholder 3">
            <a:extLst>
              <a:ext uri="{FF2B5EF4-FFF2-40B4-BE49-F238E27FC236}">
                <a16:creationId xmlns:a16="http://schemas.microsoft.com/office/drawing/2014/main" id="{EAF553A0-0475-16F0-2A4B-78DE22A5ACE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E433C4D-0FD0-BA40-8257-2024CBB16F6A}" type="slidenum">
              <a:rPr kumimoji="0" lang="en-US" altLang="en-US" smtClean="0">
                <a:latin typeface="Tahoma" panose="020B0604030504040204" pitchFamily="34" charset="0"/>
              </a:rPr>
              <a:pPr>
                <a:spcBef>
                  <a:spcPct val="0"/>
                </a:spcBef>
              </a:pPr>
              <a:t>14</a:t>
            </a:fld>
            <a:endParaRPr kumimoji="0" lang="en-US" altLang="en-US">
              <a:latin typeface="Tahoma" panose="020B060403050404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B39DC9AF-AD97-8995-983F-7C7DFD1930D1}"/>
              </a:ext>
            </a:extLst>
          </p:cNvPr>
          <p:cNvSpPr>
            <a:spLocks noGrp="1" noRot="1" noChangeAspect="1" noChangeArrowheads="1" noTextEdit="1"/>
          </p:cNvSpPr>
          <p:nvPr>
            <p:ph type="sldImg"/>
          </p:nvPr>
        </p:nvSpPr>
        <p:spPr>
          <a:ln/>
        </p:spPr>
      </p:sp>
      <p:sp>
        <p:nvSpPr>
          <p:cNvPr id="40962" name="Notes Placeholder 2">
            <a:extLst>
              <a:ext uri="{FF2B5EF4-FFF2-40B4-BE49-F238E27FC236}">
                <a16:creationId xmlns:a16="http://schemas.microsoft.com/office/drawing/2014/main" id="{48726AA8-33DC-5884-4F6E-D5B1BE667E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40963" name="Slide Number Placeholder 3">
            <a:extLst>
              <a:ext uri="{FF2B5EF4-FFF2-40B4-BE49-F238E27FC236}">
                <a16:creationId xmlns:a16="http://schemas.microsoft.com/office/drawing/2014/main" id="{3E76BC41-5EE2-4A09-F400-68F2F9F9E5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1670AE7D-3344-C54C-B90F-3E9A33AED1D8}" type="slidenum">
              <a:rPr kumimoji="0" lang="en-US" altLang="en-US" smtClean="0">
                <a:latin typeface="Tahoma" panose="020B0604030504040204" pitchFamily="34" charset="0"/>
              </a:rPr>
              <a:pPr>
                <a:spcBef>
                  <a:spcPct val="0"/>
                </a:spcBef>
              </a:pPr>
              <a:t>15</a:t>
            </a:fld>
            <a:endParaRPr kumimoji="0" lang="en-US" altLang="en-US">
              <a:latin typeface="Tahoma" panose="020B060403050404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1E95C593-F037-547B-28B4-F5CD07040449}"/>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8EEDDD10-6B68-5B1D-AF7F-C1AE084A06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The heart of the system development process</a:t>
            </a:r>
          </a:p>
        </p:txBody>
      </p:sp>
      <p:sp>
        <p:nvSpPr>
          <p:cNvPr id="43011" name="Slide Number Placeholder 3">
            <a:extLst>
              <a:ext uri="{FF2B5EF4-FFF2-40B4-BE49-F238E27FC236}">
                <a16:creationId xmlns:a16="http://schemas.microsoft.com/office/drawing/2014/main" id="{C54F88D1-51D4-087E-58E8-708A7141F3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27ADD7FB-39CB-AC4E-A9EB-E5607A55C294}" type="slidenum">
              <a:rPr kumimoji="0" lang="en-US" altLang="en-US" smtClean="0">
                <a:latin typeface="Tahoma" panose="020B0604030504040204" pitchFamily="34" charset="0"/>
              </a:rPr>
              <a:pPr>
                <a:spcBef>
                  <a:spcPct val="0"/>
                </a:spcBef>
              </a:pPr>
              <a:t>16</a:t>
            </a:fld>
            <a:endParaRPr kumimoji="0" lang="en-US" altLang="en-US">
              <a:latin typeface="Tahoma" panose="020B060403050404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9A89BAA1-3C1B-2034-6354-31CDAED29E48}"/>
              </a:ext>
            </a:extLst>
          </p:cNvPr>
          <p:cNvSpPr>
            <a:spLocks noGrp="1" noRot="1" noChangeAspect="1" noChangeArrowheads="1" noTextEdit="1"/>
          </p:cNvSpPr>
          <p:nvPr>
            <p:ph type="sldImg"/>
          </p:nvPr>
        </p:nvSpPr>
        <p:spPr>
          <a:ln/>
        </p:spPr>
      </p:sp>
      <p:sp>
        <p:nvSpPr>
          <p:cNvPr id="63490" name="Notes Placeholder 2">
            <a:extLst>
              <a:ext uri="{FF2B5EF4-FFF2-40B4-BE49-F238E27FC236}">
                <a16:creationId xmlns:a16="http://schemas.microsoft.com/office/drawing/2014/main" id="{9718C4A5-7BD4-EAEC-9C92-00EB34897FC9}"/>
              </a:ext>
            </a:extLst>
          </p:cNvPr>
          <p:cNvSpPr>
            <a:spLocks noGrp="1"/>
          </p:cNvSpPr>
          <p:nvPr>
            <p:ph type="body" idx="1"/>
          </p:nvPr>
        </p:nvSpPr>
        <p:spPr>
          <a:ln/>
        </p:spPr>
        <p:txBody>
          <a:bodyPr/>
          <a:lstStyle/>
          <a:p>
            <a:pPr>
              <a:defRPr/>
            </a:pPr>
            <a:r>
              <a:rPr lang="en-US" dirty="0"/>
              <a:t>CASE tools are computer-based products that support one or more phases within the SDLC. These tools help reduce or eliminate many of the design and development problems inherent in projects produced by manual methods.</a:t>
            </a:r>
          </a:p>
          <a:p>
            <a:pPr>
              <a:defRPr/>
            </a:pPr>
            <a:endParaRPr lang="en-US" dirty="0"/>
          </a:p>
          <a:p>
            <a:pPr>
              <a:defRPr/>
            </a:pPr>
            <a:r>
              <a:rPr lang="en-US" dirty="0"/>
              <a:t>CASE tools are set of software application programs, which are used to automate SDLC activities. CASE tools are used by software project managers, analysts and engineers to develop software system.</a:t>
            </a:r>
          </a:p>
          <a:p>
            <a:pPr>
              <a:defRPr/>
            </a:pPr>
            <a:endParaRPr lang="en-US" dirty="0"/>
          </a:p>
          <a:p>
            <a:pPr>
              <a:defRPr/>
            </a:pPr>
            <a:r>
              <a:rPr lang="en-US" dirty="0"/>
              <a:t>CASE Tools: The essential idea of CASE tools is that in-built programs can help to analyze developing systems in order to enhance quality and provide better outcomes. Throughout the 1990, CASE tool became part of the software lexicon, and big companies like IBM were using these kinds of tools to help create software.</a:t>
            </a:r>
          </a:p>
          <a:p>
            <a:pPr>
              <a:defRPr/>
            </a:pPr>
            <a:endParaRPr lang="en-US" dirty="0"/>
          </a:p>
          <a:p>
            <a:pPr>
              <a:defRPr/>
            </a:pPr>
            <a:r>
              <a:rPr lang="en-US" dirty="0"/>
              <a:t>CASE provide automated support for some portion of the systems development process. </a:t>
            </a:r>
          </a:p>
          <a:p>
            <a:pPr>
              <a:defRPr/>
            </a:pPr>
            <a:endParaRPr lang="en-US" dirty="0"/>
          </a:p>
          <a:p>
            <a:pPr>
              <a:defRPr/>
            </a:pPr>
            <a:r>
              <a:rPr lang="en-US" dirty="0"/>
              <a:t>CASE tools are used to support a wide variety of SDLC activities. </a:t>
            </a:r>
          </a:p>
          <a:p>
            <a:pPr>
              <a:defRPr/>
            </a:pPr>
            <a:endParaRPr lang="en-US" altLang="en-US" dirty="0"/>
          </a:p>
          <a:p>
            <a:pPr>
              <a:defRPr/>
            </a:pPr>
            <a:r>
              <a:rPr lang="en-US" altLang="en-US" dirty="0"/>
              <a:t>There are variety of reasons why organizations choose to adopt case </a:t>
            </a:r>
            <a:r>
              <a:rPr lang="en-US" altLang="en-US" b="1" dirty="0"/>
              <a:t>partially or not use </a:t>
            </a:r>
            <a:r>
              <a:rPr lang="en-US" altLang="en-US" dirty="0"/>
              <a:t>it at all. </a:t>
            </a:r>
          </a:p>
          <a:p>
            <a:pPr marL="228600" indent="-228600">
              <a:buFontTx/>
              <a:buAutoNum type="arabicParenR"/>
              <a:defRPr/>
            </a:pPr>
            <a:r>
              <a:rPr lang="en-US" altLang="en-US" dirty="0"/>
              <a:t>Lack of vision for applying CASE to all aspects of the SDLC</a:t>
            </a:r>
          </a:p>
          <a:p>
            <a:pPr marL="228600" indent="-228600">
              <a:buFontTx/>
              <a:buAutoNum type="arabicParenR"/>
              <a:defRPr/>
            </a:pPr>
            <a:r>
              <a:rPr lang="en-US" altLang="en-US" dirty="0"/>
              <a:t>belief that CASE technology will fail to meet an organization unique system development needs</a:t>
            </a:r>
          </a:p>
        </p:txBody>
      </p:sp>
      <p:sp>
        <p:nvSpPr>
          <p:cNvPr id="65539" name="Slide Number Placeholder 3">
            <a:extLst>
              <a:ext uri="{FF2B5EF4-FFF2-40B4-BE49-F238E27FC236}">
                <a16:creationId xmlns:a16="http://schemas.microsoft.com/office/drawing/2014/main" id="{80E66F9F-FDD3-6CB9-FC1D-2AB1D38DF2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B4184BC6-8F57-134F-99CB-AE1622339581}" type="slidenum">
              <a:rPr kumimoji="0" lang="en-US" altLang="en-US" smtClean="0">
                <a:latin typeface="Tahoma" panose="020B0604030504040204" pitchFamily="34" charset="0"/>
              </a:rPr>
              <a:pPr>
                <a:spcBef>
                  <a:spcPct val="0"/>
                </a:spcBef>
              </a:pPr>
              <a:t>17</a:t>
            </a:fld>
            <a:endParaRPr kumimoji="0" lang="en-US" altLang="en-US">
              <a:latin typeface="Tahoma" panose="020B060403050404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057400CE-03D4-0075-22C7-158F0989E9E9}"/>
              </a:ext>
            </a:extLst>
          </p:cNvPr>
          <p:cNvSpPr>
            <a:spLocks noGrp="1" noRot="1" noChangeAspect="1" noChangeArrowheads="1" noTextEdit="1"/>
          </p:cNvSpPr>
          <p:nvPr>
            <p:ph type="sldImg"/>
          </p:nvPr>
        </p:nvSpPr>
        <p:spPr>
          <a:ln/>
        </p:spPr>
      </p:sp>
      <p:sp>
        <p:nvSpPr>
          <p:cNvPr id="67586" name="Notes Placeholder 2">
            <a:extLst>
              <a:ext uri="{FF2B5EF4-FFF2-40B4-BE49-F238E27FC236}">
                <a16:creationId xmlns:a16="http://schemas.microsoft.com/office/drawing/2014/main" id="{56B6D250-CF7C-CB43-D965-91B8CC25BB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Central database  called  REPOSITORY is the common method fo</a:t>
            </a:r>
            <a:r>
              <a:rPr lang="en-US" altLang="en-US" b="1">
                <a:latin typeface="Arial" panose="020B0604020202020204" pitchFamily="34" charset="0"/>
                <a:cs typeface="Arial" panose="020B0604020202020204" pitchFamily="34" charset="0"/>
              </a:rPr>
              <a:t>r providing product and tool integration</a:t>
            </a:r>
          </a:p>
          <a:p>
            <a:r>
              <a:rPr lang="en-US" altLang="en-US">
                <a:latin typeface="Arial" panose="020B0604020202020204" pitchFamily="34" charset="0"/>
                <a:cs typeface="Arial" panose="020B0604020202020204" pitchFamily="34" charset="0"/>
              </a:rPr>
              <a:t>(something like project dictionary or workbook)</a:t>
            </a:r>
          </a:p>
        </p:txBody>
      </p:sp>
      <p:sp>
        <p:nvSpPr>
          <p:cNvPr id="67587" name="Slide Number Placeholder 3">
            <a:extLst>
              <a:ext uri="{FF2B5EF4-FFF2-40B4-BE49-F238E27FC236}">
                <a16:creationId xmlns:a16="http://schemas.microsoft.com/office/drawing/2014/main" id="{D5FA8AE5-C1C3-BAEC-46EB-533577D076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409B59F8-E5A0-0148-9E31-300CE50B229F}" type="slidenum">
              <a:rPr kumimoji="0" lang="en-US" altLang="en-US" smtClean="0">
                <a:latin typeface="Tahoma" panose="020B0604030504040204" pitchFamily="34" charset="0"/>
              </a:rPr>
              <a:pPr>
                <a:spcBef>
                  <a:spcPct val="0"/>
                </a:spcBef>
              </a:pPr>
              <a:t>18</a:t>
            </a:fld>
            <a:endParaRPr kumimoji="0" lang="en-US" altLang="en-US">
              <a:latin typeface="Tahoma" panose="020B060403050404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6B28723B-4F88-E980-F715-9B5D6B24CD3D}"/>
              </a:ext>
            </a:extLst>
          </p:cNvPr>
          <p:cNvSpPr>
            <a:spLocks noGrp="1" noRot="1" noChangeAspect="1" noChangeArrowheads="1" noTextEdit="1"/>
          </p:cNvSpPr>
          <p:nvPr>
            <p:ph type="sldImg"/>
          </p:nvPr>
        </p:nvSpPr>
        <p:spPr>
          <a:ln/>
        </p:spPr>
      </p:sp>
      <p:sp>
        <p:nvSpPr>
          <p:cNvPr id="69634" name="Notes Placeholder 2">
            <a:extLst>
              <a:ext uri="{FF2B5EF4-FFF2-40B4-BE49-F238E27FC236}">
                <a16:creationId xmlns:a16="http://schemas.microsoft.com/office/drawing/2014/main" id="{0B2C2ED7-B9D4-51DC-3EC3-2C2F3EB889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9635" name="Slide Number Placeholder 3">
            <a:extLst>
              <a:ext uri="{FF2B5EF4-FFF2-40B4-BE49-F238E27FC236}">
                <a16:creationId xmlns:a16="http://schemas.microsoft.com/office/drawing/2014/main" id="{A97C6CA1-F1CC-93D5-3925-EC91430C9C3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64DE1D00-B4AC-6F47-A384-52820100EA48}" type="slidenum">
              <a:rPr kumimoji="0" lang="en-US" altLang="en-US" smtClean="0">
                <a:latin typeface="Tahoma" panose="020B0604030504040204" pitchFamily="34" charset="0"/>
              </a:rPr>
              <a:pPr>
                <a:spcBef>
                  <a:spcPct val="0"/>
                </a:spcBef>
              </a:pPr>
              <a:t>19</a:t>
            </a:fld>
            <a:endParaRPr kumimoji="0" lang="en-US" altLang="en-US">
              <a:latin typeface="Tahoma" panose="020B060403050404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F5106CBA-BC4C-2600-27D0-907E7A4FA4C3}"/>
              </a:ext>
            </a:extLst>
          </p:cNvPr>
          <p:cNvSpPr>
            <a:spLocks noGrp="1" noRot="1" noChangeAspect="1" noChangeArrowheads="1" noTextEdit="1"/>
          </p:cNvSpPr>
          <p:nvPr>
            <p:ph type="sldImg"/>
          </p:nvPr>
        </p:nvSpPr>
        <p:spPr>
          <a:ln/>
        </p:spPr>
      </p:sp>
      <p:sp>
        <p:nvSpPr>
          <p:cNvPr id="71682" name="Notes Placeholder 2">
            <a:extLst>
              <a:ext uri="{FF2B5EF4-FFF2-40B4-BE49-F238E27FC236}">
                <a16:creationId xmlns:a16="http://schemas.microsoft.com/office/drawing/2014/main" id="{A15AC540-FB22-9DDB-578F-3490F246BF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1683" name="Slide Number Placeholder 3">
            <a:extLst>
              <a:ext uri="{FF2B5EF4-FFF2-40B4-BE49-F238E27FC236}">
                <a16:creationId xmlns:a16="http://schemas.microsoft.com/office/drawing/2014/main" id="{DFB35163-6E88-1098-0BDD-5DD61F9850E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261E40CE-0D9F-C949-859B-071E42DF2FDA}" type="slidenum">
              <a:rPr kumimoji="0" lang="en-US" altLang="en-US" smtClean="0">
                <a:latin typeface="Tahoma" panose="020B0604030504040204" pitchFamily="34" charset="0"/>
              </a:rPr>
              <a:pPr>
                <a:spcBef>
                  <a:spcPct val="0"/>
                </a:spcBef>
              </a:pPr>
              <a:t>20</a:t>
            </a:fld>
            <a:endParaRPr kumimoji="0" lang="en-US" altLang="en-US">
              <a:latin typeface="Tahoma" panose="020B060403050404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6BF4C7D2-7955-823B-AF52-8B5564C66ADA}"/>
              </a:ext>
            </a:extLst>
          </p:cNvPr>
          <p:cNvSpPr>
            <a:spLocks noGrp="1" noRot="1" noChangeAspect="1" noChangeArrowheads="1" noTextEdit="1"/>
          </p:cNvSpPr>
          <p:nvPr>
            <p:ph type="sldImg"/>
          </p:nvPr>
        </p:nvSpPr>
        <p:spPr>
          <a:xfrm>
            <a:off x="1152525" y="692150"/>
            <a:ext cx="4554538" cy="3416300"/>
          </a:xfrm>
          <a:ln/>
        </p:spPr>
      </p:sp>
      <p:sp>
        <p:nvSpPr>
          <p:cNvPr id="103426" name="Rectangle 3">
            <a:extLst>
              <a:ext uri="{FF2B5EF4-FFF2-40B4-BE49-F238E27FC236}">
                <a16:creationId xmlns:a16="http://schemas.microsoft.com/office/drawing/2014/main" id="{57B17ADA-EF97-87D7-6ABF-3C82B7FE26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0" tIns="44446" rIns="90480" bIns="44446"/>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2">
            <a:extLst>
              <a:ext uri="{FF2B5EF4-FFF2-40B4-BE49-F238E27FC236}">
                <a16:creationId xmlns:a16="http://schemas.microsoft.com/office/drawing/2014/main" id="{563AB8CD-D5B8-DEFB-D419-DCA0BC06E7CC}"/>
              </a:ext>
            </a:extLst>
          </p:cNvPr>
          <p:cNvSpPr>
            <a:spLocks noGrp="1" noChangeArrowheads="1"/>
          </p:cNvSpPr>
          <p:nvPr>
            <p:ph type="ftr" sz="quarter" idx="10"/>
          </p:nvPr>
        </p:nvSpPr>
        <p:spPr>
          <a:ln/>
        </p:spPr>
        <p:txBody>
          <a:bodyPr/>
          <a:lstStyle>
            <a:lvl1pPr>
              <a:defRPr/>
            </a:lvl1pPr>
          </a:lstStyle>
          <a:p>
            <a:pPr>
              <a:defRPr/>
            </a:pPr>
            <a:r>
              <a:rPr lang="en-US"/>
              <a:t>Copyright © 2011 Pearson Education, Inc.</a:t>
            </a:r>
          </a:p>
        </p:txBody>
      </p:sp>
      <p:sp>
        <p:nvSpPr>
          <p:cNvPr id="5" name="Rectangle 3">
            <a:extLst>
              <a:ext uri="{FF2B5EF4-FFF2-40B4-BE49-F238E27FC236}">
                <a16:creationId xmlns:a16="http://schemas.microsoft.com/office/drawing/2014/main" id="{1AA17C0D-E7A7-2A94-7986-9CBE3231AED2}"/>
              </a:ext>
            </a:extLst>
          </p:cNvPr>
          <p:cNvSpPr>
            <a:spLocks noGrp="1" noChangeArrowheads="1"/>
          </p:cNvSpPr>
          <p:nvPr>
            <p:ph type="sldNum" sz="quarter" idx="11"/>
          </p:nvPr>
        </p:nvSpPr>
        <p:spPr>
          <a:ln/>
        </p:spPr>
        <p:txBody>
          <a:bodyPr/>
          <a:lstStyle>
            <a:lvl1pPr>
              <a:defRPr/>
            </a:lvl1pPr>
          </a:lstStyle>
          <a:p>
            <a:pPr>
              <a:defRPr/>
            </a:pPr>
            <a:fld id="{EC885B0C-C4F6-444C-8DF4-40FBC23916FF}" type="slidenum">
              <a:rPr lang="en-US" altLang="ar-SA"/>
              <a:pPr>
                <a:defRPr/>
              </a:pPr>
              <a:t>‹#›</a:t>
            </a:fld>
            <a:endParaRPr lang="en-US" altLang="ar-SA"/>
          </a:p>
        </p:txBody>
      </p:sp>
      <p:sp>
        <p:nvSpPr>
          <p:cNvPr id="6" name="Rectangle 16">
            <a:extLst>
              <a:ext uri="{FF2B5EF4-FFF2-40B4-BE49-F238E27FC236}">
                <a16:creationId xmlns:a16="http://schemas.microsoft.com/office/drawing/2014/main" id="{9ED265A2-0A27-5F1D-0B8D-2231A2C99EA3}"/>
              </a:ext>
            </a:extLst>
          </p:cNvPr>
          <p:cNvSpPr>
            <a:spLocks noGrp="1" noChangeArrowheads="1"/>
          </p:cNvSpPr>
          <p:nvPr>
            <p:ph type="dt" sz="half" idx="12"/>
          </p:nvPr>
        </p:nvSpPr>
        <p:spPr>
          <a:ln/>
        </p:spPr>
        <p:txBody>
          <a:bodyPr/>
          <a:lstStyle>
            <a:lvl1pPr>
              <a:defRPr/>
            </a:lvl1pPr>
          </a:lstStyle>
          <a:p>
            <a:pPr>
              <a:defRPr/>
            </a:pPr>
            <a:fld id="{211D1815-C3CD-7142-8E5C-A30FB9C0CC3F}" type="datetime1">
              <a:rPr lang="en-US"/>
              <a:pPr>
                <a:defRPr/>
              </a:pPr>
              <a:t>8/26/25</a:t>
            </a:fld>
            <a:r>
              <a:rPr lang="en-US"/>
              <a:t>Chapter 1</a:t>
            </a:r>
          </a:p>
        </p:txBody>
      </p:sp>
    </p:spTree>
    <p:extLst>
      <p:ext uri="{BB962C8B-B14F-4D97-AF65-F5344CB8AC3E}">
        <p14:creationId xmlns:p14="http://schemas.microsoft.com/office/powerpoint/2010/main" val="231252076"/>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C87EAF3E-2BBF-F57A-396A-F60186ABBD83}"/>
              </a:ext>
            </a:extLst>
          </p:cNvPr>
          <p:cNvSpPr>
            <a:spLocks noGrp="1" noChangeArrowheads="1"/>
          </p:cNvSpPr>
          <p:nvPr>
            <p:ph type="ftr" sz="quarter" idx="10"/>
          </p:nvPr>
        </p:nvSpPr>
        <p:spPr>
          <a:ln/>
        </p:spPr>
        <p:txBody>
          <a:bodyPr/>
          <a:lstStyle>
            <a:lvl1pPr>
              <a:defRPr/>
            </a:lvl1pPr>
          </a:lstStyle>
          <a:p>
            <a:pPr>
              <a:defRPr/>
            </a:pPr>
            <a:r>
              <a:rPr lang="en-US"/>
              <a:t>Copyright © 2011 Pearson Education, Inc.</a:t>
            </a:r>
          </a:p>
        </p:txBody>
      </p:sp>
      <p:sp>
        <p:nvSpPr>
          <p:cNvPr id="5" name="Rectangle 3">
            <a:extLst>
              <a:ext uri="{FF2B5EF4-FFF2-40B4-BE49-F238E27FC236}">
                <a16:creationId xmlns:a16="http://schemas.microsoft.com/office/drawing/2014/main" id="{7B825113-970F-ADC6-BFFA-D08AB45AD9F9}"/>
              </a:ext>
            </a:extLst>
          </p:cNvPr>
          <p:cNvSpPr>
            <a:spLocks noGrp="1" noChangeArrowheads="1"/>
          </p:cNvSpPr>
          <p:nvPr>
            <p:ph type="sldNum" sz="quarter" idx="11"/>
          </p:nvPr>
        </p:nvSpPr>
        <p:spPr>
          <a:ln/>
        </p:spPr>
        <p:txBody>
          <a:bodyPr/>
          <a:lstStyle>
            <a:lvl1pPr>
              <a:defRPr/>
            </a:lvl1pPr>
          </a:lstStyle>
          <a:p>
            <a:pPr>
              <a:defRPr/>
            </a:pPr>
            <a:fld id="{91CA2778-40CA-C74F-A435-A3D50E1BC2F7}" type="slidenum">
              <a:rPr lang="en-US" altLang="ar-SA"/>
              <a:pPr>
                <a:defRPr/>
              </a:pPr>
              <a:t>‹#›</a:t>
            </a:fld>
            <a:endParaRPr lang="en-US" altLang="ar-SA"/>
          </a:p>
        </p:txBody>
      </p:sp>
      <p:sp>
        <p:nvSpPr>
          <p:cNvPr id="6" name="Rectangle 16">
            <a:extLst>
              <a:ext uri="{FF2B5EF4-FFF2-40B4-BE49-F238E27FC236}">
                <a16:creationId xmlns:a16="http://schemas.microsoft.com/office/drawing/2014/main" id="{EAF27BDC-29D4-9894-BB37-C357A8510E67}"/>
              </a:ext>
            </a:extLst>
          </p:cNvPr>
          <p:cNvSpPr>
            <a:spLocks noGrp="1" noChangeArrowheads="1"/>
          </p:cNvSpPr>
          <p:nvPr>
            <p:ph type="dt" sz="half" idx="12"/>
          </p:nvPr>
        </p:nvSpPr>
        <p:spPr>
          <a:ln/>
        </p:spPr>
        <p:txBody>
          <a:bodyPr/>
          <a:lstStyle>
            <a:lvl1pPr>
              <a:defRPr/>
            </a:lvl1pPr>
          </a:lstStyle>
          <a:p>
            <a:pPr>
              <a:defRPr/>
            </a:pPr>
            <a:fld id="{169ABBC3-FC3C-734D-A2ED-05C53E8DD76D}" type="datetime1">
              <a:rPr lang="en-US"/>
              <a:pPr>
                <a:defRPr/>
              </a:pPr>
              <a:t>8/26/25</a:t>
            </a:fld>
            <a:r>
              <a:rPr lang="en-US"/>
              <a:t>Chapter 1</a:t>
            </a:r>
          </a:p>
        </p:txBody>
      </p:sp>
    </p:spTree>
    <p:extLst>
      <p:ext uri="{BB962C8B-B14F-4D97-AF65-F5344CB8AC3E}">
        <p14:creationId xmlns:p14="http://schemas.microsoft.com/office/powerpoint/2010/main" val="3929489210"/>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69F5AF01-E9E5-05BB-F4FB-B673A3990A46}"/>
              </a:ext>
            </a:extLst>
          </p:cNvPr>
          <p:cNvSpPr>
            <a:spLocks noGrp="1" noChangeArrowheads="1"/>
          </p:cNvSpPr>
          <p:nvPr>
            <p:ph type="ftr" sz="quarter" idx="10"/>
          </p:nvPr>
        </p:nvSpPr>
        <p:spPr>
          <a:ln/>
        </p:spPr>
        <p:txBody>
          <a:bodyPr/>
          <a:lstStyle>
            <a:lvl1pPr>
              <a:defRPr/>
            </a:lvl1pPr>
          </a:lstStyle>
          <a:p>
            <a:pPr>
              <a:defRPr/>
            </a:pPr>
            <a:r>
              <a:rPr lang="en-US"/>
              <a:t>Copyright © 2011 Pearson Education, Inc.</a:t>
            </a:r>
          </a:p>
        </p:txBody>
      </p:sp>
      <p:sp>
        <p:nvSpPr>
          <p:cNvPr id="4" name="Rectangle 3">
            <a:extLst>
              <a:ext uri="{FF2B5EF4-FFF2-40B4-BE49-F238E27FC236}">
                <a16:creationId xmlns:a16="http://schemas.microsoft.com/office/drawing/2014/main" id="{B5F9853F-A800-52AB-D631-422D4674F432}"/>
              </a:ext>
            </a:extLst>
          </p:cNvPr>
          <p:cNvSpPr>
            <a:spLocks noGrp="1" noChangeArrowheads="1"/>
          </p:cNvSpPr>
          <p:nvPr>
            <p:ph type="sldNum" sz="quarter" idx="11"/>
          </p:nvPr>
        </p:nvSpPr>
        <p:spPr>
          <a:ln/>
        </p:spPr>
        <p:txBody>
          <a:bodyPr/>
          <a:lstStyle>
            <a:lvl1pPr>
              <a:defRPr/>
            </a:lvl1pPr>
          </a:lstStyle>
          <a:p>
            <a:pPr>
              <a:defRPr/>
            </a:pPr>
            <a:fld id="{4D33BB68-B0B2-9C46-901F-EEE3CB86C74A}" type="slidenum">
              <a:rPr lang="en-US" altLang="ar-SA"/>
              <a:pPr>
                <a:defRPr/>
              </a:pPr>
              <a:t>‹#›</a:t>
            </a:fld>
            <a:endParaRPr lang="en-US" altLang="ar-SA"/>
          </a:p>
        </p:txBody>
      </p:sp>
      <p:sp>
        <p:nvSpPr>
          <p:cNvPr id="5" name="Rectangle 16">
            <a:extLst>
              <a:ext uri="{FF2B5EF4-FFF2-40B4-BE49-F238E27FC236}">
                <a16:creationId xmlns:a16="http://schemas.microsoft.com/office/drawing/2014/main" id="{F5BA66BC-A160-E111-CD2D-93F5FBF7C5AF}"/>
              </a:ext>
            </a:extLst>
          </p:cNvPr>
          <p:cNvSpPr>
            <a:spLocks noGrp="1" noChangeArrowheads="1"/>
          </p:cNvSpPr>
          <p:nvPr>
            <p:ph type="dt" sz="half" idx="12"/>
          </p:nvPr>
        </p:nvSpPr>
        <p:spPr>
          <a:ln/>
        </p:spPr>
        <p:txBody>
          <a:bodyPr/>
          <a:lstStyle>
            <a:lvl1pPr>
              <a:defRPr/>
            </a:lvl1pPr>
          </a:lstStyle>
          <a:p>
            <a:pPr>
              <a:defRPr/>
            </a:pPr>
            <a:fld id="{37FE9197-9723-1545-B648-2ECC77E9E08D}" type="datetime1">
              <a:rPr lang="en-US"/>
              <a:pPr>
                <a:defRPr/>
              </a:pPr>
              <a:t>8/26/25</a:t>
            </a:fld>
            <a:r>
              <a:rPr lang="en-US"/>
              <a:t>Chapter 1</a:t>
            </a:r>
          </a:p>
        </p:txBody>
      </p:sp>
    </p:spTree>
    <p:extLst>
      <p:ext uri="{BB962C8B-B14F-4D97-AF65-F5344CB8AC3E}">
        <p14:creationId xmlns:p14="http://schemas.microsoft.com/office/powerpoint/2010/main" val="2747507604"/>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F75F3A9-4224-3D96-7CD1-51DD75860F46}"/>
              </a:ext>
            </a:extLst>
          </p:cNvPr>
          <p:cNvSpPr>
            <a:spLocks noGrp="1" noChangeArrowheads="1"/>
          </p:cNvSpPr>
          <p:nvPr>
            <p:ph type="ftr" sz="quarter" idx="10"/>
          </p:nvPr>
        </p:nvSpPr>
        <p:spPr>
          <a:ln/>
        </p:spPr>
        <p:txBody>
          <a:bodyPr/>
          <a:lstStyle>
            <a:lvl1pPr>
              <a:defRPr/>
            </a:lvl1pPr>
          </a:lstStyle>
          <a:p>
            <a:pPr>
              <a:defRPr/>
            </a:pPr>
            <a:r>
              <a:rPr lang="en-US"/>
              <a:t>Copyright © 2011 Pearson Education, Inc.</a:t>
            </a:r>
          </a:p>
        </p:txBody>
      </p:sp>
      <p:sp>
        <p:nvSpPr>
          <p:cNvPr id="3" name="Rectangle 3">
            <a:extLst>
              <a:ext uri="{FF2B5EF4-FFF2-40B4-BE49-F238E27FC236}">
                <a16:creationId xmlns:a16="http://schemas.microsoft.com/office/drawing/2014/main" id="{23A268B4-7114-E474-F344-2EC52C245E31}"/>
              </a:ext>
            </a:extLst>
          </p:cNvPr>
          <p:cNvSpPr>
            <a:spLocks noGrp="1" noChangeArrowheads="1"/>
          </p:cNvSpPr>
          <p:nvPr>
            <p:ph type="sldNum" sz="quarter" idx="11"/>
          </p:nvPr>
        </p:nvSpPr>
        <p:spPr>
          <a:ln/>
        </p:spPr>
        <p:txBody>
          <a:bodyPr/>
          <a:lstStyle>
            <a:lvl1pPr>
              <a:defRPr/>
            </a:lvl1pPr>
          </a:lstStyle>
          <a:p>
            <a:pPr>
              <a:defRPr/>
            </a:pPr>
            <a:fld id="{3F652BA0-EAE2-6744-9D36-979A291BCD25}" type="slidenum">
              <a:rPr lang="en-US" altLang="ar-SA"/>
              <a:pPr>
                <a:defRPr/>
              </a:pPr>
              <a:t>‹#›</a:t>
            </a:fld>
            <a:endParaRPr lang="en-US" altLang="ar-SA"/>
          </a:p>
        </p:txBody>
      </p:sp>
      <p:sp>
        <p:nvSpPr>
          <p:cNvPr id="4" name="Rectangle 16">
            <a:extLst>
              <a:ext uri="{FF2B5EF4-FFF2-40B4-BE49-F238E27FC236}">
                <a16:creationId xmlns:a16="http://schemas.microsoft.com/office/drawing/2014/main" id="{93B2C9B6-4D1A-74D4-AD87-29544CCE6006}"/>
              </a:ext>
            </a:extLst>
          </p:cNvPr>
          <p:cNvSpPr>
            <a:spLocks noGrp="1" noChangeArrowheads="1"/>
          </p:cNvSpPr>
          <p:nvPr>
            <p:ph type="dt" sz="half" idx="12"/>
          </p:nvPr>
        </p:nvSpPr>
        <p:spPr>
          <a:ln/>
        </p:spPr>
        <p:txBody>
          <a:bodyPr/>
          <a:lstStyle>
            <a:lvl1pPr>
              <a:defRPr/>
            </a:lvl1pPr>
          </a:lstStyle>
          <a:p>
            <a:pPr>
              <a:defRPr/>
            </a:pPr>
            <a:fld id="{9EB74C31-6BF8-204B-970B-DDCA8E9B1E10}" type="datetime1">
              <a:rPr lang="en-US"/>
              <a:pPr>
                <a:defRPr/>
              </a:pPr>
              <a:t>8/26/25</a:t>
            </a:fld>
            <a:r>
              <a:rPr lang="en-US"/>
              <a:t>Chapter 1</a:t>
            </a:r>
          </a:p>
        </p:txBody>
      </p:sp>
    </p:spTree>
    <p:extLst>
      <p:ext uri="{BB962C8B-B14F-4D97-AF65-F5344CB8AC3E}">
        <p14:creationId xmlns:p14="http://schemas.microsoft.com/office/powerpoint/2010/main" val="2094704538"/>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68BB7FE5-1A26-63E0-2452-2D8FF307F20A}"/>
              </a:ext>
            </a:extLst>
          </p:cNvPr>
          <p:cNvSpPr>
            <a:spLocks noGrp="1" noChangeArrowheads="1"/>
          </p:cNvSpPr>
          <p:nvPr>
            <p:ph type="ftr" sz="quarter" idx="10"/>
          </p:nvPr>
        </p:nvSpPr>
        <p:spPr>
          <a:ln/>
        </p:spPr>
        <p:txBody>
          <a:bodyPr/>
          <a:lstStyle>
            <a:lvl1pPr>
              <a:defRPr/>
            </a:lvl1pPr>
          </a:lstStyle>
          <a:p>
            <a:pPr>
              <a:defRPr/>
            </a:pPr>
            <a:r>
              <a:rPr lang="en-US"/>
              <a:t>Copyright © 2011 Pearson Education, Inc.</a:t>
            </a:r>
          </a:p>
        </p:txBody>
      </p:sp>
      <p:sp>
        <p:nvSpPr>
          <p:cNvPr id="6" name="Rectangle 3">
            <a:extLst>
              <a:ext uri="{FF2B5EF4-FFF2-40B4-BE49-F238E27FC236}">
                <a16:creationId xmlns:a16="http://schemas.microsoft.com/office/drawing/2014/main" id="{03DA0CED-7534-C059-99FD-4154A1CA41A2}"/>
              </a:ext>
            </a:extLst>
          </p:cNvPr>
          <p:cNvSpPr>
            <a:spLocks noGrp="1" noChangeArrowheads="1"/>
          </p:cNvSpPr>
          <p:nvPr>
            <p:ph type="sldNum" sz="quarter" idx="11"/>
          </p:nvPr>
        </p:nvSpPr>
        <p:spPr>
          <a:ln/>
        </p:spPr>
        <p:txBody>
          <a:bodyPr/>
          <a:lstStyle>
            <a:lvl1pPr>
              <a:defRPr/>
            </a:lvl1pPr>
          </a:lstStyle>
          <a:p>
            <a:pPr>
              <a:defRPr/>
            </a:pPr>
            <a:fld id="{0D103564-0A59-FF43-A589-D54B17F051C1}" type="slidenum">
              <a:rPr lang="en-US" altLang="ar-SA"/>
              <a:pPr>
                <a:defRPr/>
              </a:pPr>
              <a:t>‹#›</a:t>
            </a:fld>
            <a:endParaRPr lang="en-US" altLang="ar-SA"/>
          </a:p>
        </p:txBody>
      </p:sp>
      <p:sp>
        <p:nvSpPr>
          <p:cNvPr id="7" name="Rectangle 16">
            <a:extLst>
              <a:ext uri="{FF2B5EF4-FFF2-40B4-BE49-F238E27FC236}">
                <a16:creationId xmlns:a16="http://schemas.microsoft.com/office/drawing/2014/main" id="{42313E0F-6BF0-F710-D187-9D597954BCF7}"/>
              </a:ext>
            </a:extLst>
          </p:cNvPr>
          <p:cNvSpPr>
            <a:spLocks noGrp="1" noChangeArrowheads="1"/>
          </p:cNvSpPr>
          <p:nvPr>
            <p:ph type="dt" sz="half" idx="12"/>
          </p:nvPr>
        </p:nvSpPr>
        <p:spPr>
          <a:ln/>
        </p:spPr>
        <p:txBody>
          <a:bodyPr/>
          <a:lstStyle>
            <a:lvl1pPr>
              <a:defRPr/>
            </a:lvl1pPr>
          </a:lstStyle>
          <a:p>
            <a:pPr>
              <a:defRPr/>
            </a:pPr>
            <a:fld id="{943DC859-9535-6B43-81A2-CDD3D57A67B3}" type="datetime1">
              <a:rPr lang="en-US"/>
              <a:pPr>
                <a:defRPr/>
              </a:pPr>
              <a:t>8/26/25</a:t>
            </a:fld>
            <a:r>
              <a:rPr lang="en-US"/>
              <a:t>Chapter 1</a:t>
            </a:r>
          </a:p>
        </p:txBody>
      </p:sp>
    </p:spTree>
    <p:extLst>
      <p:ext uri="{BB962C8B-B14F-4D97-AF65-F5344CB8AC3E}">
        <p14:creationId xmlns:p14="http://schemas.microsoft.com/office/powerpoint/2010/main" val="2692593001"/>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0E807E71-6F94-46E3-4076-E67E3C1BBDE8}"/>
              </a:ext>
            </a:extLst>
          </p:cNvPr>
          <p:cNvSpPr>
            <a:spLocks noGrp="1" noChangeArrowheads="1"/>
          </p:cNvSpPr>
          <p:nvPr>
            <p:ph type="ftr" sz="quarter" idx="10"/>
          </p:nvPr>
        </p:nvSpPr>
        <p:spPr>
          <a:ln/>
        </p:spPr>
        <p:txBody>
          <a:bodyPr/>
          <a:lstStyle>
            <a:lvl1pPr>
              <a:defRPr/>
            </a:lvl1pPr>
          </a:lstStyle>
          <a:p>
            <a:pPr>
              <a:defRPr/>
            </a:pPr>
            <a:r>
              <a:rPr lang="en-US"/>
              <a:t>Copyright © 2011 Pearson Education, Inc.</a:t>
            </a:r>
          </a:p>
        </p:txBody>
      </p:sp>
      <p:sp>
        <p:nvSpPr>
          <p:cNvPr id="5" name="Rectangle 3">
            <a:extLst>
              <a:ext uri="{FF2B5EF4-FFF2-40B4-BE49-F238E27FC236}">
                <a16:creationId xmlns:a16="http://schemas.microsoft.com/office/drawing/2014/main" id="{DA1F9820-5C82-87A5-B1CE-2E5B5D6070B3}"/>
              </a:ext>
            </a:extLst>
          </p:cNvPr>
          <p:cNvSpPr>
            <a:spLocks noGrp="1" noChangeArrowheads="1"/>
          </p:cNvSpPr>
          <p:nvPr>
            <p:ph type="sldNum" sz="quarter" idx="11"/>
          </p:nvPr>
        </p:nvSpPr>
        <p:spPr>
          <a:ln/>
        </p:spPr>
        <p:txBody>
          <a:bodyPr/>
          <a:lstStyle>
            <a:lvl1pPr>
              <a:defRPr/>
            </a:lvl1pPr>
          </a:lstStyle>
          <a:p>
            <a:pPr>
              <a:defRPr/>
            </a:pPr>
            <a:fld id="{FBBF6022-AB61-E942-B2F2-4EAB0972193C}" type="slidenum">
              <a:rPr lang="en-US" altLang="ar-SA"/>
              <a:pPr>
                <a:defRPr/>
              </a:pPr>
              <a:t>‹#›</a:t>
            </a:fld>
            <a:endParaRPr lang="en-US" altLang="ar-SA"/>
          </a:p>
        </p:txBody>
      </p:sp>
      <p:sp>
        <p:nvSpPr>
          <p:cNvPr id="6" name="Rectangle 16">
            <a:extLst>
              <a:ext uri="{FF2B5EF4-FFF2-40B4-BE49-F238E27FC236}">
                <a16:creationId xmlns:a16="http://schemas.microsoft.com/office/drawing/2014/main" id="{271BDCB5-D97C-C9D8-6939-B7A6EB1B9E77}"/>
              </a:ext>
            </a:extLst>
          </p:cNvPr>
          <p:cNvSpPr>
            <a:spLocks noGrp="1" noChangeArrowheads="1"/>
          </p:cNvSpPr>
          <p:nvPr>
            <p:ph type="dt" sz="half" idx="12"/>
          </p:nvPr>
        </p:nvSpPr>
        <p:spPr>
          <a:ln/>
        </p:spPr>
        <p:txBody>
          <a:bodyPr/>
          <a:lstStyle>
            <a:lvl1pPr>
              <a:defRPr/>
            </a:lvl1pPr>
          </a:lstStyle>
          <a:p>
            <a:pPr>
              <a:defRPr/>
            </a:pPr>
            <a:fld id="{0BB16725-6606-B549-BA49-A9F0ABC20047}" type="datetime1">
              <a:rPr lang="en-US"/>
              <a:pPr>
                <a:defRPr/>
              </a:pPr>
              <a:t>8/26/25</a:t>
            </a:fld>
            <a:r>
              <a:rPr lang="en-US"/>
              <a:t>Chapter 1</a:t>
            </a:r>
          </a:p>
        </p:txBody>
      </p:sp>
    </p:spTree>
    <p:extLst>
      <p:ext uri="{BB962C8B-B14F-4D97-AF65-F5344CB8AC3E}">
        <p14:creationId xmlns:p14="http://schemas.microsoft.com/office/powerpoint/2010/main" val="2258016137"/>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3FC3DBDC-97F2-8D3C-8C9B-92FA3723C8D2}"/>
              </a:ext>
            </a:extLst>
          </p:cNvPr>
          <p:cNvSpPr>
            <a:spLocks noGrp="1" noChangeArrowheads="1"/>
          </p:cNvSpPr>
          <p:nvPr>
            <p:ph type="ftr" sz="quarter" idx="10"/>
          </p:nvPr>
        </p:nvSpPr>
        <p:spPr>
          <a:ln/>
        </p:spPr>
        <p:txBody>
          <a:bodyPr/>
          <a:lstStyle>
            <a:lvl1pPr>
              <a:defRPr/>
            </a:lvl1pPr>
          </a:lstStyle>
          <a:p>
            <a:pPr>
              <a:defRPr/>
            </a:pPr>
            <a:r>
              <a:rPr lang="en-US"/>
              <a:t>Copyright © 2011 Pearson Education, Inc.</a:t>
            </a:r>
          </a:p>
        </p:txBody>
      </p:sp>
      <p:sp>
        <p:nvSpPr>
          <p:cNvPr id="5" name="Rectangle 3">
            <a:extLst>
              <a:ext uri="{FF2B5EF4-FFF2-40B4-BE49-F238E27FC236}">
                <a16:creationId xmlns:a16="http://schemas.microsoft.com/office/drawing/2014/main" id="{B7C9E8B3-B177-5EED-F168-274F8F058252}"/>
              </a:ext>
            </a:extLst>
          </p:cNvPr>
          <p:cNvSpPr>
            <a:spLocks noGrp="1" noChangeArrowheads="1"/>
          </p:cNvSpPr>
          <p:nvPr>
            <p:ph type="sldNum" sz="quarter" idx="11"/>
          </p:nvPr>
        </p:nvSpPr>
        <p:spPr>
          <a:ln/>
        </p:spPr>
        <p:txBody>
          <a:bodyPr/>
          <a:lstStyle>
            <a:lvl1pPr>
              <a:defRPr/>
            </a:lvl1pPr>
          </a:lstStyle>
          <a:p>
            <a:pPr>
              <a:defRPr/>
            </a:pPr>
            <a:fld id="{B5FDBA4D-B865-8A43-B8AE-31977A07D175}" type="slidenum">
              <a:rPr lang="en-US" altLang="ar-SA"/>
              <a:pPr>
                <a:defRPr/>
              </a:pPr>
              <a:t>‹#›</a:t>
            </a:fld>
            <a:endParaRPr lang="en-US" altLang="ar-SA"/>
          </a:p>
        </p:txBody>
      </p:sp>
      <p:sp>
        <p:nvSpPr>
          <p:cNvPr id="6" name="Rectangle 16">
            <a:extLst>
              <a:ext uri="{FF2B5EF4-FFF2-40B4-BE49-F238E27FC236}">
                <a16:creationId xmlns:a16="http://schemas.microsoft.com/office/drawing/2014/main" id="{AD6407E3-4AEA-AD1C-6903-5362DEBB53E9}"/>
              </a:ext>
            </a:extLst>
          </p:cNvPr>
          <p:cNvSpPr>
            <a:spLocks noGrp="1" noChangeArrowheads="1"/>
          </p:cNvSpPr>
          <p:nvPr>
            <p:ph type="dt" sz="half" idx="12"/>
          </p:nvPr>
        </p:nvSpPr>
        <p:spPr>
          <a:ln/>
        </p:spPr>
        <p:txBody>
          <a:bodyPr/>
          <a:lstStyle>
            <a:lvl1pPr>
              <a:defRPr/>
            </a:lvl1pPr>
          </a:lstStyle>
          <a:p>
            <a:pPr>
              <a:defRPr/>
            </a:pPr>
            <a:fld id="{FB7DC7C3-09AE-D24D-A65E-C6B884A116CE}" type="datetime1">
              <a:rPr lang="en-US"/>
              <a:pPr>
                <a:defRPr/>
              </a:pPr>
              <a:t>8/26/25</a:t>
            </a:fld>
            <a:r>
              <a:rPr lang="en-US"/>
              <a:t>Chapter 1</a:t>
            </a:r>
          </a:p>
        </p:txBody>
      </p:sp>
    </p:spTree>
    <p:extLst>
      <p:ext uri="{BB962C8B-B14F-4D97-AF65-F5344CB8AC3E}">
        <p14:creationId xmlns:p14="http://schemas.microsoft.com/office/powerpoint/2010/main" val="141532731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6307092D-062A-8B08-2402-18B4E2B730D5}"/>
              </a:ext>
            </a:extLst>
          </p:cNvPr>
          <p:cNvSpPr>
            <a:spLocks noGrp="1" noChangeArrowheads="1"/>
          </p:cNvSpPr>
          <p:nvPr>
            <p:ph type="ftr" sz="quarter" idx="3"/>
          </p:nvPr>
        </p:nvSpPr>
        <p:spPr bwMode="auto">
          <a:xfrm>
            <a:off x="1905000" y="6248400"/>
            <a:ext cx="5105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ea typeface="+mn-ea"/>
                <a:cs typeface="Arial" charset="0"/>
              </a:defRPr>
            </a:lvl1pPr>
          </a:lstStyle>
          <a:p>
            <a:pPr>
              <a:defRPr/>
            </a:pPr>
            <a:r>
              <a:rPr lang="en-US"/>
              <a:t>Copyright © 2011 Pearson Education, Inc.</a:t>
            </a:r>
          </a:p>
        </p:txBody>
      </p:sp>
      <p:sp>
        <p:nvSpPr>
          <p:cNvPr id="286723" name="Rectangle 3">
            <a:extLst>
              <a:ext uri="{FF2B5EF4-FFF2-40B4-BE49-F238E27FC236}">
                <a16:creationId xmlns:a16="http://schemas.microsoft.com/office/drawing/2014/main" id="{533E3F8F-304A-D53D-A679-CACA86D0B303}"/>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604020202020204" pitchFamily="34" charset="0"/>
              </a:defRPr>
            </a:lvl1pPr>
          </a:lstStyle>
          <a:p>
            <a:pPr>
              <a:defRPr/>
            </a:pPr>
            <a:fld id="{D4A77E00-D6C8-7042-BA9F-06D91B8E02EE}" type="slidenum">
              <a:rPr lang="en-US" altLang="ar-SA"/>
              <a:pPr>
                <a:defRPr/>
              </a:pPr>
              <a:t>‹#›</a:t>
            </a:fld>
            <a:endParaRPr lang="en-US" altLang="ar-SA"/>
          </a:p>
        </p:txBody>
      </p:sp>
      <p:grpSp>
        <p:nvGrpSpPr>
          <p:cNvPr id="1028" name="Group 4">
            <a:extLst>
              <a:ext uri="{FF2B5EF4-FFF2-40B4-BE49-F238E27FC236}">
                <a16:creationId xmlns:a16="http://schemas.microsoft.com/office/drawing/2014/main" id="{538CCEEA-C020-F920-D9A0-66534E411E07}"/>
              </a:ext>
            </a:extLst>
          </p:cNvPr>
          <p:cNvGrpSpPr>
            <a:grpSpLocks/>
          </p:cNvGrpSpPr>
          <p:nvPr/>
        </p:nvGrpSpPr>
        <p:grpSpPr bwMode="auto">
          <a:xfrm>
            <a:off x="0" y="0"/>
            <a:ext cx="9144000" cy="546100"/>
            <a:chOff x="0" y="0"/>
            <a:chExt cx="5760" cy="344"/>
          </a:xfrm>
        </p:grpSpPr>
        <p:sp>
          <p:nvSpPr>
            <p:cNvPr id="1033" name="Rectangle 5">
              <a:extLst>
                <a:ext uri="{FF2B5EF4-FFF2-40B4-BE49-F238E27FC236}">
                  <a16:creationId xmlns:a16="http://schemas.microsoft.com/office/drawing/2014/main" id="{9743C0A1-35B1-0D81-772F-69D12FEE37B3}"/>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6">
              <a:extLst>
                <a:ext uri="{FF2B5EF4-FFF2-40B4-BE49-F238E27FC236}">
                  <a16:creationId xmlns:a16="http://schemas.microsoft.com/office/drawing/2014/main" id="{110957E2-9677-063E-D148-B61218E3FF6F}"/>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035" name="Rectangle 7">
              <a:extLst>
                <a:ext uri="{FF2B5EF4-FFF2-40B4-BE49-F238E27FC236}">
                  <a16:creationId xmlns:a16="http://schemas.microsoft.com/office/drawing/2014/main" id="{23CB7EE1-FB2F-26A8-8352-95D91180AAF2}"/>
                </a:ext>
              </a:extLst>
            </p:cNvPr>
            <p:cNvSpPr>
              <a:spLocks noChangeArrowheads="1"/>
            </p:cNvSpPr>
            <p:nvPr/>
          </p:nvSpPr>
          <p:spPr bwMode="auto">
            <a:xfrm>
              <a:off x="258" y="85"/>
              <a:ext cx="87" cy="89"/>
            </a:xfrm>
            <a:prstGeom prst="rect">
              <a:avLst/>
            </a:prstGeom>
            <a:solidFill>
              <a:schemeClr val="folHlink"/>
            </a:solid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hlink"/>
                </a:solidFill>
              </a:endParaRPr>
            </a:p>
          </p:txBody>
        </p:sp>
        <p:sp>
          <p:nvSpPr>
            <p:cNvPr id="1036" name="Rectangle 8">
              <a:extLst>
                <a:ext uri="{FF2B5EF4-FFF2-40B4-BE49-F238E27FC236}">
                  <a16:creationId xmlns:a16="http://schemas.microsoft.com/office/drawing/2014/main" id="{EC01BDE5-40F9-3D42-5414-E3D630B77152}"/>
                </a:ext>
              </a:extLst>
            </p:cNvPr>
            <p:cNvSpPr>
              <a:spLocks noChangeArrowheads="1"/>
            </p:cNvSpPr>
            <p:nvPr/>
          </p:nvSpPr>
          <p:spPr bwMode="auto">
            <a:xfrm>
              <a:off x="345" y="0"/>
              <a:ext cx="88" cy="87"/>
            </a:xfrm>
            <a:prstGeom prst="rect">
              <a:avLst/>
            </a:prstGeom>
            <a:solidFill>
              <a:schemeClr val="folHlink"/>
            </a:solid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hlink"/>
                </a:solidFill>
              </a:endParaRPr>
            </a:p>
          </p:txBody>
        </p:sp>
        <p:sp>
          <p:nvSpPr>
            <p:cNvPr id="1037" name="Rectangle 9">
              <a:extLst>
                <a:ext uri="{FF2B5EF4-FFF2-40B4-BE49-F238E27FC236}">
                  <a16:creationId xmlns:a16="http://schemas.microsoft.com/office/drawing/2014/main" id="{B022678F-804F-A488-B4BF-CDBEA0A2B9C7}"/>
                </a:ext>
              </a:extLst>
            </p:cNvPr>
            <p:cNvSpPr>
              <a:spLocks noChangeArrowheads="1"/>
            </p:cNvSpPr>
            <p:nvPr/>
          </p:nvSpPr>
          <p:spPr bwMode="auto">
            <a:xfrm>
              <a:off x="345" y="85"/>
              <a:ext cx="88" cy="89"/>
            </a:xfrm>
            <a:prstGeom prst="rect">
              <a:avLst/>
            </a:prstGeom>
            <a:solidFill>
              <a:schemeClr val="accent2"/>
            </a:solid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accent2"/>
                </a:solidFill>
              </a:endParaRPr>
            </a:p>
          </p:txBody>
        </p:sp>
        <p:sp>
          <p:nvSpPr>
            <p:cNvPr id="1038" name="Rectangle 10">
              <a:extLst>
                <a:ext uri="{FF2B5EF4-FFF2-40B4-BE49-F238E27FC236}">
                  <a16:creationId xmlns:a16="http://schemas.microsoft.com/office/drawing/2014/main" id="{AE42E4BE-F46A-1790-AAF7-AD852C4039FC}"/>
                </a:ext>
              </a:extLst>
            </p:cNvPr>
            <p:cNvSpPr>
              <a:spLocks noChangeArrowheads="1"/>
            </p:cNvSpPr>
            <p:nvPr/>
          </p:nvSpPr>
          <p:spPr bwMode="auto">
            <a:xfrm>
              <a:off x="173" y="173"/>
              <a:ext cx="86" cy="87"/>
            </a:xfrm>
            <a:prstGeom prst="rect">
              <a:avLst/>
            </a:prstGeom>
            <a:solidFill>
              <a:schemeClr val="folHlink"/>
            </a:solid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hlink"/>
                </a:solidFill>
              </a:endParaRPr>
            </a:p>
          </p:txBody>
        </p:sp>
        <p:sp>
          <p:nvSpPr>
            <p:cNvPr id="1039" name="Rectangle 11">
              <a:extLst>
                <a:ext uri="{FF2B5EF4-FFF2-40B4-BE49-F238E27FC236}">
                  <a16:creationId xmlns:a16="http://schemas.microsoft.com/office/drawing/2014/main" id="{8420E324-5429-F923-394E-FFF67EBD07EE}"/>
                </a:ext>
              </a:extLst>
            </p:cNvPr>
            <p:cNvSpPr>
              <a:spLocks noChangeArrowheads="1"/>
            </p:cNvSpPr>
            <p:nvPr/>
          </p:nvSpPr>
          <p:spPr bwMode="auto">
            <a:xfrm>
              <a:off x="83" y="86"/>
              <a:ext cx="89" cy="87"/>
            </a:xfrm>
            <a:prstGeom prst="rect">
              <a:avLst/>
            </a:prstGeom>
            <a:solidFill>
              <a:schemeClr val="bg2"/>
            </a:solid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2400">
                <a:latin typeface="Times New Roman" panose="02020603050405020304" pitchFamily="18" charset="0"/>
              </a:endParaRPr>
            </a:p>
          </p:txBody>
        </p:sp>
        <p:sp>
          <p:nvSpPr>
            <p:cNvPr id="1040" name="Rectangle 12">
              <a:extLst>
                <a:ext uri="{FF2B5EF4-FFF2-40B4-BE49-F238E27FC236}">
                  <a16:creationId xmlns:a16="http://schemas.microsoft.com/office/drawing/2014/main" id="{FCA89EE8-2360-9F8A-1087-A41F163C954B}"/>
                </a:ext>
              </a:extLst>
            </p:cNvPr>
            <p:cNvSpPr>
              <a:spLocks noChangeArrowheads="1"/>
            </p:cNvSpPr>
            <p:nvPr/>
          </p:nvSpPr>
          <p:spPr bwMode="auto">
            <a:xfrm>
              <a:off x="258" y="171"/>
              <a:ext cx="87" cy="87"/>
            </a:xfrm>
            <a:prstGeom prst="rect">
              <a:avLst/>
            </a:prstGeom>
            <a:solidFill>
              <a:schemeClr val="accent2"/>
            </a:solid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accent2"/>
                </a:solidFill>
              </a:endParaRPr>
            </a:p>
          </p:txBody>
        </p:sp>
        <p:sp>
          <p:nvSpPr>
            <p:cNvPr id="1041" name="Rectangle 13">
              <a:extLst>
                <a:ext uri="{FF2B5EF4-FFF2-40B4-BE49-F238E27FC236}">
                  <a16:creationId xmlns:a16="http://schemas.microsoft.com/office/drawing/2014/main" id="{4E3F7DAD-6BAA-48E7-2731-A316603DED0D}"/>
                </a:ext>
              </a:extLst>
            </p:cNvPr>
            <p:cNvSpPr>
              <a:spLocks noChangeArrowheads="1"/>
            </p:cNvSpPr>
            <p:nvPr/>
          </p:nvSpPr>
          <p:spPr bwMode="auto">
            <a:xfrm>
              <a:off x="173" y="258"/>
              <a:ext cx="86" cy="86"/>
            </a:xfrm>
            <a:prstGeom prst="rect">
              <a:avLst/>
            </a:prstGeom>
            <a:solidFill>
              <a:schemeClr val="accent2"/>
            </a:solid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solidFill>
                  <a:schemeClr val="accent2"/>
                </a:solidFill>
              </a:endParaRPr>
            </a:p>
          </p:txBody>
        </p:sp>
      </p:grpSp>
      <p:sp>
        <p:nvSpPr>
          <p:cNvPr id="1029" name="Rectangle 14">
            <a:extLst>
              <a:ext uri="{FF2B5EF4-FFF2-40B4-BE49-F238E27FC236}">
                <a16:creationId xmlns:a16="http://schemas.microsoft.com/office/drawing/2014/main" id="{E619876E-6BB7-D469-5D98-325A68EA296B}"/>
              </a:ext>
            </a:extLst>
          </p:cNvPr>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a:extLst>
              <a:ext uri="{FF2B5EF4-FFF2-40B4-BE49-F238E27FC236}">
                <a16:creationId xmlns:a16="http://schemas.microsoft.com/office/drawing/2014/main" id="{4EE2CC94-3410-3220-3F2A-9BFBC2962F4C}"/>
              </a:ext>
            </a:extLst>
          </p:cNvPr>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86736" name="Rectangle 16">
            <a:extLst>
              <a:ext uri="{FF2B5EF4-FFF2-40B4-BE49-F238E27FC236}">
                <a16:creationId xmlns:a16="http://schemas.microsoft.com/office/drawing/2014/main" id="{971AE72A-285F-6212-96F8-4A07D8C1233D}"/>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Arial" charset="0"/>
              </a:defRPr>
            </a:lvl1pPr>
          </a:lstStyle>
          <a:p>
            <a:pPr>
              <a:defRPr/>
            </a:pPr>
            <a:fld id="{7CA666B4-9CBE-CF49-8443-A68980295193}" type="datetime1">
              <a:rPr lang="en-US"/>
              <a:pPr>
                <a:defRPr/>
              </a:pPr>
              <a:t>8/26/25</a:t>
            </a:fld>
            <a:r>
              <a:rPr lang="en-US"/>
              <a:t>Chapter 1</a:t>
            </a:r>
          </a:p>
        </p:txBody>
      </p:sp>
      <p:sp>
        <p:nvSpPr>
          <p:cNvPr id="286737" name="Rectangle 17">
            <a:extLst>
              <a:ext uri="{FF2B5EF4-FFF2-40B4-BE49-F238E27FC236}">
                <a16:creationId xmlns:a16="http://schemas.microsoft.com/office/drawing/2014/main" id="{75798C47-4349-4550-FD76-BC528F5AAD7E}"/>
              </a:ext>
            </a:extLst>
          </p:cNvPr>
          <p:cNvSpPr>
            <a:spLocks noChangeArrowheads="1"/>
          </p:cNvSpPr>
          <p:nvPr userDrawn="1"/>
        </p:nvSpPr>
        <p:spPr bwMode="auto">
          <a:xfrm>
            <a:off x="3276600" y="6153150"/>
            <a:ext cx="2895600" cy="476250"/>
          </a:xfrm>
          <a:prstGeom prst="rect">
            <a:avLst/>
          </a:prstGeom>
          <a:noFill/>
          <a:ln w="9525">
            <a:noFill/>
            <a:miter lim="800000"/>
            <a:headEnd/>
            <a:tailEnd/>
          </a:ln>
          <a:effec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1400">
              <a:solidFill>
                <a:srgbClr val="000000"/>
              </a:solidFill>
              <a:effectLst>
                <a:outerShdw blurRad="38100" dist="38100" dir="2700000" algn="tl">
                  <a:srgbClr val="C0C0C0"/>
                </a:outerShdw>
              </a:effectLst>
            </a:endParaRPr>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Lst>
  <p:transition>
    <p:zoom/>
  </p:transition>
  <p:hf hdr="0"/>
  <p:txStyles>
    <p:titleStyle>
      <a:lvl1pPr algn="l" rtl="0" eaLnBrk="0" fontAlgn="base" hangingPunct="0">
        <a:spcBef>
          <a:spcPct val="0"/>
        </a:spcBef>
        <a:spcAft>
          <a:spcPct val="0"/>
        </a:spcAft>
        <a:defRPr sz="4400">
          <a:solidFill>
            <a:schemeClr val="tx1"/>
          </a:solidFill>
          <a:latin typeface="+mj-lt"/>
          <a:ea typeface="Arial" charset="0"/>
          <a:cs typeface="+mj-cs"/>
        </a:defRPr>
      </a:lvl1pPr>
      <a:lvl2pPr algn="l" rtl="0" eaLnBrk="0" fontAlgn="base" hangingPunct="0">
        <a:spcBef>
          <a:spcPct val="0"/>
        </a:spcBef>
        <a:spcAft>
          <a:spcPct val="0"/>
        </a:spcAft>
        <a:defRPr sz="4400">
          <a:solidFill>
            <a:schemeClr val="tx1"/>
          </a:solidFill>
          <a:latin typeface="Arial" charset="0"/>
          <a:ea typeface="Arial" charset="0"/>
          <a:cs typeface="Arial" charset="0"/>
        </a:defRPr>
      </a:lvl2pPr>
      <a:lvl3pPr algn="l" rtl="0" eaLnBrk="0" fontAlgn="base" hangingPunct="0">
        <a:spcBef>
          <a:spcPct val="0"/>
        </a:spcBef>
        <a:spcAft>
          <a:spcPct val="0"/>
        </a:spcAft>
        <a:defRPr sz="4400">
          <a:solidFill>
            <a:schemeClr val="tx1"/>
          </a:solidFill>
          <a:latin typeface="Arial" charset="0"/>
          <a:ea typeface="Arial" charset="0"/>
          <a:cs typeface="Arial" charset="0"/>
        </a:defRPr>
      </a:lvl3pPr>
      <a:lvl4pPr algn="l" rtl="0" eaLnBrk="0" fontAlgn="base" hangingPunct="0">
        <a:spcBef>
          <a:spcPct val="0"/>
        </a:spcBef>
        <a:spcAft>
          <a:spcPct val="0"/>
        </a:spcAft>
        <a:defRPr sz="4400">
          <a:solidFill>
            <a:schemeClr val="tx1"/>
          </a:solidFill>
          <a:latin typeface="Arial" charset="0"/>
          <a:ea typeface="Arial" charset="0"/>
          <a:cs typeface="Arial" charset="0"/>
        </a:defRPr>
      </a:lvl4pPr>
      <a:lvl5pPr algn="l" rtl="0" eaLnBrk="0" fontAlgn="base" hangingPunct="0">
        <a:spcBef>
          <a:spcPct val="0"/>
        </a:spcBef>
        <a:spcAft>
          <a:spcPct val="0"/>
        </a:spcAft>
        <a:defRPr sz="4400">
          <a:solidFill>
            <a:schemeClr val="tx1"/>
          </a:solidFill>
          <a:latin typeface="Arial" charset="0"/>
          <a:ea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Arial" charset="0"/>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Arial" charset="0"/>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cid:3287383400_2177562"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3">
            <a:extLst>
              <a:ext uri="{FF2B5EF4-FFF2-40B4-BE49-F238E27FC236}">
                <a16:creationId xmlns:a16="http://schemas.microsoft.com/office/drawing/2014/main" id="{D0B1848E-6AB7-3F74-6586-5D63F1D5440C}"/>
              </a:ext>
            </a:extLst>
          </p:cNvPr>
          <p:cNvSpPr>
            <a:spLocks noGrp="1" noChangeArrowheads="1"/>
          </p:cNvSpPr>
          <p:nvPr>
            <p:ph type="subTitle" idx="1"/>
          </p:nvPr>
        </p:nvSpPr>
        <p:spPr>
          <a:xfrm>
            <a:off x="990600" y="4495800"/>
            <a:ext cx="7086600" cy="1752600"/>
          </a:xfrm>
        </p:spPr>
        <p:txBody>
          <a:bodyPr/>
          <a:lstStyle/>
          <a:p>
            <a:pPr eaLnBrk="1" hangingPunct="1"/>
            <a:r>
              <a:rPr lang="en-US" altLang="en-US" sz="3600" b="1"/>
              <a:t>Chapter 1 </a:t>
            </a:r>
          </a:p>
          <a:p>
            <a:pPr eaLnBrk="1" hangingPunct="1"/>
            <a:r>
              <a:rPr lang="en-US" altLang="en-US" sz="3600" b="1"/>
              <a:t>Systems Development in an Organizational Context</a:t>
            </a:r>
          </a:p>
        </p:txBody>
      </p:sp>
      <p:sp>
        <p:nvSpPr>
          <p:cNvPr id="11266" name="Rectangle 8">
            <a:extLst>
              <a:ext uri="{FF2B5EF4-FFF2-40B4-BE49-F238E27FC236}">
                <a16:creationId xmlns:a16="http://schemas.microsoft.com/office/drawing/2014/main" id="{8F18CD1B-A41F-4B65-4E0A-6630F7FFDE75}"/>
              </a:ext>
            </a:extLst>
          </p:cNvPr>
          <p:cNvSpPr>
            <a:spLocks noChangeArrowheads="1"/>
          </p:cNvSpPr>
          <p:nvPr/>
        </p:nvSpPr>
        <p:spPr bwMode="auto">
          <a:xfrm>
            <a:off x="914400" y="685800"/>
            <a:ext cx="7467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75000"/>
              </a:lnSpc>
              <a:spcBef>
                <a:spcPct val="0"/>
              </a:spcBef>
              <a:buClrTx/>
              <a:buSzTx/>
              <a:buFontTx/>
              <a:buNone/>
            </a:pPr>
            <a:endParaRPr lang="en-US" altLang="en-US" sz="4000" b="1">
              <a:solidFill>
                <a:schemeClr val="tx2"/>
              </a:solidFill>
            </a:endParaRPr>
          </a:p>
          <a:p>
            <a:pPr algn="ctr" eaLnBrk="1" hangingPunct="1">
              <a:lnSpc>
                <a:spcPct val="75000"/>
              </a:lnSpc>
              <a:spcBef>
                <a:spcPct val="0"/>
              </a:spcBef>
              <a:buClrTx/>
              <a:buSzTx/>
              <a:buFontTx/>
              <a:buNone/>
            </a:pPr>
            <a:endParaRPr lang="en-US" altLang="en-US" sz="4000" b="1">
              <a:solidFill>
                <a:schemeClr val="tx2"/>
              </a:solidFill>
            </a:endParaRPr>
          </a:p>
          <a:p>
            <a:pPr algn="ctr" eaLnBrk="1" hangingPunct="1">
              <a:spcBef>
                <a:spcPct val="0"/>
              </a:spcBef>
              <a:buClrTx/>
              <a:buSzTx/>
              <a:buFontTx/>
              <a:buNone/>
            </a:pPr>
            <a:r>
              <a:rPr lang="en-US" altLang="en-US" sz="4000" b="1">
                <a:solidFill>
                  <a:schemeClr val="tx2"/>
                </a:solidFill>
              </a:rPr>
              <a:t>Modern Systems Analysis</a:t>
            </a:r>
            <a:br>
              <a:rPr lang="en-US" altLang="en-US" sz="4000" b="1">
                <a:solidFill>
                  <a:schemeClr val="tx2"/>
                </a:solidFill>
              </a:rPr>
            </a:br>
            <a:r>
              <a:rPr lang="en-US" altLang="en-US" sz="4000" b="1">
                <a:solidFill>
                  <a:schemeClr val="tx2"/>
                </a:solidFill>
              </a:rPr>
              <a:t>and Design</a:t>
            </a:r>
            <a:br>
              <a:rPr lang="en-US" altLang="en-US" sz="4000" b="1">
                <a:solidFill>
                  <a:schemeClr val="tx2"/>
                </a:solidFill>
              </a:rPr>
            </a:br>
            <a:r>
              <a:rPr lang="en-US" altLang="en-US" sz="2400" b="1">
                <a:solidFill>
                  <a:schemeClr val="tx2"/>
                </a:solidFill>
              </a:rPr>
              <a:t>Sixth Edition</a:t>
            </a:r>
            <a:br>
              <a:rPr lang="en-US" altLang="en-US" sz="4000" b="1">
                <a:solidFill>
                  <a:schemeClr val="tx2"/>
                </a:solidFill>
              </a:rPr>
            </a:br>
            <a:br>
              <a:rPr lang="en-US" altLang="en-US" sz="4000" b="1">
                <a:solidFill>
                  <a:schemeClr val="tx2"/>
                </a:solidFill>
              </a:rPr>
            </a:br>
            <a:r>
              <a:rPr lang="en-US" altLang="en-US" sz="4000" b="1">
                <a:solidFill>
                  <a:schemeClr val="tx2"/>
                </a:solidFill>
              </a:rPr>
              <a:t> </a:t>
            </a:r>
            <a:r>
              <a:rPr lang="en-US" altLang="en-US" sz="2800" b="1">
                <a:solidFill>
                  <a:schemeClr val="tx2"/>
                </a:solidFill>
              </a:rPr>
              <a:t>Jeffrey A. Hoffer </a:t>
            </a:r>
            <a:br>
              <a:rPr lang="en-US" altLang="en-US" sz="2800" b="1">
                <a:solidFill>
                  <a:schemeClr val="tx2"/>
                </a:solidFill>
              </a:rPr>
            </a:br>
            <a:r>
              <a:rPr lang="en-US" altLang="en-US" sz="2800" b="1">
                <a:solidFill>
                  <a:schemeClr val="tx2"/>
                </a:solidFill>
              </a:rPr>
              <a:t>Joey F. George</a:t>
            </a:r>
            <a:br>
              <a:rPr lang="en-US" altLang="en-US" sz="2800" b="1">
                <a:solidFill>
                  <a:schemeClr val="tx2"/>
                </a:solidFill>
              </a:rPr>
            </a:br>
            <a:r>
              <a:rPr lang="en-US" altLang="en-US" sz="2800" b="1">
                <a:solidFill>
                  <a:schemeClr val="tx2"/>
                </a:solidFill>
              </a:rPr>
              <a:t>Joseph S. Valacich</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E7466D1-B4AE-8D9A-B328-F968A5E93B1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13314" name="Slide Number Placeholder 4">
            <a:extLst>
              <a:ext uri="{FF2B5EF4-FFF2-40B4-BE49-F238E27FC236}">
                <a16:creationId xmlns:a16="http://schemas.microsoft.com/office/drawing/2014/main" id="{2BAF8B33-0329-13C7-269D-8B3E010E5A0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5C9AE59-1B0F-9846-98DA-9ED2867DFCA8}" type="slidenum">
              <a:rPr lang="en-US" altLang="en-US" sz="1200" smtClean="0">
                <a:latin typeface="Arial Black" panose="020B0604020202020204" pitchFamily="34" charset="0"/>
              </a:rPr>
              <a:pPr>
                <a:spcBef>
                  <a:spcPct val="0"/>
                </a:spcBef>
                <a:buClrTx/>
                <a:buSzTx/>
                <a:buFontTx/>
                <a:buNone/>
              </a:pPr>
              <a:t>2</a:t>
            </a:fld>
            <a:endParaRPr lang="en-US" altLang="en-US" sz="1200">
              <a:latin typeface="Arial Black" panose="020B0604020202020204" pitchFamily="34" charset="0"/>
            </a:endParaRPr>
          </a:p>
        </p:txBody>
      </p:sp>
      <p:sp>
        <p:nvSpPr>
          <p:cNvPr id="13315" name="Date Placeholder 5">
            <a:extLst>
              <a:ext uri="{FF2B5EF4-FFF2-40B4-BE49-F238E27FC236}">
                <a16:creationId xmlns:a16="http://schemas.microsoft.com/office/drawing/2014/main" id="{ECFD7298-9B77-0DB6-7964-8B48F75D40E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13316" name="Rectangle 2">
            <a:extLst>
              <a:ext uri="{FF2B5EF4-FFF2-40B4-BE49-F238E27FC236}">
                <a16:creationId xmlns:a16="http://schemas.microsoft.com/office/drawing/2014/main" id="{BADE83FF-D243-99E1-2F58-00FC9235530F}"/>
              </a:ext>
            </a:extLst>
          </p:cNvPr>
          <p:cNvSpPr>
            <a:spLocks noGrp="1" noChangeArrowheads="1"/>
          </p:cNvSpPr>
          <p:nvPr>
            <p:ph type="title"/>
          </p:nvPr>
        </p:nvSpPr>
        <p:spPr/>
        <p:txBody>
          <a:bodyPr/>
          <a:lstStyle/>
          <a:p>
            <a:pPr eaLnBrk="1" hangingPunct="1"/>
            <a:r>
              <a:rPr lang="en-US" altLang="en-US"/>
              <a:t>Learning Objectives</a:t>
            </a:r>
          </a:p>
        </p:txBody>
      </p:sp>
      <p:sp>
        <p:nvSpPr>
          <p:cNvPr id="13317" name="Rectangle 3">
            <a:extLst>
              <a:ext uri="{FF2B5EF4-FFF2-40B4-BE49-F238E27FC236}">
                <a16:creationId xmlns:a16="http://schemas.microsoft.com/office/drawing/2014/main" id="{1525EA72-2035-9FB7-3314-018824901096}"/>
              </a:ext>
            </a:extLst>
          </p:cNvPr>
          <p:cNvSpPr>
            <a:spLocks noGrp="1" noChangeArrowheads="1"/>
          </p:cNvSpPr>
          <p:nvPr>
            <p:ph type="body" idx="1"/>
          </p:nvPr>
        </p:nvSpPr>
        <p:spPr>
          <a:xfrm>
            <a:off x="457200" y="1981200"/>
            <a:ext cx="8229600" cy="4114800"/>
          </a:xfrm>
        </p:spPr>
        <p:txBody>
          <a:bodyPr/>
          <a:lstStyle/>
          <a:p>
            <a:pPr eaLnBrk="1" hangingPunct="1">
              <a:lnSpc>
                <a:spcPct val="90000"/>
              </a:lnSpc>
              <a:buClr>
                <a:srgbClr val="BA2212"/>
              </a:buClr>
              <a:buFont typeface="Wingdings" pitchFamily="2" charset="2"/>
              <a:buChar char="ü"/>
            </a:pPr>
            <a:r>
              <a:rPr lang="en-US" altLang="en-US" sz="2400" b="1" dirty="0"/>
              <a:t>Define information systems analysis and design</a:t>
            </a:r>
            <a:r>
              <a:rPr lang="en-US" altLang="en-US" sz="2400" dirty="0"/>
              <a:t>.</a:t>
            </a:r>
          </a:p>
          <a:p>
            <a:pPr eaLnBrk="1" hangingPunct="1">
              <a:lnSpc>
                <a:spcPct val="90000"/>
              </a:lnSpc>
              <a:buClr>
                <a:srgbClr val="BA2212"/>
              </a:buClr>
              <a:buFont typeface="Wingdings" pitchFamily="2" charset="2"/>
              <a:buChar char="ü"/>
            </a:pPr>
            <a:r>
              <a:rPr lang="en-US" altLang="en-US" sz="2400" dirty="0"/>
              <a:t>Describe the information Systems Development Life Cycle (SDLC).</a:t>
            </a:r>
          </a:p>
          <a:p>
            <a:pPr eaLnBrk="1" hangingPunct="1">
              <a:lnSpc>
                <a:spcPct val="90000"/>
              </a:lnSpc>
              <a:buClr>
                <a:srgbClr val="BA2212"/>
              </a:buClr>
              <a:buFont typeface="Wingdings" pitchFamily="2" charset="2"/>
              <a:buChar char="ü"/>
            </a:pPr>
            <a:r>
              <a:rPr lang="en-US" altLang="en-US" sz="2400" dirty="0"/>
              <a:t>Explain Computer Aided Software Engineering (CASE).</a:t>
            </a:r>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F48857C7-FA71-A43B-80CA-F786FFE5B4F4}"/>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15362" name="Slide Number Placeholder 4">
            <a:extLst>
              <a:ext uri="{FF2B5EF4-FFF2-40B4-BE49-F238E27FC236}">
                <a16:creationId xmlns:a16="http://schemas.microsoft.com/office/drawing/2014/main" id="{FEF06E46-82B0-792D-4800-71DA461BEA9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CC67007-673D-1241-9530-E789070863DA}" type="slidenum">
              <a:rPr lang="en-US" altLang="en-US" sz="1200" smtClean="0">
                <a:latin typeface="Arial Black" panose="020B0604020202020204" pitchFamily="34" charset="0"/>
              </a:rPr>
              <a:pPr>
                <a:spcBef>
                  <a:spcPct val="0"/>
                </a:spcBef>
                <a:buClrTx/>
                <a:buSzTx/>
                <a:buFontTx/>
                <a:buNone/>
              </a:pPr>
              <a:t>3</a:t>
            </a:fld>
            <a:endParaRPr lang="en-US" altLang="en-US" sz="1200">
              <a:latin typeface="Arial Black" panose="020B0604020202020204" pitchFamily="34" charset="0"/>
            </a:endParaRPr>
          </a:p>
        </p:txBody>
      </p:sp>
      <p:sp>
        <p:nvSpPr>
          <p:cNvPr id="15363" name="Date Placeholder 5">
            <a:extLst>
              <a:ext uri="{FF2B5EF4-FFF2-40B4-BE49-F238E27FC236}">
                <a16:creationId xmlns:a16="http://schemas.microsoft.com/office/drawing/2014/main" id="{232A2D61-B224-2FBE-A734-974A07EF795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15364" name="Rectangle 2">
            <a:extLst>
              <a:ext uri="{FF2B5EF4-FFF2-40B4-BE49-F238E27FC236}">
                <a16:creationId xmlns:a16="http://schemas.microsoft.com/office/drawing/2014/main" id="{FD4FD690-0081-1DF0-AA3B-04CF348E412A}"/>
              </a:ext>
            </a:extLst>
          </p:cNvPr>
          <p:cNvSpPr>
            <a:spLocks noGrp="1" noChangeArrowheads="1"/>
          </p:cNvSpPr>
          <p:nvPr>
            <p:ph type="title"/>
          </p:nvPr>
        </p:nvSpPr>
        <p:spPr/>
        <p:txBody>
          <a:bodyPr/>
          <a:lstStyle/>
          <a:p>
            <a:r>
              <a:rPr lang="en-US" altLang="en-US"/>
              <a:t>Introduction</a:t>
            </a:r>
          </a:p>
        </p:txBody>
      </p:sp>
      <p:sp>
        <p:nvSpPr>
          <p:cNvPr id="15365" name="Rectangle 3">
            <a:extLst>
              <a:ext uri="{FF2B5EF4-FFF2-40B4-BE49-F238E27FC236}">
                <a16:creationId xmlns:a16="http://schemas.microsoft.com/office/drawing/2014/main" id="{7ECFBF4B-2A09-B978-ED22-0E159FE60D2A}"/>
              </a:ext>
            </a:extLst>
          </p:cNvPr>
          <p:cNvSpPr>
            <a:spLocks noGrp="1" noChangeArrowheads="1"/>
          </p:cNvSpPr>
          <p:nvPr>
            <p:ph type="body" idx="1"/>
          </p:nvPr>
        </p:nvSpPr>
        <p:spPr>
          <a:xfrm>
            <a:off x="457200" y="1828800"/>
            <a:ext cx="8229600" cy="4038600"/>
          </a:xfrm>
        </p:spPr>
        <p:txBody>
          <a:bodyPr/>
          <a:lstStyle/>
          <a:p>
            <a:r>
              <a:rPr lang="en-US" altLang="en-US" sz="2400"/>
              <a:t>Information Systems Analysis (</a:t>
            </a:r>
            <a:r>
              <a:rPr lang="en-US" altLang="en-US" sz="2400" b="1"/>
              <a:t>Systems analysis</a:t>
            </a:r>
            <a:r>
              <a:rPr lang="en-US" altLang="en-US" sz="2400"/>
              <a:t>): is the study of sets of interacting entities, including computer systems analysis.</a:t>
            </a:r>
          </a:p>
          <a:p>
            <a:pPr lvl="1"/>
            <a:r>
              <a:rPr lang="en-US" altLang="en-US" sz="2000"/>
              <a:t>This field is closely related to requirements analysis. </a:t>
            </a:r>
          </a:p>
          <a:p>
            <a:pPr lvl="1"/>
            <a:endParaRPr lang="en-US" altLang="en-US" sz="2000"/>
          </a:p>
          <a:p>
            <a:r>
              <a:rPr lang="en-US" altLang="en-US" sz="2400"/>
              <a:t>Design (</a:t>
            </a:r>
            <a:r>
              <a:rPr lang="en-US" altLang="en-US" sz="2400" b="1"/>
              <a:t>Systems design):</a:t>
            </a:r>
            <a:r>
              <a:rPr lang="en-US" altLang="en-US" sz="2400"/>
              <a:t> is the process of defining the architecture, components, modules, interfaces, and data for a system to satisfy specified requirements</a:t>
            </a:r>
          </a:p>
          <a:p>
            <a:pPr lvl="1">
              <a:lnSpc>
                <a:spcPct val="150000"/>
              </a:lnSpc>
            </a:pPr>
            <a:endParaRPr lang="en-US" altLang="en-US" sz="2000"/>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0FDDFFF3-8BCD-9FFE-59CF-0DC825F22369}"/>
              </a:ext>
            </a:extLst>
          </p:cNvPr>
          <p:cNvSpPr>
            <a:spLocks noGrp="1" noChangeArrowheads="1"/>
          </p:cNvSpPr>
          <p:nvPr>
            <p:ph type="title"/>
          </p:nvPr>
        </p:nvSpPr>
        <p:spPr/>
        <p:txBody>
          <a:bodyPr/>
          <a:lstStyle/>
          <a:p>
            <a:r>
              <a:rPr lang="en-US" altLang="en-US" b="1"/>
              <a:t>Information systems</a:t>
            </a:r>
            <a:r>
              <a:rPr lang="en-US" altLang="en-US"/>
              <a:t> (IS)</a:t>
            </a:r>
          </a:p>
        </p:txBody>
      </p:sp>
      <p:sp>
        <p:nvSpPr>
          <p:cNvPr id="10243" name="Content Placeholder 2">
            <a:extLst>
              <a:ext uri="{FF2B5EF4-FFF2-40B4-BE49-F238E27FC236}">
                <a16:creationId xmlns:a16="http://schemas.microsoft.com/office/drawing/2014/main" id="{793D127E-5AD7-6376-76FF-394F31660CA8}"/>
              </a:ext>
            </a:extLst>
          </p:cNvPr>
          <p:cNvSpPr>
            <a:spLocks noGrp="1" noChangeArrowheads="1"/>
          </p:cNvSpPr>
          <p:nvPr>
            <p:ph idx="1"/>
          </p:nvPr>
        </p:nvSpPr>
        <p:spPr>
          <a:xfrm>
            <a:off x="457200" y="1981200"/>
            <a:ext cx="8229600" cy="4248150"/>
          </a:xfrm>
        </p:spPr>
        <p:txBody>
          <a:bodyPr/>
          <a:lstStyle/>
          <a:p>
            <a:pPr>
              <a:lnSpc>
                <a:spcPct val="90000"/>
              </a:lnSpc>
              <a:defRPr/>
            </a:pPr>
            <a:r>
              <a:rPr lang="en-US" altLang="en-US" b="1" dirty="0"/>
              <a:t>IS </a:t>
            </a:r>
            <a:r>
              <a:rPr lang="en-US" altLang="en-US" dirty="0"/>
              <a:t>is the study of complementary networks of hardware and software that people and organizations use to collect, filter, process, create, and distribute data.</a:t>
            </a:r>
          </a:p>
          <a:p>
            <a:pPr lvl="1">
              <a:lnSpc>
                <a:spcPct val="90000"/>
              </a:lnSpc>
              <a:defRPr/>
            </a:pPr>
            <a:r>
              <a:rPr lang="en-US" altLang="en-US" sz="1600" dirty="0"/>
              <a:t>Complex organizational process</a:t>
            </a:r>
          </a:p>
          <a:p>
            <a:pPr lvl="1">
              <a:lnSpc>
                <a:spcPct val="90000"/>
              </a:lnSpc>
              <a:defRPr/>
            </a:pPr>
            <a:r>
              <a:rPr lang="en-US" altLang="en-US" sz="1600" dirty="0"/>
              <a:t>Used to develop and maintain computer-based IS </a:t>
            </a:r>
          </a:p>
          <a:p>
            <a:pPr lvl="1">
              <a:lnSpc>
                <a:spcPct val="90000"/>
              </a:lnSpc>
              <a:defRPr/>
            </a:pPr>
            <a:r>
              <a:rPr lang="en-US" altLang="en-US" sz="1600" dirty="0"/>
              <a:t>Used by a team of business and systems</a:t>
            </a:r>
          </a:p>
          <a:p>
            <a:pPr marL="457200" lvl="1" indent="0">
              <a:lnSpc>
                <a:spcPct val="90000"/>
              </a:lnSpc>
              <a:buFont typeface="Wingdings" pitchFamily="2" charset="2"/>
              <a:buNone/>
              <a:defRPr/>
            </a:pPr>
            <a:r>
              <a:rPr lang="en-US" altLang="en-US" sz="1600" dirty="0"/>
              <a:t>      professionals</a:t>
            </a:r>
          </a:p>
          <a:p>
            <a:pPr lvl="1">
              <a:defRPr/>
            </a:pPr>
            <a:endParaRPr lang="en-US" altLang="en-US" dirty="0"/>
          </a:p>
        </p:txBody>
      </p:sp>
      <p:sp>
        <p:nvSpPr>
          <p:cNvPr id="17411" name="Footer Placeholder 3">
            <a:extLst>
              <a:ext uri="{FF2B5EF4-FFF2-40B4-BE49-F238E27FC236}">
                <a16:creationId xmlns:a16="http://schemas.microsoft.com/office/drawing/2014/main" id="{367D0F4E-51DC-6871-1DC8-071B64E02FE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a:t>
            </a:r>
          </a:p>
        </p:txBody>
      </p:sp>
      <p:sp>
        <p:nvSpPr>
          <p:cNvPr id="17412" name="Slide Number Placeholder 4">
            <a:extLst>
              <a:ext uri="{FF2B5EF4-FFF2-40B4-BE49-F238E27FC236}">
                <a16:creationId xmlns:a16="http://schemas.microsoft.com/office/drawing/2014/main" id="{3EC78F35-ABB2-D74F-DE89-4FCFBA66054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DDC1018-A5B7-0345-8B12-426559B1C614}" type="slidenum">
              <a:rPr lang="en-US" altLang="en-US" sz="1200" smtClean="0">
                <a:latin typeface="Arial Black" panose="020B0604020202020204" pitchFamily="34" charset="0"/>
              </a:rPr>
              <a:pPr>
                <a:spcBef>
                  <a:spcPct val="0"/>
                </a:spcBef>
                <a:buClrTx/>
                <a:buSzTx/>
                <a:buFontTx/>
                <a:buNone/>
              </a:pPr>
              <a:t>4</a:t>
            </a:fld>
            <a:endParaRPr lang="en-US" altLang="en-US" sz="1200">
              <a:latin typeface="Arial Black" panose="020B0604020202020204" pitchFamily="34" charset="0"/>
            </a:endParaRPr>
          </a:p>
        </p:txBody>
      </p:sp>
      <p:sp>
        <p:nvSpPr>
          <p:cNvPr id="17413" name="Date Placeholder 5">
            <a:extLst>
              <a:ext uri="{FF2B5EF4-FFF2-40B4-BE49-F238E27FC236}">
                <a16:creationId xmlns:a16="http://schemas.microsoft.com/office/drawing/2014/main" id="{F820891E-0405-93CE-6381-68D82987F92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56A4930-AF07-AB44-BF9F-812D6DBBFF12}" type="datetime1">
              <a:rPr lang="en-US" altLang="en-US" sz="1200" smtClean="0"/>
              <a:pPr>
                <a:spcBef>
                  <a:spcPct val="0"/>
                </a:spcBef>
                <a:buClrTx/>
                <a:buSzTx/>
                <a:buFontTx/>
                <a:buNone/>
              </a:pPr>
              <a:t>8/26/25</a:t>
            </a:fld>
            <a:r>
              <a:rPr lang="en-US" altLang="en-US" sz="1200"/>
              <a:t>Chapter 1</a:t>
            </a:r>
          </a:p>
        </p:txBody>
      </p:sp>
      <p:pic>
        <p:nvPicPr>
          <p:cNvPr id="17414" name="Picture 1">
            <a:extLst>
              <a:ext uri="{FF2B5EF4-FFF2-40B4-BE49-F238E27FC236}">
                <a16:creationId xmlns:a16="http://schemas.microsoft.com/office/drawing/2014/main" id="{B9786111-C1F0-D1DA-0377-8B14977EFB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581400"/>
            <a:ext cx="324485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142DD01-4D79-3B10-D401-731752B5071D}"/>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19458" name="Title 1">
            <a:extLst>
              <a:ext uri="{FF2B5EF4-FFF2-40B4-BE49-F238E27FC236}">
                <a16:creationId xmlns:a16="http://schemas.microsoft.com/office/drawing/2014/main" id="{EBEC82B7-DA44-D23A-F1D0-47BFBCAB73B9}"/>
              </a:ext>
            </a:extLst>
          </p:cNvPr>
          <p:cNvSpPr>
            <a:spLocks noGrp="1" noChangeArrowheads="1"/>
          </p:cNvSpPr>
          <p:nvPr>
            <p:ph type="title"/>
          </p:nvPr>
        </p:nvSpPr>
        <p:spPr/>
        <p:txBody>
          <a:bodyPr/>
          <a:lstStyle/>
          <a:p>
            <a:r>
              <a:rPr lang="en-US" altLang="en-US" sz="3600"/>
              <a:t>Methodologies, Techniques and Tools</a:t>
            </a:r>
          </a:p>
        </p:txBody>
      </p:sp>
      <p:sp>
        <p:nvSpPr>
          <p:cNvPr id="19459" name="Slide Number Placeholder 4">
            <a:extLst>
              <a:ext uri="{FF2B5EF4-FFF2-40B4-BE49-F238E27FC236}">
                <a16:creationId xmlns:a16="http://schemas.microsoft.com/office/drawing/2014/main" id="{54B9AB3E-D2F7-7BBB-5FB5-333DF09203B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047D3E0-FA51-EA4A-A3F2-7C52251A92A8}" type="slidenum">
              <a:rPr lang="en-US" altLang="en-US" sz="1200" smtClean="0">
                <a:latin typeface="Arial Black" panose="020B0604020202020204" pitchFamily="34" charset="0"/>
              </a:rPr>
              <a:pPr>
                <a:spcBef>
                  <a:spcPct val="0"/>
                </a:spcBef>
                <a:buClrTx/>
                <a:buSzTx/>
                <a:buFontTx/>
                <a:buNone/>
              </a:pPr>
              <a:t>5</a:t>
            </a:fld>
            <a:endParaRPr lang="en-US" altLang="en-US" sz="1200">
              <a:latin typeface="Arial Black" panose="020B0604020202020204" pitchFamily="34" charset="0"/>
            </a:endParaRPr>
          </a:p>
        </p:txBody>
      </p:sp>
      <p:sp>
        <p:nvSpPr>
          <p:cNvPr id="19460" name="Date Placeholder 5">
            <a:extLst>
              <a:ext uri="{FF2B5EF4-FFF2-40B4-BE49-F238E27FC236}">
                <a16:creationId xmlns:a16="http://schemas.microsoft.com/office/drawing/2014/main" id="{487A0701-D5EF-9FF8-5D44-E28D93ED2DB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19461" name="Text Box 9">
            <a:extLst>
              <a:ext uri="{FF2B5EF4-FFF2-40B4-BE49-F238E27FC236}">
                <a16:creationId xmlns:a16="http://schemas.microsoft.com/office/drawing/2014/main" id="{843A2743-48F9-1430-BB2A-D0974FBB51A9}"/>
              </a:ext>
            </a:extLst>
          </p:cNvPr>
          <p:cNvSpPr txBox="1">
            <a:spLocks noChangeArrowheads="1"/>
          </p:cNvSpPr>
          <p:nvPr/>
        </p:nvSpPr>
        <p:spPr bwMode="auto">
          <a:xfrm>
            <a:off x="1295400" y="5486400"/>
            <a:ext cx="68405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FIGURE 1-1 </a:t>
            </a:r>
            <a:r>
              <a:rPr lang="en-US" altLang="en-US" sz="1800"/>
              <a:t>An organizational approach to systems analysis and</a:t>
            </a:r>
          </a:p>
          <a:p>
            <a:pPr eaLnBrk="1" hangingPunct="1">
              <a:spcBef>
                <a:spcPct val="0"/>
              </a:spcBef>
              <a:buClrTx/>
              <a:buSzTx/>
              <a:buFontTx/>
              <a:buNone/>
            </a:pPr>
            <a:r>
              <a:rPr lang="en-US" altLang="en-US" sz="1800"/>
              <a:t>design is driven by methodologies, techniques, and tools </a:t>
            </a:r>
          </a:p>
        </p:txBody>
      </p:sp>
      <p:pic>
        <p:nvPicPr>
          <p:cNvPr id="19462" name="Picture 7" descr="Noname.jpg">
            <a:extLst>
              <a:ext uri="{FF2B5EF4-FFF2-40B4-BE49-F238E27FC236}">
                <a16:creationId xmlns:a16="http://schemas.microsoft.com/office/drawing/2014/main" id="{F3656879-CD41-97B8-C01E-690355772A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9450" y="1487488"/>
            <a:ext cx="4657725"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Box 1">
            <a:extLst>
              <a:ext uri="{FF2B5EF4-FFF2-40B4-BE49-F238E27FC236}">
                <a16:creationId xmlns:a16="http://schemas.microsoft.com/office/drawing/2014/main" id="{1D2EA562-FACE-F6BE-EEDF-662B5AAABF83}"/>
              </a:ext>
            </a:extLst>
          </p:cNvPr>
          <p:cNvSpPr txBox="1">
            <a:spLocks noChangeArrowheads="1"/>
          </p:cNvSpPr>
          <p:nvPr/>
        </p:nvSpPr>
        <p:spPr bwMode="auto">
          <a:xfrm>
            <a:off x="180975" y="3351213"/>
            <a:ext cx="2044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ar-SA" sz="1400">
                <a:solidFill>
                  <a:schemeClr val="tx2"/>
                </a:solidFill>
              </a:rPr>
              <a:t>- </a:t>
            </a:r>
            <a:r>
              <a:rPr lang="en-US" altLang="ar-SA" sz="1400" b="1">
                <a:solidFill>
                  <a:schemeClr val="tx2"/>
                </a:solidFill>
              </a:rPr>
              <a:t>Methodologies</a:t>
            </a:r>
            <a:r>
              <a:rPr lang="en-US" altLang="ar-SA" sz="1400">
                <a:solidFill>
                  <a:schemeClr val="tx2"/>
                </a:solidFill>
              </a:rPr>
              <a:t> is multiple-step approaches to system development that guide your work. </a:t>
            </a:r>
          </a:p>
          <a:p>
            <a:pPr eaLnBrk="1" hangingPunct="1">
              <a:spcBef>
                <a:spcPct val="0"/>
              </a:spcBef>
              <a:buClrTx/>
              <a:buSzTx/>
              <a:buFontTx/>
              <a:buNone/>
            </a:pPr>
            <a:r>
              <a:rPr lang="en-US" altLang="ar-SA" sz="1400">
                <a:solidFill>
                  <a:schemeClr val="tx2"/>
                </a:solidFill>
              </a:rPr>
              <a:t>- It involved many techniques </a:t>
            </a:r>
            <a:endParaRPr lang="ar-SA" altLang="ar-SA" sz="1400">
              <a:solidFill>
                <a:schemeClr val="tx2"/>
              </a:solidFill>
            </a:endParaRPr>
          </a:p>
        </p:txBody>
      </p:sp>
      <p:sp>
        <p:nvSpPr>
          <p:cNvPr id="19464" name="TextBox 8">
            <a:extLst>
              <a:ext uri="{FF2B5EF4-FFF2-40B4-BE49-F238E27FC236}">
                <a16:creationId xmlns:a16="http://schemas.microsoft.com/office/drawing/2014/main" id="{E7F9C662-1905-E2D1-299B-6A233C2F7DA6}"/>
              </a:ext>
            </a:extLst>
          </p:cNvPr>
          <p:cNvSpPr txBox="1">
            <a:spLocks noChangeArrowheads="1"/>
          </p:cNvSpPr>
          <p:nvPr/>
        </p:nvSpPr>
        <p:spPr bwMode="auto">
          <a:xfrm>
            <a:off x="5262563" y="1466850"/>
            <a:ext cx="34290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ar-SA" sz="1400">
                <a:solidFill>
                  <a:schemeClr val="tx2"/>
                </a:solidFill>
              </a:rPr>
              <a:t>- </a:t>
            </a:r>
            <a:r>
              <a:rPr lang="en-US" altLang="ar-SA" sz="1400" b="1">
                <a:solidFill>
                  <a:schemeClr val="tx2"/>
                </a:solidFill>
              </a:rPr>
              <a:t>Techniques</a:t>
            </a:r>
            <a:r>
              <a:rPr lang="en-US" altLang="ar-SA" sz="1400">
                <a:solidFill>
                  <a:schemeClr val="tx2"/>
                </a:solidFill>
              </a:rPr>
              <a:t> are particular process that you should follow to help ensure that your work is complete and comprehensible. </a:t>
            </a:r>
          </a:p>
          <a:p>
            <a:pPr eaLnBrk="1" hangingPunct="1">
              <a:spcBef>
                <a:spcPct val="0"/>
              </a:spcBef>
              <a:buClrTx/>
              <a:buSzTx/>
              <a:buFontTx/>
              <a:buNone/>
            </a:pPr>
            <a:r>
              <a:rPr lang="en-US" altLang="ar-SA" sz="1400">
                <a:solidFill>
                  <a:schemeClr val="tx2"/>
                </a:solidFill>
              </a:rPr>
              <a:t>- It includes tasks such as conducting interviews to collect system requirements, diagram the system logic, ..etc. </a:t>
            </a:r>
          </a:p>
        </p:txBody>
      </p:sp>
      <p:sp>
        <p:nvSpPr>
          <p:cNvPr id="19465" name="TextBox 9">
            <a:extLst>
              <a:ext uri="{FF2B5EF4-FFF2-40B4-BE49-F238E27FC236}">
                <a16:creationId xmlns:a16="http://schemas.microsoft.com/office/drawing/2014/main" id="{D350C3ED-4C44-8E51-9FDC-D5E7370FEE06}"/>
              </a:ext>
            </a:extLst>
          </p:cNvPr>
          <p:cNvSpPr txBox="1">
            <a:spLocks noChangeArrowheads="1"/>
          </p:cNvSpPr>
          <p:nvPr/>
        </p:nvSpPr>
        <p:spPr bwMode="auto">
          <a:xfrm>
            <a:off x="6400800" y="3946525"/>
            <a:ext cx="28575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ar-SA" sz="1400">
                <a:solidFill>
                  <a:schemeClr val="tx2"/>
                </a:solidFill>
              </a:rPr>
              <a:t>- </a:t>
            </a:r>
            <a:r>
              <a:rPr lang="en-US" altLang="ar-SA" sz="1400" b="1">
                <a:solidFill>
                  <a:schemeClr val="tx2"/>
                </a:solidFill>
              </a:rPr>
              <a:t>Tools</a:t>
            </a:r>
            <a:r>
              <a:rPr lang="en-US" altLang="ar-SA" sz="1400">
                <a:solidFill>
                  <a:schemeClr val="tx2"/>
                </a:solidFill>
              </a:rPr>
              <a:t> are computer programs make it easy to use and benefit from techniques and to follow guidelines of the overall development methodology</a:t>
            </a: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F089B38A-6061-3D03-69CB-DB84AFCDC25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21506" name="Slide Number Placeholder 4">
            <a:extLst>
              <a:ext uri="{FF2B5EF4-FFF2-40B4-BE49-F238E27FC236}">
                <a16:creationId xmlns:a16="http://schemas.microsoft.com/office/drawing/2014/main" id="{C8F4A17D-BE02-ECF3-7BD5-88EBE1188E5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7AA8087-6AF9-E246-AC3B-1A66F21BDB77}" type="slidenum">
              <a:rPr lang="en-US" altLang="en-US" sz="1200" smtClean="0">
                <a:latin typeface="Arial Black" panose="020B0604020202020204" pitchFamily="34" charset="0"/>
              </a:rPr>
              <a:pPr>
                <a:spcBef>
                  <a:spcPct val="0"/>
                </a:spcBef>
                <a:buClrTx/>
                <a:buSzTx/>
                <a:buFontTx/>
                <a:buNone/>
              </a:pPr>
              <a:t>6</a:t>
            </a:fld>
            <a:endParaRPr lang="en-US" altLang="en-US" sz="1200">
              <a:latin typeface="Arial Black" panose="020B0604020202020204" pitchFamily="34" charset="0"/>
            </a:endParaRPr>
          </a:p>
        </p:txBody>
      </p:sp>
      <p:sp>
        <p:nvSpPr>
          <p:cNvPr id="21507" name="Date Placeholder 5">
            <a:extLst>
              <a:ext uri="{FF2B5EF4-FFF2-40B4-BE49-F238E27FC236}">
                <a16:creationId xmlns:a16="http://schemas.microsoft.com/office/drawing/2014/main" id="{C14A0CA0-C98C-436D-51A6-97F59E7A16E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21508" name="Rectangle 2">
            <a:extLst>
              <a:ext uri="{FF2B5EF4-FFF2-40B4-BE49-F238E27FC236}">
                <a16:creationId xmlns:a16="http://schemas.microsoft.com/office/drawing/2014/main" id="{6EE2A8A8-175D-5309-92CD-2E679CBF792B}"/>
              </a:ext>
            </a:extLst>
          </p:cNvPr>
          <p:cNvSpPr>
            <a:spLocks noGrp="1" noChangeArrowheads="1"/>
          </p:cNvSpPr>
          <p:nvPr>
            <p:ph type="title"/>
          </p:nvPr>
        </p:nvSpPr>
        <p:spPr/>
        <p:txBody>
          <a:bodyPr/>
          <a:lstStyle/>
          <a:p>
            <a:pPr eaLnBrk="1" hangingPunct="1"/>
            <a:r>
              <a:rPr lang="en-US" altLang="en-US" sz="4000"/>
              <a:t>Definitions</a:t>
            </a:r>
          </a:p>
        </p:txBody>
      </p:sp>
      <p:sp>
        <p:nvSpPr>
          <p:cNvPr id="21509" name="Rectangle 3">
            <a:extLst>
              <a:ext uri="{FF2B5EF4-FFF2-40B4-BE49-F238E27FC236}">
                <a16:creationId xmlns:a16="http://schemas.microsoft.com/office/drawing/2014/main" id="{C4161196-FDC2-303A-8BBF-1D79E6F0333F}"/>
              </a:ext>
            </a:extLst>
          </p:cNvPr>
          <p:cNvSpPr>
            <a:spLocks noGrp="1" noChangeArrowheads="1"/>
          </p:cNvSpPr>
          <p:nvPr>
            <p:ph type="body" idx="1"/>
          </p:nvPr>
        </p:nvSpPr>
        <p:spPr/>
        <p:txBody>
          <a:bodyPr/>
          <a:lstStyle/>
          <a:p>
            <a:pPr eaLnBrk="1" hangingPunct="1"/>
            <a:r>
              <a:rPr lang="en-US" altLang="en-US" dirty="0"/>
              <a:t>Application Software</a:t>
            </a:r>
          </a:p>
          <a:p>
            <a:pPr lvl="1" eaLnBrk="1" hangingPunct="1"/>
            <a:r>
              <a:rPr lang="en-US" altLang="en-US" dirty="0"/>
              <a:t>Computer software designed to support organizational functions or processes such as inventory management or payroll systems.</a:t>
            </a:r>
          </a:p>
        </p:txBody>
      </p:sp>
      <p:pic>
        <p:nvPicPr>
          <p:cNvPr id="21510" name="Picture 1">
            <a:extLst>
              <a:ext uri="{FF2B5EF4-FFF2-40B4-BE49-F238E27FC236}">
                <a16:creationId xmlns:a16="http://schemas.microsoft.com/office/drawing/2014/main" id="{1B145F72-DD49-21C4-C412-CAFE7B076F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156075"/>
            <a:ext cx="594360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49B00154-43BF-F160-952B-E06277CC698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23554" name="Slide Number Placeholder 4">
            <a:extLst>
              <a:ext uri="{FF2B5EF4-FFF2-40B4-BE49-F238E27FC236}">
                <a16:creationId xmlns:a16="http://schemas.microsoft.com/office/drawing/2014/main" id="{7DBA8852-DD6A-C181-8826-EB6A45A8D4F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CF7EDBF-70CB-464F-B8BA-30D919E1D95E}" type="slidenum">
              <a:rPr lang="en-US" altLang="en-US" sz="1200" smtClean="0">
                <a:latin typeface="Arial Black" panose="020B0604020202020204" pitchFamily="34" charset="0"/>
              </a:rPr>
              <a:pPr>
                <a:spcBef>
                  <a:spcPct val="0"/>
                </a:spcBef>
                <a:buClrTx/>
                <a:buSzTx/>
                <a:buFontTx/>
                <a:buNone/>
              </a:pPr>
              <a:t>7</a:t>
            </a:fld>
            <a:endParaRPr lang="en-US" altLang="en-US" sz="1200">
              <a:latin typeface="Arial Black" panose="020B0604020202020204" pitchFamily="34" charset="0"/>
            </a:endParaRPr>
          </a:p>
        </p:txBody>
      </p:sp>
      <p:sp>
        <p:nvSpPr>
          <p:cNvPr id="23555" name="Date Placeholder 5">
            <a:extLst>
              <a:ext uri="{FF2B5EF4-FFF2-40B4-BE49-F238E27FC236}">
                <a16:creationId xmlns:a16="http://schemas.microsoft.com/office/drawing/2014/main" id="{FA753D3C-018F-9B3D-F6A8-54372315E8B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23556" name="Rectangle 2">
            <a:extLst>
              <a:ext uri="{FF2B5EF4-FFF2-40B4-BE49-F238E27FC236}">
                <a16:creationId xmlns:a16="http://schemas.microsoft.com/office/drawing/2014/main" id="{B7AACE7A-40FC-B05C-ADB5-F8ED3951AE5C}"/>
              </a:ext>
            </a:extLst>
          </p:cNvPr>
          <p:cNvSpPr>
            <a:spLocks noGrp="1" noChangeArrowheads="1"/>
          </p:cNvSpPr>
          <p:nvPr>
            <p:ph type="title"/>
          </p:nvPr>
        </p:nvSpPr>
        <p:spPr/>
        <p:txBody>
          <a:bodyPr/>
          <a:lstStyle/>
          <a:p>
            <a:pPr eaLnBrk="1" hangingPunct="1"/>
            <a:r>
              <a:rPr lang="en-US" altLang="en-US" sz="4000"/>
              <a:t>Definitions</a:t>
            </a:r>
          </a:p>
        </p:txBody>
      </p:sp>
      <p:sp>
        <p:nvSpPr>
          <p:cNvPr id="23557" name="Rectangle 3">
            <a:extLst>
              <a:ext uri="{FF2B5EF4-FFF2-40B4-BE49-F238E27FC236}">
                <a16:creationId xmlns:a16="http://schemas.microsoft.com/office/drawing/2014/main" id="{2EC5C735-1E0C-9A3B-9BFA-2F5286D84254}"/>
              </a:ext>
            </a:extLst>
          </p:cNvPr>
          <p:cNvSpPr>
            <a:spLocks noGrp="1" noChangeArrowheads="1"/>
          </p:cNvSpPr>
          <p:nvPr>
            <p:ph type="body" idx="1"/>
          </p:nvPr>
        </p:nvSpPr>
        <p:spPr/>
        <p:txBody>
          <a:bodyPr/>
          <a:lstStyle/>
          <a:p>
            <a:pPr eaLnBrk="1" hangingPunct="1"/>
            <a:r>
              <a:rPr lang="en-US" altLang="en-US"/>
              <a:t>Systems Analyst</a:t>
            </a:r>
          </a:p>
          <a:p>
            <a:pPr lvl="1" eaLnBrk="1" hangingPunct="1"/>
            <a:r>
              <a:rPr lang="en-US" altLang="en-US"/>
              <a:t>Organizational role most responsible for analysis and design of information systems</a:t>
            </a:r>
          </a:p>
          <a:p>
            <a:pPr lvl="1" eaLnBrk="1" hangingPunct="1"/>
            <a:r>
              <a:rPr lang="en-US" altLang="en-US"/>
              <a:t> Study the problems and needs for organizations in order to determine how methods, people, and information technology can be combined to bring improvements to the organizations.</a:t>
            </a:r>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970DE11-E69C-B571-8862-AEB497B85FDE}"/>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25602" name="Slide Number Placeholder 4">
            <a:extLst>
              <a:ext uri="{FF2B5EF4-FFF2-40B4-BE49-F238E27FC236}">
                <a16:creationId xmlns:a16="http://schemas.microsoft.com/office/drawing/2014/main" id="{9485C9F2-5982-4350-1D9E-9E528009F8B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E99383E-54D0-8042-9DDA-D31E52DEBF29}" type="slidenum">
              <a:rPr lang="en-US" altLang="en-US" sz="1200" smtClean="0">
                <a:latin typeface="Arial Black" panose="020B0604020202020204" pitchFamily="34" charset="0"/>
              </a:rPr>
              <a:pPr>
                <a:spcBef>
                  <a:spcPct val="0"/>
                </a:spcBef>
                <a:buClrTx/>
                <a:buSzTx/>
                <a:buFontTx/>
                <a:buNone/>
              </a:pPr>
              <a:t>8</a:t>
            </a:fld>
            <a:endParaRPr lang="en-US" altLang="en-US" sz="1200">
              <a:latin typeface="Arial Black" panose="020B0604020202020204" pitchFamily="34" charset="0"/>
            </a:endParaRPr>
          </a:p>
        </p:txBody>
      </p:sp>
      <p:sp>
        <p:nvSpPr>
          <p:cNvPr id="25603" name="Date Placeholder 5">
            <a:extLst>
              <a:ext uri="{FF2B5EF4-FFF2-40B4-BE49-F238E27FC236}">
                <a16:creationId xmlns:a16="http://schemas.microsoft.com/office/drawing/2014/main" id="{09AB86C0-2EEB-D5F7-EDF7-5CBDE724A97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25604" name="Rectangle 2">
            <a:extLst>
              <a:ext uri="{FF2B5EF4-FFF2-40B4-BE49-F238E27FC236}">
                <a16:creationId xmlns:a16="http://schemas.microsoft.com/office/drawing/2014/main" id="{41AFB084-22B4-0C57-4CC3-FB6A987381F4}"/>
              </a:ext>
            </a:extLst>
          </p:cNvPr>
          <p:cNvSpPr>
            <a:spLocks noGrp="1" noChangeArrowheads="1"/>
          </p:cNvSpPr>
          <p:nvPr>
            <p:ph type="title"/>
          </p:nvPr>
        </p:nvSpPr>
        <p:spPr/>
        <p:txBody>
          <a:bodyPr/>
          <a:lstStyle/>
          <a:p>
            <a:pPr eaLnBrk="1" hangingPunct="1"/>
            <a:r>
              <a:rPr lang="en-US" altLang="en-US" sz="4000"/>
              <a:t>Developing Information Systems</a:t>
            </a:r>
          </a:p>
        </p:txBody>
      </p:sp>
      <p:sp>
        <p:nvSpPr>
          <p:cNvPr id="25605" name="Rectangle 3">
            <a:extLst>
              <a:ext uri="{FF2B5EF4-FFF2-40B4-BE49-F238E27FC236}">
                <a16:creationId xmlns:a16="http://schemas.microsoft.com/office/drawing/2014/main" id="{8BD757F8-E845-E5C7-A900-57BFD89542D6}"/>
              </a:ext>
            </a:extLst>
          </p:cNvPr>
          <p:cNvSpPr>
            <a:spLocks noGrp="1" noChangeArrowheads="1"/>
          </p:cNvSpPr>
          <p:nvPr>
            <p:ph type="body" idx="1"/>
          </p:nvPr>
        </p:nvSpPr>
        <p:spPr/>
        <p:txBody>
          <a:bodyPr/>
          <a:lstStyle/>
          <a:p>
            <a:pPr eaLnBrk="1" hangingPunct="1"/>
            <a:r>
              <a:rPr lang="en-US" altLang="en-US" b="1"/>
              <a:t>System Development Methodology</a:t>
            </a:r>
            <a:r>
              <a:rPr lang="en-US" altLang="en-US"/>
              <a:t> is a standard set of steps followed in an organization to develop and support their information systems</a:t>
            </a:r>
          </a:p>
          <a:p>
            <a:pPr eaLnBrk="1" hangingPunct="1"/>
            <a:r>
              <a:rPr lang="en-US" altLang="en-US"/>
              <a:t>Development of information systems follows Life Cycle</a:t>
            </a:r>
          </a:p>
          <a:p>
            <a:pPr lvl="1" eaLnBrk="1" hangingPunct="1"/>
            <a:r>
              <a:rPr lang="en-US" altLang="en-US"/>
              <a:t>System Development Life Cycle (SDLC)</a:t>
            </a:r>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B52AAE29-FD19-E592-E833-8E03DBF3EE15}"/>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27650" name="Slide Number Placeholder 4">
            <a:extLst>
              <a:ext uri="{FF2B5EF4-FFF2-40B4-BE49-F238E27FC236}">
                <a16:creationId xmlns:a16="http://schemas.microsoft.com/office/drawing/2014/main" id="{2C74735A-1CCB-0BE2-4907-AD0B7A06914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9471589-536C-BA46-AE68-ADACB7EB7149}" type="slidenum">
              <a:rPr lang="en-US" altLang="en-US" sz="1200" smtClean="0">
                <a:latin typeface="Arial Black" panose="020B0604020202020204" pitchFamily="34" charset="0"/>
              </a:rPr>
              <a:pPr>
                <a:spcBef>
                  <a:spcPct val="0"/>
                </a:spcBef>
                <a:buClrTx/>
                <a:buSzTx/>
                <a:buFontTx/>
                <a:buNone/>
              </a:pPr>
              <a:t>9</a:t>
            </a:fld>
            <a:endParaRPr lang="en-US" altLang="en-US" sz="1200">
              <a:latin typeface="Arial Black" panose="020B0604020202020204" pitchFamily="34" charset="0"/>
            </a:endParaRPr>
          </a:p>
        </p:txBody>
      </p:sp>
      <p:sp>
        <p:nvSpPr>
          <p:cNvPr id="27651" name="Date Placeholder 5">
            <a:extLst>
              <a:ext uri="{FF2B5EF4-FFF2-40B4-BE49-F238E27FC236}">
                <a16:creationId xmlns:a16="http://schemas.microsoft.com/office/drawing/2014/main" id="{0062A958-6A74-193D-DDEB-BE27D8CC883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27652" name="Rectangle 2">
            <a:extLst>
              <a:ext uri="{FF2B5EF4-FFF2-40B4-BE49-F238E27FC236}">
                <a16:creationId xmlns:a16="http://schemas.microsoft.com/office/drawing/2014/main" id="{B6CE42FC-3412-E5DB-DDF6-A1C263191D5B}"/>
              </a:ext>
            </a:extLst>
          </p:cNvPr>
          <p:cNvSpPr>
            <a:spLocks noGrp="1" noChangeArrowheads="1"/>
          </p:cNvSpPr>
          <p:nvPr>
            <p:ph type="title"/>
          </p:nvPr>
        </p:nvSpPr>
        <p:spPr/>
        <p:txBody>
          <a:bodyPr/>
          <a:lstStyle/>
          <a:p>
            <a:pPr eaLnBrk="1" hangingPunct="1"/>
            <a:r>
              <a:rPr lang="en-US" altLang="en-US"/>
              <a:t>Systems Development Life Cycle (SDLC)</a:t>
            </a:r>
          </a:p>
        </p:txBody>
      </p:sp>
      <p:sp>
        <p:nvSpPr>
          <p:cNvPr id="27653" name="Rectangle 3">
            <a:extLst>
              <a:ext uri="{FF2B5EF4-FFF2-40B4-BE49-F238E27FC236}">
                <a16:creationId xmlns:a16="http://schemas.microsoft.com/office/drawing/2014/main" id="{020FD637-170B-0869-01BD-32D4BF0AF56C}"/>
              </a:ext>
            </a:extLst>
          </p:cNvPr>
          <p:cNvSpPr>
            <a:spLocks noGrp="1" noChangeArrowheads="1"/>
          </p:cNvSpPr>
          <p:nvPr>
            <p:ph type="body" idx="1"/>
          </p:nvPr>
        </p:nvSpPr>
        <p:spPr/>
        <p:txBody>
          <a:bodyPr/>
          <a:lstStyle/>
          <a:p>
            <a:pPr eaLnBrk="1" hangingPunct="1"/>
            <a:r>
              <a:rPr lang="en-US" altLang="en-US" sz="2800"/>
              <a:t>Traditional methodology used to develop, maintain, and replace information systems.</a:t>
            </a:r>
          </a:p>
          <a:p>
            <a:pPr eaLnBrk="1" hangingPunct="1"/>
            <a:r>
              <a:rPr lang="en-US" altLang="en-US" sz="2800"/>
              <a:t>Phases in SDLC:</a:t>
            </a:r>
          </a:p>
          <a:p>
            <a:pPr lvl="1" eaLnBrk="1" hangingPunct="1"/>
            <a:r>
              <a:rPr lang="en-US" altLang="en-US" sz="2400"/>
              <a:t>Planning</a:t>
            </a:r>
          </a:p>
          <a:p>
            <a:pPr lvl="1" eaLnBrk="1" hangingPunct="1"/>
            <a:r>
              <a:rPr lang="en-US" altLang="en-US" sz="2400"/>
              <a:t>Analysis</a:t>
            </a:r>
          </a:p>
          <a:p>
            <a:pPr lvl="1" eaLnBrk="1" hangingPunct="1"/>
            <a:r>
              <a:rPr lang="en-US" altLang="en-US" sz="2400"/>
              <a:t>Design</a:t>
            </a:r>
          </a:p>
          <a:p>
            <a:pPr lvl="1" eaLnBrk="1" hangingPunct="1"/>
            <a:r>
              <a:rPr lang="en-US" altLang="en-US" sz="2400"/>
              <a:t>Implementation</a:t>
            </a:r>
          </a:p>
          <a:p>
            <a:pPr lvl="1" eaLnBrk="1" hangingPunct="1"/>
            <a:r>
              <a:rPr lang="en-US" altLang="en-US" sz="2400"/>
              <a:t>Maintenance</a:t>
            </a:r>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E0F5C1AC-F78D-E25A-D767-70C7CBBC8F9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29698" name="Slide Number Placeholder 3">
            <a:extLst>
              <a:ext uri="{FF2B5EF4-FFF2-40B4-BE49-F238E27FC236}">
                <a16:creationId xmlns:a16="http://schemas.microsoft.com/office/drawing/2014/main" id="{8D5D57A0-199E-DC60-771E-A9E1729736A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23AACDF-742E-E148-B3E3-D56B4C3150EF}" type="slidenum">
              <a:rPr lang="en-US" altLang="en-US" sz="1200" smtClean="0">
                <a:latin typeface="Arial Black" panose="020B0604020202020204" pitchFamily="34" charset="0"/>
              </a:rPr>
              <a:pPr>
                <a:spcBef>
                  <a:spcPct val="0"/>
                </a:spcBef>
                <a:buClrTx/>
                <a:buSzTx/>
                <a:buFontTx/>
                <a:buNone/>
              </a:pPr>
              <a:t>10</a:t>
            </a:fld>
            <a:endParaRPr lang="en-US" altLang="en-US" sz="1200">
              <a:latin typeface="Arial Black" panose="020B0604020202020204" pitchFamily="34" charset="0"/>
            </a:endParaRPr>
          </a:p>
        </p:txBody>
      </p:sp>
      <p:sp>
        <p:nvSpPr>
          <p:cNvPr id="29699" name="Date Placeholder 4">
            <a:extLst>
              <a:ext uri="{FF2B5EF4-FFF2-40B4-BE49-F238E27FC236}">
                <a16:creationId xmlns:a16="http://schemas.microsoft.com/office/drawing/2014/main" id="{E78E6E48-8E6A-9FA4-B7E0-652BE867CEF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29700" name="Rectangle 5">
            <a:extLst>
              <a:ext uri="{FF2B5EF4-FFF2-40B4-BE49-F238E27FC236}">
                <a16:creationId xmlns:a16="http://schemas.microsoft.com/office/drawing/2014/main" id="{62B4B808-A1A0-3ECB-77D0-472A42BDB6E2}"/>
              </a:ext>
            </a:extLst>
          </p:cNvPr>
          <p:cNvSpPr>
            <a:spLocks noGrp="1" noChangeArrowheads="1"/>
          </p:cNvSpPr>
          <p:nvPr>
            <p:ph type="title"/>
          </p:nvPr>
        </p:nvSpPr>
        <p:spPr/>
        <p:txBody>
          <a:bodyPr/>
          <a:lstStyle/>
          <a:p>
            <a:pPr eaLnBrk="1" hangingPunct="1"/>
            <a:r>
              <a:rPr lang="en-US" altLang="en-US" sz="4000"/>
              <a:t>Standard and Evolutionary Views of SDLC</a:t>
            </a:r>
          </a:p>
        </p:txBody>
      </p:sp>
      <p:pic>
        <p:nvPicPr>
          <p:cNvPr id="29701" name="Picture 7" descr="Noname.jpg">
            <a:extLst>
              <a:ext uri="{FF2B5EF4-FFF2-40B4-BE49-F238E27FC236}">
                <a16:creationId xmlns:a16="http://schemas.microsoft.com/office/drawing/2014/main" id="{80DBCC27-0821-28EB-ACA9-D3A82B4532A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81200"/>
            <a:ext cx="4429125"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8" descr="Noname.jpg">
            <a:extLst>
              <a:ext uri="{FF2B5EF4-FFF2-40B4-BE49-F238E27FC236}">
                <a16:creationId xmlns:a16="http://schemas.microsoft.com/office/drawing/2014/main" id="{08F84597-6BC7-2B2B-EA45-B87C0DE7EDA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133600"/>
            <a:ext cx="4038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Rectangle 9">
            <a:extLst>
              <a:ext uri="{FF2B5EF4-FFF2-40B4-BE49-F238E27FC236}">
                <a16:creationId xmlns:a16="http://schemas.microsoft.com/office/drawing/2014/main" id="{6D336978-CBA6-0D37-6C9B-C4C05F4005E7}"/>
              </a:ext>
            </a:extLst>
          </p:cNvPr>
          <p:cNvSpPr>
            <a:spLocks noChangeArrowheads="1"/>
          </p:cNvSpPr>
          <p:nvPr/>
        </p:nvSpPr>
        <p:spPr bwMode="auto">
          <a:xfrm>
            <a:off x="5029200" y="5105400"/>
            <a:ext cx="3810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dirty="0"/>
              <a:t>FIGURE 1-3  </a:t>
            </a:r>
            <a:r>
              <a:rPr lang="en-US" altLang="en-US" sz="1800" dirty="0"/>
              <a:t>Evolutionary model</a:t>
            </a:r>
          </a:p>
        </p:txBody>
      </p:sp>
      <p:sp>
        <p:nvSpPr>
          <p:cNvPr id="29704" name="Rectangle 10">
            <a:extLst>
              <a:ext uri="{FF2B5EF4-FFF2-40B4-BE49-F238E27FC236}">
                <a16:creationId xmlns:a16="http://schemas.microsoft.com/office/drawing/2014/main" id="{361026C8-C329-65D4-10FA-8471E37C38BA}"/>
              </a:ext>
            </a:extLst>
          </p:cNvPr>
          <p:cNvSpPr>
            <a:spLocks noChangeArrowheads="1"/>
          </p:cNvSpPr>
          <p:nvPr/>
        </p:nvSpPr>
        <p:spPr bwMode="auto">
          <a:xfrm>
            <a:off x="381000" y="5257800"/>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FIGURE 1-2</a:t>
            </a:r>
          </a:p>
          <a:p>
            <a:pPr eaLnBrk="1" hangingPunct="1">
              <a:spcBef>
                <a:spcPct val="0"/>
              </a:spcBef>
              <a:buClrTx/>
              <a:buSzTx/>
              <a:buFontTx/>
              <a:buNone/>
            </a:pPr>
            <a:r>
              <a:rPr lang="en-US" altLang="en-US" sz="1800"/>
              <a:t>The systems development life cycle</a:t>
            </a: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12A024CE-478C-84C2-0BEE-B370C060C8E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31746" name="Slide Number Placeholder 4">
            <a:extLst>
              <a:ext uri="{FF2B5EF4-FFF2-40B4-BE49-F238E27FC236}">
                <a16:creationId xmlns:a16="http://schemas.microsoft.com/office/drawing/2014/main" id="{166365C4-8673-94E8-7FBE-8233D9D90EF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8CF9042-0543-5340-A66A-3E8255BD412E}" type="slidenum">
              <a:rPr lang="en-US" altLang="en-US" sz="1200" smtClean="0">
                <a:latin typeface="Arial Black" panose="020B0604020202020204" pitchFamily="34" charset="0"/>
              </a:rPr>
              <a:pPr>
                <a:spcBef>
                  <a:spcPct val="0"/>
                </a:spcBef>
                <a:buClrTx/>
                <a:buSzTx/>
                <a:buFontTx/>
                <a:buNone/>
              </a:pPr>
              <a:t>11</a:t>
            </a:fld>
            <a:endParaRPr lang="en-US" altLang="en-US" sz="1200">
              <a:latin typeface="Arial Black" panose="020B0604020202020204" pitchFamily="34" charset="0"/>
            </a:endParaRPr>
          </a:p>
        </p:txBody>
      </p:sp>
      <p:sp>
        <p:nvSpPr>
          <p:cNvPr id="31747" name="Date Placeholder 5">
            <a:extLst>
              <a:ext uri="{FF2B5EF4-FFF2-40B4-BE49-F238E27FC236}">
                <a16:creationId xmlns:a16="http://schemas.microsoft.com/office/drawing/2014/main" id="{41CE78FD-D0BF-E7CD-659C-BB7AE988253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31748" name="Rectangle 2">
            <a:extLst>
              <a:ext uri="{FF2B5EF4-FFF2-40B4-BE49-F238E27FC236}">
                <a16:creationId xmlns:a16="http://schemas.microsoft.com/office/drawing/2014/main" id="{B681F5DB-4F03-B81B-4AC1-4677F33ADE54}"/>
              </a:ext>
            </a:extLst>
          </p:cNvPr>
          <p:cNvSpPr>
            <a:spLocks noGrp="1" noChangeArrowheads="1"/>
          </p:cNvSpPr>
          <p:nvPr>
            <p:ph type="title"/>
          </p:nvPr>
        </p:nvSpPr>
        <p:spPr/>
        <p:txBody>
          <a:bodyPr/>
          <a:lstStyle/>
          <a:p>
            <a:pPr eaLnBrk="1" hangingPunct="1"/>
            <a:r>
              <a:rPr lang="en-US" altLang="en-US" sz="4000"/>
              <a:t>Systems Development Life Cycle (SDLC) (Cont.)</a:t>
            </a:r>
          </a:p>
        </p:txBody>
      </p:sp>
      <p:sp>
        <p:nvSpPr>
          <p:cNvPr id="31749" name="Rectangle 3">
            <a:extLst>
              <a:ext uri="{FF2B5EF4-FFF2-40B4-BE49-F238E27FC236}">
                <a16:creationId xmlns:a16="http://schemas.microsoft.com/office/drawing/2014/main" id="{9F347D7F-09E8-F3E2-4319-353D74F0879A}"/>
              </a:ext>
            </a:extLst>
          </p:cNvPr>
          <p:cNvSpPr>
            <a:spLocks noGrp="1" noChangeArrowheads="1"/>
          </p:cNvSpPr>
          <p:nvPr>
            <p:ph type="body" idx="1"/>
          </p:nvPr>
        </p:nvSpPr>
        <p:spPr/>
        <p:txBody>
          <a:bodyPr/>
          <a:lstStyle/>
          <a:p>
            <a:pPr eaLnBrk="1" hangingPunct="1"/>
            <a:r>
              <a:rPr lang="en-US" altLang="en-US" b="1"/>
              <a:t>Planning</a:t>
            </a:r>
            <a:r>
              <a:rPr lang="en-US" altLang="en-US"/>
              <a:t> – an organization’s total information system needs are identified, analyzed, prioritized, and arranged</a:t>
            </a:r>
          </a:p>
          <a:p>
            <a:pPr eaLnBrk="1" hangingPunct="1"/>
            <a:r>
              <a:rPr lang="en-US" altLang="en-US" b="1"/>
              <a:t>Analysis</a:t>
            </a:r>
            <a:r>
              <a:rPr lang="en-US" altLang="en-US"/>
              <a:t> – system requirements are studied and structured: two phases:</a:t>
            </a:r>
          </a:p>
          <a:p>
            <a:pPr lvl="1" eaLnBrk="1" hangingPunct="1"/>
            <a:r>
              <a:rPr lang="en-US" altLang="en-US"/>
              <a:t>Requirements determination</a:t>
            </a:r>
          </a:p>
          <a:p>
            <a:pPr lvl="1" eaLnBrk="1" hangingPunct="1"/>
            <a:r>
              <a:rPr lang="en-US" altLang="en-US"/>
              <a:t>Study requirements and remove redundant</a:t>
            </a:r>
          </a:p>
          <a:p>
            <a:pPr lvl="1" eaLnBrk="1" hangingPunct="1"/>
            <a:endParaRPr lang="en-US" altLang="en-US"/>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77B4F05B-A35C-09AF-B855-B0C8275D072E}"/>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33794" name="Slide Number Placeholder 4">
            <a:extLst>
              <a:ext uri="{FF2B5EF4-FFF2-40B4-BE49-F238E27FC236}">
                <a16:creationId xmlns:a16="http://schemas.microsoft.com/office/drawing/2014/main" id="{6AD2030A-351A-0AE6-85FF-7BEE615603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B424DFA2-00AA-974C-A673-C1427A6314DE}" type="slidenum">
              <a:rPr lang="en-US" altLang="en-US" sz="1200" smtClean="0">
                <a:latin typeface="Arial Black" panose="020B0604020202020204" pitchFamily="34" charset="0"/>
              </a:rPr>
              <a:pPr>
                <a:spcBef>
                  <a:spcPct val="0"/>
                </a:spcBef>
                <a:buClrTx/>
                <a:buSzTx/>
                <a:buFontTx/>
                <a:buNone/>
              </a:pPr>
              <a:t>12</a:t>
            </a:fld>
            <a:endParaRPr lang="en-US" altLang="en-US" sz="1200">
              <a:latin typeface="Arial Black" panose="020B0604020202020204" pitchFamily="34" charset="0"/>
            </a:endParaRPr>
          </a:p>
        </p:txBody>
      </p:sp>
      <p:sp>
        <p:nvSpPr>
          <p:cNvPr id="33795" name="Date Placeholder 5">
            <a:extLst>
              <a:ext uri="{FF2B5EF4-FFF2-40B4-BE49-F238E27FC236}">
                <a16:creationId xmlns:a16="http://schemas.microsoft.com/office/drawing/2014/main" id="{ED95D3EE-A395-F3E2-7CDC-B64100E39A9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33796" name="Rectangle 2">
            <a:extLst>
              <a:ext uri="{FF2B5EF4-FFF2-40B4-BE49-F238E27FC236}">
                <a16:creationId xmlns:a16="http://schemas.microsoft.com/office/drawing/2014/main" id="{521EB272-6E2E-2498-6C4A-D7E975F0BB2C}"/>
              </a:ext>
            </a:extLst>
          </p:cNvPr>
          <p:cNvSpPr>
            <a:spLocks noGrp="1" noChangeArrowheads="1"/>
          </p:cNvSpPr>
          <p:nvPr>
            <p:ph type="title"/>
          </p:nvPr>
        </p:nvSpPr>
        <p:spPr/>
        <p:txBody>
          <a:bodyPr/>
          <a:lstStyle/>
          <a:p>
            <a:pPr eaLnBrk="1" hangingPunct="1"/>
            <a:r>
              <a:rPr lang="en-US" altLang="en-US" sz="4000"/>
              <a:t>Systems Development Life Cycle (SDLC) (Cont.)</a:t>
            </a:r>
          </a:p>
        </p:txBody>
      </p:sp>
      <p:sp>
        <p:nvSpPr>
          <p:cNvPr id="33797" name="Rectangle 3">
            <a:extLst>
              <a:ext uri="{FF2B5EF4-FFF2-40B4-BE49-F238E27FC236}">
                <a16:creationId xmlns:a16="http://schemas.microsoft.com/office/drawing/2014/main" id="{E82BA680-E563-F130-69C0-FDDF8BA46E00}"/>
              </a:ext>
            </a:extLst>
          </p:cNvPr>
          <p:cNvSpPr>
            <a:spLocks noGrp="1" noChangeArrowheads="1"/>
          </p:cNvSpPr>
          <p:nvPr>
            <p:ph type="body" idx="1"/>
          </p:nvPr>
        </p:nvSpPr>
        <p:spPr/>
        <p:txBody>
          <a:bodyPr/>
          <a:lstStyle/>
          <a:p>
            <a:pPr eaLnBrk="1" hangingPunct="1">
              <a:lnSpc>
                <a:spcPct val="90000"/>
              </a:lnSpc>
            </a:pPr>
            <a:r>
              <a:rPr lang="en-US" altLang="en-US" b="1"/>
              <a:t>Design</a:t>
            </a:r>
            <a:r>
              <a:rPr lang="en-US" altLang="en-US"/>
              <a:t> – a description of the recommended solution is converted into logical and then physical system specifications</a:t>
            </a:r>
          </a:p>
          <a:p>
            <a:pPr lvl="1" eaLnBrk="1" hangingPunct="1">
              <a:lnSpc>
                <a:spcPct val="90000"/>
              </a:lnSpc>
            </a:pPr>
            <a:r>
              <a:rPr lang="en-US" altLang="en-US" b="1"/>
              <a:t>Logical design</a:t>
            </a:r>
            <a:r>
              <a:rPr lang="en-US" altLang="en-US"/>
              <a:t> – </a:t>
            </a:r>
            <a:r>
              <a:rPr lang="en-US" altLang="en-US" u="sng"/>
              <a:t>all functional features of the system chosen for development in analysis </a:t>
            </a:r>
            <a:r>
              <a:rPr lang="en-US" altLang="en-US">
                <a:solidFill>
                  <a:srgbClr val="0070C0"/>
                </a:solidFill>
              </a:rPr>
              <a:t>are described </a:t>
            </a:r>
            <a:r>
              <a:rPr lang="en-US" altLang="en-US"/>
              <a:t>independently of any computer platform</a:t>
            </a:r>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A119BCCD-EDF2-87DA-5AD8-1246DE4F4679}"/>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35842" name="Slide Number Placeholder 4">
            <a:extLst>
              <a:ext uri="{FF2B5EF4-FFF2-40B4-BE49-F238E27FC236}">
                <a16:creationId xmlns:a16="http://schemas.microsoft.com/office/drawing/2014/main" id="{7EFA1558-4379-4B48-2324-AE3F6A7498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4328846-E3D4-D643-ACB1-0DDD244D9B9B}" type="slidenum">
              <a:rPr lang="en-US" altLang="en-US" sz="1200" smtClean="0">
                <a:latin typeface="Arial Black" panose="020B0604020202020204" pitchFamily="34" charset="0"/>
              </a:rPr>
              <a:pPr>
                <a:spcBef>
                  <a:spcPct val="0"/>
                </a:spcBef>
                <a:buClrTx/>
                <a:buSzTx/>
                <a:buFontTx/>
                <a:buNone/>
              </a:pPr>
              <a:t>13</a:t>
            </a:fld>
            <a:endParaRPr lang="en-US" altLang="en-US" sz="1200">
              <a:latin typeface="Arial Black" panose="020B0604020202020204" pitchFamily="34" charset="0"/>
            </a:endParaRPr>
          </a:p>
        </p:txBody>
      </p:sp>
      <p:sp>
        <p:nvSpPr>
          <p:cNvPr id="35843" name="Date Placeholder 5">
            <a:extLst>
              <a:ext uri="{FF2B5EF4-FFF2-40B4-BE49-F238E27FC236}">
                <a16:creationId xmlns:a16="http://schemas.microsoft.com/office/drawing/2014/main" id="{F7301C46-3855-73FE-26F6-11074F3B2B3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35844" name="Rectangle 2">
            <a:extLst>
              <a:ext uri="{FF2B5EF4-FFF2-40B4-BE49-F238E27FC236}">
                <a16:creationId xmlns:a16="http://schemas.microsoft.com/office/drawing/2014/main" id="{9C30FC76-BCE0-D51B-A738-EB6791F0DADB}"/>
              </a:ext>
            </a:extLst>
          </p:cNvPr>
          <p:cNvSpPr>
            <a:spLocks noGrp="1" noChangeArrowheads="1"/>
          </p:cNvSpPr>
          <p:nvPr>
            <p:ph type="title"/>
          </p:nvPr>
        </p:nvSpPr>
        <p:spPr/>
        <p:txBody>
          <a:bodyPr/>
          <a:lstStyle/>
          <a:p>
            <a:pPr eaLnBrk="1" hangingPunct="1"/>
            <a:r>
              <a:rPr lang="en-US" altLang="en-US" sz="4000"/>
              <a:t>Systems Development Life Cycle (SDLC) (Cont.)</a:t>
            </a:r>
          </a:p>
        </p:txBody>
      </p:sp>
      <p:sp>
        <p:nvSpPr>
          <p:cNvPr id="35845" name="Rectangle 3">
            <a:extLst>
              <a:ext uri="{FF2B5EF4-FFF2-40B4-BE49-F238E27FC236}">
                <a16:creationId xmlns:a16="http://schemas.microsoft.com/office/drawing/2014/main" id="{2067A70C-8D4A-830B-8EDB-6BF4D09D91FC}"/>
              </a:ext>
            </a:extLst>
          </p:cNvPr>
          <p:cNvSpPr>
            <a:spLocks noGrp="1" noChangeArrowheads="1"/>
          </p:cNvSpPr>
          <p:nvPr>
            <p:ph type="body" idx="1"/>
          </p:nvPr>
        </p:nvSpPr>
        <p:spPr/>
        <p:txBody>
          <a:bodyPr/>
          <a:lstStyle/>
          <a:p>
            <a:pPr lvl="1" eaLnBrk="1" hangingPunct="1"/>
            <a:r>
              <a:rPr lang="en-US" altLang="en-US" b="1"/>
              <a:t>Physical design</a:t>
            </a:r>
            <a:r>
              <a:rPr lang="en-US" altLang="en-US"/>
              <a:t> – the logical specifications of the system from logical design are </a:t>
            </a:r>
            <a:r>
              <a:rPr lang="en-US" altLang="en-US">
                <a:solidFill>
                  <a:srgbClr val="0070C0"/>
                </a:solidFill>
              </a:rPr>
              <a:t>transformed into the technology-specific details from which all programming and system construction can be accomplished</a:t>
            </a: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2F1A340F-F083-E76A-1E8A-A58EA181408B}"/>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37890" name="Slide Number Placeholder 4">
            <a:extLst>
              <a:ext uri="{FF2B5EF4-FFF2-40B4-BE49-F238E27FC236}">
                <a16:creationId xmlns:a16="http://schemas.microsoft.com/office/drawing/2014/main" id="{5F398F0D-ED3C-EA48-0F1C-E1AD3AF0140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93297E7-4690-9742-8602-078C76D449CF}" type="slidenum">
              <a:rPr lang="en-US" altLang="en-US" sz="1200" smtClean="0">
                <a:latin typeface="Arial Black" panose="020B0604020202020204" pitchFamily="34" charset="0"/>
              </a:rPr>
              <a:pPr>
                <a:spcBef>
                  <a:spcPct val="0"/>
                </a:spcBef>
                <a:buClrTx/>
                <a:buSzTx/>
                <a:buFontTx/>
                <a:buNone/>
              </a:pPr>
              <a:t>14</a:t>
            </a:fld>
            <a:endParaRPr lang="en-US" altLang="en-US" sz="1200">
              <a:latin typeface="Arial Black" panose="020B0604020202020204" pitchFamily="34" charset="0"/>
            </a:endParaRPr>
          </a:p>
        </p:txBody>
      </p:sp>
      <p:sp>
        <p:nvSpPr>
          <p:cNvPr id="37891" name="Date Placeholder 5">
            <a:extLst>
              <a:ext uri="{FF2B5EF4-FFF2-40B4-BE49-F238E27FC236}">
                <a16:creationId xmlns:a16="http://schemas.microsoft.com/office/drawing/2014/main" id="{0AD2BB72-4BE8-BBDD-2362-52669160995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37892" name="Rectangle 2">
            <a:extLst>
              <a:ext uri="{FF2B5EF4-FFF2-40B4-BE49-F238E27FC236}">
                <a16:creationId xmlns:a16="http://schemas.microsoft.com/office/drawing/2014/main" id="{BCA9D11D-83E5-460D-6212-A252C6E28017}"/>
              </a:ext>
            </a:extLst>
          </p:cNvPr>
          <p:cNvSpPr>
            <a:spLocks noGrp="1" noChangeArrowheads="1"/>
          </p:cNvSpPr>
          <p:nvPr>
            <p:ph type="title"/>
          </p:nvPr>
        </p:nvSpPr>
        <p:spPr/>
        <p:txBody>
          <a:bodyPr/>
          <a:lstStyle/>
          <a:p>
            <a:pPr eaLnBrk="1" hangingPunct="1"/>
            <a:r>
              <a:rPr lang="en-US" altLang="en-US" sz="4000"/>
              <a:t>Systems Development Life Cycle (SDLC) (Cont.)</a:t>
            </a:r>
          </a:p>
        </p:txBody>
      </p:sp>
      <p:sp>
        <p:nvSpPr>
          <p:cNvPr id="37893" name="Rectangle 3">
            <a:extLst>
              <a:ext uri="{FF2B5EF4-FFF2-40B4-BE49-F238E27FC236}">
                <a16:creationId xmlns:a16="http://schemas.microsoft.com/office/drawing/2014/main" id="{A1D508A8-4A19-DC1D-10A5-725F6BF373E5}"/>
              </a:ext>
            </a:extLst>
          </p:cNvPr>
          <p:cNvSpPr>
            <a:spLocks noGrp="1" noChangeArrowheads="1"/>
          </p:cNvSpPr>
          <p:nvPr>
            <p:ph type="body" idx="1"/>
          </p:nvPr>
        </p:nvSpPr>
        <p:spPr/>
        <p:txBody>
          <a:bodyPr/>
          <a:lstStyle/>
          <a:p>
            <a:pPr eaLnBrk="1" hangingPunct="1"/>
            <a:r>
              <a:rPr lang="en-US" altLang="en-US" b="1"/>
              <a:t>Implementation</a:t>
            </a:r>
            <a:r>
              <a:rPr lang="en-US" altLang="en-US"/>
              <a:t> – the information system is coded, tested, installed and supported in the organization</a:t>
            </a:r>
          </a:p>
          <a:p>
            <a:pPr eaLnBrk="1" hangingPunct="1"/>
            <a:r>
              <a:rPr lang="en-US" altLang="en-US" b="1"/>
              <a:t>Maintenance</a:t>
            </a:r>
            <a:r>
              <a:rPr lang="en-US" altLang="en-US"/>
              <a:t> – an information system is systematically repaired and improved</a:t>
            </a:r>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7F375D5-6585-75D2-F79D-66B75681C98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39938" name="Slide Number Placeholder 2">
            <a:extLst>
              <a:ext uri="{FF2B5EF4-FFF2-40B4-BE49-F238E27FC236}">
                <a16:creationId xmlns:a16="http://schemas.microsoft.com/office/drawing/2014/main" id="{736BC8F6-9EC6-9382-77DF-9F3F706D836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A9C2911-116F-AB41-AF2E-0211D693DD70}" type="slidenum">
              <a:rPr lang="en-US" altLang="en-US" sz="1200" smtClean="0">
                <a:latin typeface="Arial Black" panose="020B0604020202020204" pitchFamily="34" charset="0"/>
              </a:rPr>
              <a:pPr>
                <a:spcBef>
                  <a:spcPct val="0"/>
                </a:spcBef>
                <a:buClrTx/>
                <a:buSzTx/>
                <a:buFontTx/>
                <a:buNone/>
              </a:pPr>
              <a:t>15</a:t>
            </a:fld>
            <a:endParaRPr lang="en-US" altLang="en-US" sz="1200">
              <a:latin typeface="Arial Black" panose="020B0604020202020204" pitchFamily="34" charset="0"/>
            </a:endParaRPr>
          </a:p>
        </p:txBody>
      </p:sp>
      <p:sp>
        <p:nvSpPr>
          <p:cNvPr id="39939" name="Date Placeholder 3">
            <a:extLst>
              <a:ext uri="{FF2B5EF4-FFF2-40B4-BE49-F238E27FC236}">
                <a16:creationId xmlns:a16="http://schemas.microsoft.com/office/drawing/2014/main" id="{E1A1E911-5C38-5DD5-53E8-0296006E53C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pic>
        <p:nvPicPr>
          <p:cNvPr id="39940" name="Picture 6" descr="Noname.jpg">
            <a:extLst>
              <a:ext uri="{FF2B5EF4-FFF2-40B4-BE49-F238E27FC236}">
                <a16:creationId xmlns:a16="http://schemas.microsoft.com/office/drawing/2014/main" id="{6563966F-6DBA-1826-EC35-DDECD609E1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38213"/>
            <a:ext cx="76200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9CC61C32-7FEF-EAAB-8214-36385F370F9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41986" name="Slide Number Placeholder 3">
            <a:extLst>
              <a:ext uri="{FF2B5EF4-FFF2-40B4-BE49-F238E27FC236}">
                <a16:creationId xmlns:a16="http://schemas.microsoft.com/office/drawing/2014/main" id="{A11F480B-F118-7ACB-7929-245CBB89397C}"/>
              </a:ext>
            </a:extLst>
          </p:cNvPr>
          <p:cNvSpPr>
            <a:spLocks noGrp="1"/>
          </p:cNvSpPr>
          <p:nvPr>
            <p:ph type="sldNum" sz="quarter" idx="11"/>
          </p:nvPr>
        </p:nvSpPr>
        <p:spPr>
          <a:xfrm>
            <a:off x="5257800" y="1400175"/>
            <a:ext cx="3810000" cy="5810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lgn="l">
              <a:spcBef>
                <a:spcPct val="0"/>
              </a:spcBef>
              <a:buClrTx/>
              <a:buSzTx/>
              <a:buFontTx/>
              <a:buNone/>
            </a:pPr>
            <a:r>
              <a:rPr lang="en-US" altLang="en-US" sz="1600" b="1"/>
              <a:t>FIGURE 1-8</a:t>
            </a:r>
          </a:p>
          <a:p>
            <a:pPr algn="l">
              <a:spcBef>
                <a:spcPct val="0"/>
              </a:spcBef>
              <a:buClrTx/>
              <a:buSzTx/>
              <a:buFontTx/>
              <a:buNone/>
            </a:pPr>
            <a:r>
              <a:rPr lang="en-US" altLang="en-US" sz="1600"/>
              <a:t>The heart of systems development</a:t>
            </a:r>
          </a:p>
        </p:txBody>
      </p:sp>
      <p:sp>
        <p:nvSpPr>
          <p:cNvPr id="41987" name="Date Placeholder 4">
            <a:extLst>
              <a:ext uri="{FF2B5EF4-FFF2-40B4-BE49-F238E27FC236}">
                <a16:creationId xmlns:a16="http://schemas.microsoft.com/office/drawing/2014/main" id="{F29F9909-C66B-B76B-1B6F-02B5A8E5FD8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41988" name="Rectangle 2">
            <a:extLst>
              <a:ext uri="{FF2B5EF4-FFF2-40B4-BE49-F238E27FC236}">
                <a16:creationId xmlns:a16="http://schemas.microsoft.com/office/drawing/2014/main" id="{5A3D71EA-F88E-91ED-B69C-8C2BC8856273}"/>
              </a:ext>
            </a:extLst>
          </p:cNvPr>
          <p:cNvSpPr>
            <a:spLocks noGrp="1" noChangeArrowheads="1"/>
          </p:cNvSpPr>
          <p:nvPr>
            <p:ph type="title"/>
          </p:nvPr>
        </p:nvSpPr>
        <p:spPr>
          <a:xfrm>
            <a:off x="76200" y="457200"/>
            <a:ext cx="8991600" cy="838200"/>
          </a:xfrm>
        </p:spPr>
        <p:txBody>
          <a:bodyPr/>
          <a:lstStyle/>
          <a:p>
            <a:pPr eaLnBrk="1" hangingPunct="1"/>
            <a:r>
              <a:rPr lang="en-US" altLang="en-US" sz="3200"/>
              <a:t>The Heart of the Systems Development Process</a:t>
            </a:r>
          </a:p>
        </p:txBody>
      </p:sp>
      <p:sp>
        <p:nvSpPr>
          <p:cNvPr id="41989" name="Text Box 6">
            <a:extLst>
              <a:ext uri="{FF2B5EF4-FFF2-40B4-BE49-F238E27FC236}">
                <a16:creationId xmlns:a16="http://schemas.microsoft.com/office/drawing/2014/main" id="{B1E1C177-5E25-7955-3A13-0AF9A2A80D7C}"/>
              </a:ext>
            </a:extLst>
          </p:cNvPr>
          <p:cNvSpPr txBox="1">
            <a:spLocks noChangeArrowheads="1"/>
          </p:cNvSpPr>
          <p:nvPr/>
        </p:nvSpPr>
        <p:spPr bwMode="auto">
          <a:xfrm>
            <a:off x="914400" y="5622925"/>
            <a:ext cx="7467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Clr>
                <a:schemeClr val="hlink"/>
              </a:buClr>
              <a:buSzPct val="110000"/>
              <a:buFont typeface="Wingdings" pitchFamily="2" charset="2"/>
              <a:buNone/>
            </a:pPr>
            <a:r>
              <a:rPr lang="en-US" altLang="en-US" sz="2000"/>
              <a:t>Current practice combines analysis, design, and implementation into a single iterative and parallel process of activities.</a:t>
            </a:r>
          </a:p>
        </p:txBody>
      </p:sp>
      <p:pic>
        <p:nvPicPr>
          <p:cNvPr id="41990" name="Picture 8" descr="Noname.jpg">
            <a:extLst>
              <a:ext uri="{FF2B5EF4-FFF2-40B4-BE49-F238E27FC236}">
                <a16:creationId xmlns:a16="http://schemas.microsoft.com/office/drawing/2014/main" id="{8A9D1BD3-1B4E-BEDB-64E5-7003E11A4B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150" y="1828800"/>
            <a:ext cx="4438650" cy="342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1" name="Rectangle 9">
            <a:extLst>
              <a:ext uri="{FF2B5EF4-FFF2-40B4-BE49-F238E27FC236}">
                <a16:creationId xmlns:a16="http://schemas.microsoft.com/office/drawing/2014/main" id="{3F3D1699-0049-B8BB-4BB3-E1577F813760}"/>
              </a:ext>
            </a:extLst>
          </p:cNvPr>
          <p:cNvSpPr>
            <a:spLocks noChangeArrowheads="1"/>
          </p:cNvSpPr>
          <p:nvPr/>
        </p:nvSpPr>
        <p:spPr bwMode="auto">
          <a:xfrm>
            <a:off x="228600" y="1320800"/>
            <a:ext cx="3657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600" b="1"/>
              <a:t>FIGURE 1-7</a:t>
            </a:r>
          </a:p>
          <a:p>
            <a:pPr eaLnBrk="1" hangingPunct="1">
              <a:spcBef>
                <a:spcPct val="0"/>
              </a:spcBef>
              <a:buClrTx/>
              <a:buSzTx/>
              <a:buFontTx/>
              <a:buNone/>
            </a:pPr>
            <a:r>
              <a:rPr lang="en-US" altLang="en-US" sz="1600"/>
              <a:t>The analysis–design–code–test loop</a:t>
            </a:r>
          </a:p>
        </p:txBody>
      </p:sp>
      <p:pic>
        <p:nvPicPr>
          <p:cNvPr id="41992" name="Picture 10" descr="Noname.jpg">
            <a:extLst>
              <a:ext uri="{FF2B5EF4-FFF2-40B4-BE49-F238E27FC236}">
                <a16:creationId xmlns:a16="http://schemas.microsoft.com/office/drawing/2014/main" id="{CE3FB402-73B4-A9B4-91C2-385AC3C91A0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65638" y="1981200"/>
            <a:ext cx="4602162"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E1913379-F92B-8F3D-CE5B-C9D011AA3886}"/>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64514" name="Slide Number Placeholder 4">
            <a:extLst>
              <a:ext uri="{FF2B5EF4-FFF2-40B4-BE49-F238E27FC236}">
                <a16:creationId xmlns:a16="http://schemas.microsoft.com/office/drawing/2014/main" id="{3FF4196D-7DE7-D08F-6024-7109F2738B7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9485927-667C-E147-8B6C-4AC72E03D7CC}" type="slidenum">
              <a:rPr lang="en-US" altLang="en-US" sz="1200" smtClean="0">
                <a:latin typeface="Arial Black" panose="020B0604020202020204" pitchFamily="34" charset="0"/>
              </a:rPr>
              <a:pPr>
                <a:spcBef>
                  <a:spcPct val="0"/>
                </a:spcBef>
                <a:buClrTx/>
                <a:buSzTx/>
                <a:buFontTx/>
                <a:buNone/>
              </a:pPr>
              <a:t>17</a:t>
            </a:fld>
            <a:endParaRPr lang="en-US" altLang="en-US" sz="1200">
              <a:latin typeface="Arial Black" panose="020B0604020202020204" pitchFamily="34" charset="0"/>
            </a:endParaRPr>
          </a:p>
        </p:txBody>
      </p:sp>
      <p:sp>
        <p:nvSpPr>
          <p:cNvPr id="64515" name="Date Placeholder 5">
            <a:extLst>
              <a:ext uri="{FF2B5EF4-FFF2-40B4-BE49-F238E27FC236}">
                <a16:creationId xmlns:a16="http://schemas.microsoft.com/office/drawing/2014/main" id="{C054CB76-97C0-766E-2C16-DE5A4782B99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64516" name="Rectangle 2">
            <a:extLst>
              <a:ext uri="{FF2B5EF4-FFF2-40B4-BE49-F238E27FC236}">
                <a16:creationId xmlns:a16="http://schemas.microsoft.com/office/drawing/2014/main" id="{EFF764F2-35D5-4CD7-AFB8-141C799F2BA3}"/>
              </a:ext>
            </a:extLst>
          </p:cNvPr>
          <p:cNvSpPr>
            <a:spLocks noGrp="1" noChangeArrowheads="1"/>
          </p:cNvSpPr>
          <p:nvPr>
            <p:ph type="title"/>
          </p:nvPr>
        </p:nvSpPr>
        <p:spPr/>
        <p:txBody>
          <a:bodyPr/>
          <a:lstStyle/>
          <a:p>
            <a:pPr eaLnBrk="1" hangingPunct="1"/>
            <a:r>
              <a:rPr lang="en-US" altLang="en-US" sz="4000"/>
              <a:t>Computer-Aided Software Engineering (CASE) Tools</a:t>
            </a:r>
          </a:p>
        </p:txBody>
      </p:sp>
      <p:sp>
        <p:nvSpPr>
          <p:cNvPr id="64517" name="Rectangle 3">
            <a:extLst>
              <a:ext uri="{FF2B5EF4-FFF2-40B4-BE49-F238E27FC236}">
                <a16:creationId xmlns:a16="http://schemas.microsoft.com/office/drawing/2014/main" id="{36BE455C-A5A3-1842-3196-7AC5C0EF02E0}"/>
              </a:ext>
            </a:extLst>
          </p:cNvPr>
          <p:cNvSpPr>
            <a:spLocks noGrp="1" noChangeArrowheads="1"/>
          </p:cNvSpPr>
          <p:nvPr>
            <p:ph type="body" idx="1"/>
          </p:nvPr>
        </p:nvSpPr>
        <p:spPr/>
        <p:txBody>
          <a:bodyPr/>
          <a:lstStyle/>
          <a:p>
            <a:pPr eaLnBrk="1" hangingPunct="1">
              <a:lnSpc>
                <a:spcPct val="90000"/>
              </a:lnSpc>
            </a:pPr>
            <a:r>
              <a:rPr lang="en-US" altLang="en-US" dirty="0"/>
              <a:t>Software package that provides support for the design and implementation of information systems.</a:t>
            </a:r>
          </a:p>
          <a:p>
            <a:pPr eaLnBrk="1" hangingPunct="1">
              <a:lnSpc>
                <a:spcPct val="90000"/>
              </a:lnSpc>
            </a:pPr>
            <a:r>
              <a:rPr lang="en-US" altLang="en-US" dirty="0"/>
              <a:t>Diagramming tools enable graphical representation.</a:t>
            </a:r>
          </a:p>
          <a:p>
            <a:pPr eaLnBrk="1" hangingPunct="1">
              <a:lnSpc>
                <a:spcPct val="90000"/>
              </a:lnSpc>
            </a:pPr>
            <a:r>
              <a:rPr lang="en-US" altLang="en-US" dirty="0"/>
              <a:t>Computer displays and report generators help prototype how systems “look and feel”.</a:t>
            </a:r>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027F3225-47DE-90C1-9E0D-98288712F3F6}"/>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66562" name="Slide Number Placeholder 4">
            <a:extLst>
              <a:ext uri="{FF2B5EF4-FFF2-40B4-BE49-F238E27FC236}">
                <a16:creationId xmlns:a16="http://schemas.microsoft.com/office/drawing/2014/main" id="{C2F5EB04-9D8F-9FD6-0F29-F8880502E97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0ADE70E-3ACD-0140-9709-F3E6EF390CB0}" type="slidenum">
              <a:rPr lang="en-US" altLang="en-US" sz="1200" smtClean="0">
                <a:latin typeface="Arial Black" panose="020B0604020202020204" pitchFamily="34" charset="0"/>
              </a:rPr>
              <a:pPr>
                <a:spcBef>
                  <a:spcPct val="0"/>
                </a:spcBef>
                <a:buClrTx/>
                <a:buSzTx/>
                <a:buFontTx/>
                <a:buNone/>
              </a:pPr>
              <a:t>18</a:t>
            </a:fld>
            <a:endParaRPr lang="en-US" altLang="en-US" sz="1200">
              <a:latin typeface="Arial Black" panose="020B0604020202020204" pitchFamily="34" charset="0"/>
            </a:endParaRPr>
          </a:p>
        </p:txBody>
      </p:sp>
      <p:sp>
        <p:nvSpPr>
          <p:cNvPr id="66563" name="Date Placeholder 5">
            <a:extLst>
              <a:ext uri="{FF2B5EF4-FFF2-40B4-BE49-F238E27FC236}">
                <a16:creationId xmlns:a16="http://schemas.microsoft.com/office/drawing/2014/main" id="{23408101-FAF6-E120-DBF1-6F9E8B3B9D9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66564" name="Rectangle 2">
            <a:extLst>
              <a:ext uri="{FF2B5EF4-FFF2-40B4-BE49-F238E27FC236}">
                <a16:creationId xmlns:a16="http://schemas.microsoft.com/office/drawing/2014/main" id="{88696146-1C1C-1E93-E11D-6940B0DEB351}"/>
              </a:ext>
            </a:extLst>
          </p:cNvPr>
          <p:cNvSpPr>
            <a:spLocks noGrp="1" noChangeArrowheads="1"/>
          </p:cNvSpPr>
          <p:nvPr>
            <p:ph type="title"/>
          </p:nvPr>
        </p:nvSpPr>
        <p:spPr/>
        <p:txBody>
          <a:bodyPr/>
          <a:lstStyle/>
          <a:p>
            <a:pPr eaLnBrk="1" hangingPunct="1"/>
            <a:r>
              <a:rPr lang="en-US" altLang="en-US" sz="4000" dirty="0"/>
              <a:t>Computer-Aided Software Engineering (CASE) Tools (Cont.)</a:t>
            </a:r>
          </a:p>
        </p:txBody>
      </p:sp>
      <p:sp>
        <p:nvSpPr>
          <p:cNvPr id="66565" name="Rectangle 3">
            <a:extLst>
              <a:ext uri="{FF2B5EF4-FFF2-40B4-BE49-F238E27FC236}">
                <a16:creationId xmlns:a16="http://schemas.microsoft.com/office/drawing/2014/main" id="{E7085F9E-64E9-C250-142D-FA5C2B3CB8C3}"/>
              </a:ext>
            </a:extLst>
          </p:cNvPr>
          <p:cNvSpPr>
            <a:spLocks noGrp="1" noChangeArrowheads="1"/>
          </p:cNvSpPr>
          <p:nvPr>
            <p:ph type="body" idx="1"/>
          </p:nvPr>
        </p:nvSpPr>
        <p:spPr>
          <a:xfrm>
            <a:off x="457200" y="1981200"/>
            <a:ext cx="8229600" cy="4343400"/>
          </a:xfrm>
        </p:spPr>
        <p:txBody>
          <a:bodyPr/>
          <a:lstStyle/>
          <a:p>
            <a:pPr eaLnBrk="1" hangingPunct="1">
              <a:lnSpc>
                <a:spcPct val="80000"/>
              </a:lnSpc>
            </a:pPr>
            <a:r>
              <a:rPr lang="en-US" altLang="en-US" sz="2400" dirty="0"/>
              <a:t>Analysis tools automatically check for consistency in diagrams, forms, and reports.</a:t>
            </a:r>
          </a:p>
          <a:p>
            <a:pPr eaLnBrk="1" hangingPunct="1">
              <a:lnSpc>
                <a:spcPct val="80000"/>
              </a:lnSpc>
            </a:pPr>
            <a:r>
              <a:rPr lang="en-US" altLang="en-US" sz="2400" dirty="0"/>
              <a:t>A </a:t>
            </a:r>
            <a:r>
              <a:rPr lang="en-US" altLang="en-US" sz="2400" u="sng" dirty="0"/>
              <a:t>central repository </a:t>
            </a:r>
            <a:r>
              <a:rPr lang="en-US" altLang="en-US" sz="2400" dirty="0"/>
              <a:t>provides integrated storage of diagrams, reports, and project management specifications. </a:t>
            </a:r>
          </a:p>
          <a:p>
            <a:pPr eaLnBrk="1" hangingPunct="1">
              <a:lnSpc>
                <a:spcPct val="80000"/>
              </a:lnSpc>
            </a:pPr>
            <a:r>
              <a:rPr lang="en-US" altLang="en-US" sz="2400" dirty="0"/>
              <a:t>Documentation generators standardize technical and user documentation.</a:t>
            </a:r>
          </a:p>
          <a:p>
            <a:pPr eaLnBrk="1" hangingPunct="1">
              <a:lnSpc>
                <a:spcPct val="80000"/>
              </a:lnSpc>
            </a:pPr>
            <a:r>
              <a:rPr lang="en-US" altLang="en-US" sz="2400" dirty="0"/>
              <a:t>Code generators enable automatic generation of programs and database code directly from design documents, diagrams, forms, and reports.</a:t>
            </a:r>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F58BAE5D-9AA1-B015-4641-EC5F13D90E3B}"/>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68610" name="Slide Number Placeholder 4">
            <a:extLst>
              <a:ext uri="{FF2B5EF4-FFF2-40B4-BE49-F238E27FC236}">
                <a16:creationId xmlns:a16="http://schemas.microsoft.com/office/drawing/2014/main" id="{A6C74F61-C126-8A0F-1709-15B323CEB48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D3C203B-AABA-B249-8334-DBC08CF082AF}" type="slidenum">
              <a:rPr lang="en-US" altLang="en-US" sz="1200" smtClean="0">
                <a:latin typeface="Arial Black" panose="020B0604020202020204" pitchFamily="34" charset="0"/>
              </a:rPr>
              <a:pPr>
                <a:spcBef>
                  <a:spcPct val="0"/>
                </a:spcBef>
                <a:buClrTx/>
                <a:buSzTx/>
                <a:buFontTx/>
                <a:buNone/>
              </a:pPr>
              <a:t>19</a:t>
            </a:fld>
            <a:endParaRPr lang="en-US" altLang="en-US" sz="1200">
              <a:latin typeface="Arial Black" panose="020B0604020202020204" pitchFamily="34" charset="0"/>
            </a:endParaRPr>
          </a:p>
        </p:txBody>
      </p:sp>
      <p:sp>
        <p:nvSpPr>
          <p:cNvPr id="68611" name="Date Placeholder 5">
            <a:extLst>
              <a:ext uri="{FF2B5EF4-FFF2-40B4-BE49-F238E27FC236}">
                <a16:creationId xmlns:a16="http://schemas.microsoft.com/office/drawing/2014/main" id="{AEA8B81C-5084-0377-A302-B329748A2AD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sp>
        <p:nvSpPr>
          <p:cNvPr id="68612" name="Rectangle 2">
            <a:extLst>
              <a:ext uri="{FF2B5EF4-FFF2-40B4-BE49-F238E27FC236}">
                <a16:creationId xmlns:a16="http://schemas.microsoft.com/office/drawing/2014/main" id="{01B45ACC-E34A-421D-B9D8-268724545B78}"/>
              </a:ext>
            </a:extLst>
          </p:cNvPr>
          <p:cNvSpPr>
            <a:spLocks noGrp="1" noChangeArrowheads="1"/>
          </p:cNvSpPr>
          <p:nvPr>
            <p:ph type="title"/>
          </p:nvPr>
        </p:nvSpPr>
        <p:spPr>
          <a:xfrm>
            <a:off x="381000" y="228600"/>
            <a:ext cx="8229600" cy="1371600"/>
          </a:xfrm>
        </p:spPr>
        <p:txBody>
          <a:bodyPr/>
          <a:lstStyle/>
          <a:p>
            <a:pPr eaLnBrk="1" hangingPunct="1"/>
            <a:r>
              <a:rPr lang="en-US" altLang="en-US"/>
              <a:t>CASE Tools (Cont.)</a:t>
            </a:r>
          </a:p>
        </p:txBody>
      </p:sp>
      <p:pic>
        <p:nvPicPr>
          <p:cNvPr id="68613" name="Picture 8" descr="Noname.jpg">
            <a:extLst>
              <a:ext uri="{FF2B5EF4-FFF2-40B4-BE49-F238E27FC236}">
                <a16:creationId xmlns:a16="http://schemas.microsoft.com/office/drawing/2014/main" id="{D51DD993-67DA-B1B4-3748-092D059CC8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66838"/>
            <a:ext cx="5867400" cy="457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4" name="Rectangle 9">
            <a:extLst>
              <a:ext uri="{FF2B5EF4-FFF2-40B4-BE49-F238E27FC236}">
                <a16:creationId xmlns:a16="http://schemas.microsoft.com/office/drawing/2014/main" id="{D03B8ABE-C583-F54D-42B0-0C80977185F6}"/>
              </a:ext>
            </a:extLst>
          </p:cNvPr>
          <p:cNvSpPr>
            <a:spLocks noChangeArrowheads="1"/>
          </p:cNvSpPr>
          <p:nvPr/>
        </p:nvSpPr>
        <p:spPr bwMode="auto">
          <a:xfrm>
            <a:off x="6477000" y="2819400"/>
            <a:ext cx="25146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FIGURE 1-10</a:t>
            </a:r>
          </a:p>
          <a:p>
            <a:pPr eaLnBrk="1" hangingPunct="1">
              <a:spcBef>
                <a:spcPct val="0"/>
              </a:spcBef>
              <a:buClrTx/>
              <a:buSzTx/>
              <a:buFontTx/>
              <a:buNone/>
            </a:pPr>
            <a:r>
              <a:rPr lang="en-US" altLang="en-US" sz="1800"/>
              <a:t>A class diagram from IBM’s Rational Rose</a:t>
            </a:r>
          </a:p>
          <a:p>
            <a:pPr eaLnBrk="1" hangingPunct="1">
              <a:spcBef>
                <a:spcPct val="0"/>
              </a:spcBef>
              <a:buClrTx/>
              <a:buSzTx/>
              <a:buFontTx/>
              <a:buNone/>
            </a:pPr>
            <a:endParaRPr lang="en-US" altLang="en-US" sz="1800"/>
          </a:p>
          <a:p>
            <a:pPr eaLnBrk="1" hangingPunct="1">
              <a:spcBef>
                <a:spcPct val="0"/>
              </a:spcBef>
              <a:buClrTx/>
              <a:buSzTx/>
              <a:buFontTx/>
              <a:buNone/>
            </a:pPr>
            <a:r>
              <a:rPr lang="en-US" altLang="en-US" sz="1800"/>
              <a:t>(</a:t>
            </a:r>
            <a:r>
              <a:rPr lang="en-US" altLang="en-US" sz="1800" i="1"/>
              <a:t>Source: IBM)</a:t>
            </a:r>
            <a:endParaRPr lang="en-US" altLang="en-US" sz="1800"/>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49EBEDE6-57A6-150D-0C81-58E3497BBFC5}"/>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Copyright © 2011 Pearson Education, Inc.  </a:t>
            </a:r>
          </a:p>
        </p:txBody>
      </p:sp>
      <p:sp>
        <p:nvSpPr>
          <p:cNvPr id="70658" name="Title 1">
            <a:extLst>
              <a:ext uri="{FF2B5EF4-FFF2-40B4-BE49-F238E27FC236}">
                <a16:creationId xmlns:a16="http://schemas.microsoft.com/office/drawing/2014/main" id="{6F4CC725-9F70-A5B7-3FD4-475FEEACD5CB}"/>
              </a:ext>
            </a:extLst>
          </p:cNvPr>
          <p:cNvSpPr>
            <a:spLocks noGrp="1" noChangeArrowheads="1"/>
          </p:cNvSpPr>
          <p:nvPr>
            <p:ph type="title"/>
          </p:nvPr>
        </p:nvSpPr>
        <p:spPr/>
        <p:txBody>
          <a:bodyPr/>
          <a:lstStyle/>
          <a:p>
            <a:r>
              <a:rPr lang="en-US" altLang="en-US"/>
              <a:t>CASE Tools (Cont.)</a:t>
            </a:r>
          </a:p>
        </p:txBody>
      </p:sp>
      <p:sp>
        <p:nvSpPr>
          <p:cNvPr id="70659" name="Slide Number Placeholder 4">
            <a:extLst>
              <a:ext uri="{FF2B5EF4-FFF2-40B4-BE49-F238E27FC236}">
                <a16:creationId xmlns:a16="http://schemas.microsoft.com/office/drawing/2014/main" id="{F0E9F65C-886F-2592-31BE-00C6CFD91C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E6946DE-59FA-CB4D-A2AF-475680110743}" type="slidenum">
              <a:rPr lang="en-US" altLang="en-US" sz="1200" smtClean="0">
                <a:latin typeface="Arial Black" panose="020B0604020202020204" pitchFamily="34" charset="0"/>
              </a:rPr>
              <a:pPr>
                <a:spcBef>
                  <a:spcPct val="0"/>
                </a:spcBef>
                <a:buClrTx/>
                <a:buSzTx/>
                <a:buFontTx/>
                <a:buNone/>
              </a:pPr>
              <a:t>20</a:t>
            </a:fld>
            <a:endParaRPr lang="en-US" altLang="en-US" sz="1200">
              <a:latin typeface="Arial Black" panose="020B0604020202020204" pitchFamily="34" charset="0"/>
            </a:endParaRPr>
          </a:p>
        </p:txBody>
      </p:sp>
      <p:sp>
        <p:nvSpPr>
          <p:cNvPr id="70660" name="Date Placeholder 5">
            <a:extLst>
              <a:ext uri="{FF2B5EF4-FFF2-40B4-BE49-F238E27FC236}">
                <a16:creationId xmlns:a16="http://schemas.microsoft.com/office/drawing/2014/main" id="{77D206EB-AACC-334C-DA9B-400EF0AF891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200"/>
              <a:t>Chapter 1</a:t>
            </a:r>
          </a:p>
        </p:txBody>
      </p:sp>
      <p:pic>
        <p:nvPicPr>
          <p:cNvPr id="70661" name="Picture 7" descr="Noname.jpg">
            <a:extLst>
              <a:ext uri="{FF2B5EF4-FFF2-40B4-BE49-F238E27FC236}">
                <a16:creationId xmlns:a16="http://schemas.microsoft.com/office/drawing/2014/main" id="{0D21DACF-45EF-9010-814A-34CBAE6F2C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2008188"/>
            <a:ext cx="8991600" cy="332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DA9EF250-2CC1-747A-16A5-E6F682187D9A}"/>
              </a:ext>
            </a:extLst>
          </p:cNvPr>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ClrTx/>
              <a:buSzTx/>
              <a:buFontTx/>
              <a:buNone/>
              <a:defRPr/>
            </a:pPr>
            <a:endParaRPr lang="en-US" altLang="en-US" sz="1400">
              <a:solidFill>
                <a:srgbClr val="000000"/>
              </a:solidFill>
              <a:effectLst>
                <a:outerShdw blurRad="38100" dist="38100" dir="2700000" algn="tl">
                  <a:srgbClr val="C0C0C0"/>
                </a:outerShdw>
              </a:effectLst>
            </a:endParaRPr>
          </a:p>
        </p:txBody>
      </p:sp>
      <p:pic>
        <p:nvPicPr>
          <p:cNvPr id="102402" name="Picture 3">
            <a:extLst>
              <a:ext uri="{FF2B5EF4-FFF2-40B4-BE49-F238E27FC236}">
                <a16:creationId xmlns:a16="http://schemas.microsoft.com/office/drawing/2014/main" id="{30B149B7-21AA-97DA-2B5D-B328498FF623}"/>
              </a:ext>
            </a:extLst>
          </p:cNvPr>
          <p:cNvPicPr>
            <a:picLocks noChangeAspect="1" noChangeArrowheads="1"/>
          </p:cNvPicPr>
          <p:nvPr/>
        </p:nvPicPr>
        <p:blipFill>
          <a:blip r:link="rId3">
            <a:extLst>
              <a:ext uri="{28A0092B-C50C-407E-A947-70E740481C1C}">
                <a14:useLocalDpi xmlns:a14="http://schemas.microsoft.com/office/drawing/2010/main" val="0"/>
              </a:ext>
            </a:extLst>
          </a:blip>
          <a:srcRect/>
          <a:stretch>
            <a:fillRect/>
          </a:stretch>
        </p:blipFill>
        <p:spPr bwMode="auto">
          <a:xfrm>
            <a:off x="1066800" y="914400"/>
            <a:ext cx="7242175" cy="2363788"/>
          </a:xfrm>
          <a:prstGeom prst="rect">
            <a:avLst/>
          </a:prstGeom>
          <a:solidFill>
            <a:schemeClr val="hlink"/>
          </a:solidFill>
          <a:ln w="9525">
            <a:solidFill>
              <a:schemeClr val="bg1"/>
            </a:solidFill>
            <a:miter lim="800000"/>
            <a:headEnd/>
            <a:tailEnd/>
          </a:ln>
        </p:spPr>
      </p:pic>
      <p:sp>
        <p:nvSpPr>
          <p:cNvPr id="102403" name="Rectangle 4">
            <a:extLst>
              <a:ext uri="{FF2B5EF4-FFF2-40B4-BE49-F238E27FC236}">
                <a16:creationId xmlns:a16="http://schemas.microsoft.com/office/drawing/2014/main" id="{DA28711C-A302-5DCF-2FBB-72C948128965}"/>
              </a:ext>
            </a:extLst>
          </p:cNvPr>
          <p:cNvSpPr>
            <a:spLocks noChangeArrowheads="1"/>
          </p:cNvSpPr>
          <p:nvPr/>
        </p:nvSpPr>
        <p:spPr bwMode="auto">
          <a:xfrm>
            <a:off x="685800" y="3883025"/>
            <a:ext cx="758983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600">
                <a:solidFill>
                  <a:srgbClr val="000000"/>
                </a:solidFill>
                <a:cs typeface="Times New Roman" panose="02020603050405020304"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a:extLst>
              <a:ext uri="{FF2B5EF4-FFF2-40B4-BE49-F238E27FC236}">
                <a16:creationId xmlns:a16="http://schemas.microsoft.com/office/drawing/2014/main" id="{304D3668-6BCA-A956-355E-C71828428506}"/>
              </a:ext>
            </a:extLst>
          </p:cNvPr>
          <p:cNvSpPr txBox="1">
            <a:spLocks noGrp="1" noChangeArrowheads="1"/>
          </p:cNvSpPr>
          <p:nvPr/>
        </p:nvSpPr>
        <p:spPr bwMode="auto">
          <a:xfrm>
            <a:off x="762000" y="5002213"/>
            <a:ext cx="7845425" cy="636587"/>
          </a:xfrm>
          <a:prstGeom prst="rect">
            <a:avLst/>
          </a:prstGeom>
          <a:noFill/>
          <a:ln>
            <a:miter lim="800000"/>
            <a:headEnd/>
            <a:tailEnd/>
          </a:ln>
        </p:spPr>
        <p:txBody>
          <a:bodyPr anchor="b"/>
          <a:lstStyle>
            <a:lvl1pPr>
              <a:spcBef>
                <a:spcPct val="20000"/>
              </a:spcBef>
              <a:buClr>
                <a:schemeClr val="bg2"/>
              </a:buClr>
              <a:buSzPct val="75000"/>
              <a:buFont typeface="Wingdings"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defRPr/>
            </a:pPr>
            <a:r>
              <a:rPr lang="en-US" altLang="en-US" sz="1800">
                <a:solidFill>
                  <a:srgbClr val="000000"/>
                </a:solidFill>
                <a:effectLst>
                  <a:outerShdw blurRad="38100" dist="38100" dir="2700000" algn="tl">
                    <a:srgbClr val="C0C0C0"/>
                  </a:outerShdw>
                </a:effectLst>
                <a:latin typeface="Tahoma" panose="020B0604030504040204" pitchFamily="34" charset="0"/>
              </a:rPr>
              <a:t>Copyright © 2011 Pearson Education, Inc.  </a:t>
            </a:r>
          </a:p>
          <a:p>
            <a:pPr algn="ctr" eaLnBrk="1" hangingPunct="1">
              <a:spcBef>
                <a:spcPct val="0"/>
              </a:spcBef>
              <a:buClrTx/>
              <a:buSzTx/>
              <a:buFontTx/>
              <a:buNone/>
              <a:defRPr/>
            </a:pPr>
            <a:endParaRPr lang="en-US" altLang="en-US" sz="1800">
              <a:solidFill>
                <a:srgbClr val="000000"/>
              </a:solidFill>
              <a:effectLst>
                <a:outerShdw blurRad="38100" dist="38100" dir="2700000" algn="tl">
                  <a:srgbClr val="C0C0C0"/>
                </a:outerShdw>
              </a:effectLst>
            </a:endParaRPr>
          </a:p>
        </p:txBody>
      </p:sp>
    </p:spTree>
  </p:cSld>
  <p:clrMapOvr>
    <a:masterClrMapping/>
  </p:clrMapOvr>
  <p:transition/>
</p:sld>
</file>

<file path=ppt/theme/theme1.xml><?xml version="1.0" encoding="utf-8"?>
<a:theme xmlns:a="http://schemas.openxmlformats.org/drawingml/2006/main" name="Pixel">
  <a:themeElements>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21263</TotalTime>
  <Words>1649</Words>
  <Application>Microsoft Macintosh PowerPoint</Application>
  <PresentationFormat>On-screen Show (4:3)</PresentationFormat>
  <Paragraphs>202</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Black</vt:lpstr>
      <vt:lpstr>Tahoma</vt:lpstr>
      <vt:lpstr>Times New Roman</vt:lpstr>
      <vt:lpstr>Wingdings</vt:lpstr>
      <vt:lpstr>Pixel</vt:lpstr>
      <vt:lpstr>PowerPoint Presentation</vt:lpstr>
      <vt:lpstr>Learning Objectives</vt:lpstr>
      <vt:lpstr>Introduction</vt:lpstr>
      <vt:lpstr>Information systems (IS)</vt:lpstr>
      <vt:lpstr>Methodologies, Techniques and Tools</vt:lpstr>
      <vt:lpstr>Definitions</vt:lpstr>
      <vt:lpstr>Definitions</vt:lpstr>
      <vt:lpstr>Developing Information Systems</vt:lpstr>
      <vt:lpstr>Systems Development Life Cycle (SDLC)</vt:lpstr>
      <vt:lpstr>Standard and Evolutionary Views of SDLC</vt:lpstr>
      <vt:lpstr>Systems Development Life Cycle (SDLC) (Cont.)</vt:lpstr>
      <vt:lpstr>Systems Development Life Cycle (SDLC) (Cont.)</vt:lpstr>
      <vt:lpstr>Systems Development Life Cycle (SDLC) (Cont.)</vt:lpstr>
      <vt:lpstr>Systems Development Life Cycle (SDLC) (Cont.)</vt:lpstr>
      <vt:lpstr>PowerPoint Presentation</vt:lpstr>
      <vt:lpstr>The Heart of the Systems Development Process</vt:lpstr>
      <vt:lpstr>Computer-Aided Software Engineering (CASE) Tools</vt:lpstr>
      <vt:lpstr>Computer-Aided Software Engineering (CASE) Tools (Cont.)</vt:lpstr>
      <vt:lpstr>CASE Tools (Cont.)</vt:lpstr>
      <vt:lpstr>CASE Tools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 Ch1</dc:title>
  <dc:creator>Mike Mitri</dc:creator>
  <cp:lastModifiedBy>MONA GHOTAISH RADAH ALKHOZAE</cp:lastModifiedBy>
  <cp:revision>438</cp:revision>
  <cp:lastPrinted>1601-01-01T00:00:00Z</cp:lastPrinted>
  <dcterms:created xsi:type="dcterms:W3CDTF">2000-04-11T00:26:26Z</dcterms:created>
  <dcterms:modified xsi:type="dcterms:W3CDTF">2025-08-27T09:57:22Z</dcterms:modified>
</cp:coreProperties>
</file>