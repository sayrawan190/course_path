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08" r:id="rId2"/>
    <p:sldId id="256" r:id="rId3"/>
    <p:sldId id="383" r:id="rId4"/>
    <p:sldId id="310" r:id="rId5"/>
    <p:sldId id="311" r:id="rId6"/>
    <p:sldId id="312" r:id="rId7"/>
    <p:sldId id="313" r:id="rId8"/>
    <p:sldId id="314" r:id="rId9"/>
    <p:sldId id="315" r:id="rId10"/>
    <p:sldId id="317" r:id="rId11"/>
    <p:sldId id="316" r:id="rId12"/>
    <p:sldId id="318" r:id="rId13"/>
    <p:sldId id="384" r:id="rId14"/>
    <p:sldId id="411" r:id="rId15"/>
    <p:sldId id="412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8" r:id="rId30"/>
    <p:sldId id="399" r:id="rId31"/>
    <p:sldId id="400" r:id="rId32"/>
    <p:sldId id="401" r:id="rId33"/>
    <p:sldId id="402" r:id="rId34"/>
    <p:sldId id="403" r:id="rId35"/>
    <p:sldId id="404" r:id="rId36"/>
    <p:sldId id="405" r:id="rId37"/>
    <p:sldId id="406" r:id="rId38"/>
    <p:sldId id="407" r:id="rId39"/>
    <p:sldId id="408" r:id="rId40"/>
    <p:sldId id="409" r:id="rId41"/>
    <p:sldId id="410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76"/>
  </p:normalViewPr>
  <p:slideViewPr>
    <p:cSldViewPr>
      <p:cViewPr varScale="1">
        <p:scale>
          <a:sx n="152" d="100"/>
          <a:sy n="152" d="100"/>
        </p:scale>
        <p:origin x="153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B613B9-BD1E-4B71-B86D-9FE20FC6AB9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80D799-C459-4ABB-83ED-765774A14076}">
      <dgm:prSet/>
      <dgm:spPr/>
      <dgm:t>
        <a:bodyPr/>
        <a:lstStyle/>
        <a:p>
          <a:pPr rtl="0"/>
          <a:r>
            <a:rPr lang="en-US" dirty="0"/>
            <a:t>Discuss the formal definition of algorithm.</a:t>
          </a:r>
        </a:p>
      </dgm:t>
    </dgm:pt>
    <dgm:pt modelId="{7323327D-3AB8-43F2-949E-3061CEEBCEB0}" type="parTrans" cxnId="{361721A7-DD90-4D70-A100-0A306B560F1C}">
      <dgm:prSet/>
      <dgm:spPr/>
      <dgm:t>
        <a:bodyPr/>
        <a:lstStyle/>
        <a:p>
          <a:endParaRPr lang="en-US"/>
        </a:p>
      </dgm:t>
    </dgm:pt>
    <dgm:pt modelId="{07DDBC7F-432C-42A5-8A7B-54A8F5C280FD}" type="sibTrans" cxnId="{361721A7-DD90-4D70-A100-0A306B560F1C}">
      <dgm:prSet/>
      <dgm:spPr/>
      <dgm:t>
        <a:bodyPr/>
        <a:lstStyle/>
        <a:p>
          <a:endParaRPr lang="en-US"/>
        </a:p>
      </dgm:t>
    </dgm:pt>
    <dgm:pt modelId="{55AC0041-55DF-4181-A108-A783FF150D33}">
      <dgm:prSet/>
      <dgm:spPr/>
      <dgm:t>
        <a:bodyPr/>
        <a:lstStyle/>
        <a:p>
          <a:pPr rtl="0"/>
          <a:r>
            <a:rPr lang="en-US" dirty="0"/>
            <a:t>Discus how the efficiency of algorithms is characterized and measured.</a:t>
          </a:r>
        </a:p>
      </dgm:t>
    </dgm:pt>
    <dgm:pt modelId="{BDB3607D-CC31-45D8-8A9C-BD640A394EA2}" type="parTrans" cxnId="{1DE7DDCC-11D1-4FAE-9370-A0538FB29AF9}">
      <dgm:prSet/>
      <dgm:spPr/>
      <dgm:t>
        <a:bodyPr/>
        <a:lstStyle/>
        <a:p>
          <a:endParaRPr lang="en-US"/>
        </a:p>
      </dgm:t>
    </dgm:pt>
    <dgm:pt modelId="{F8A8E7A7-AE4B-4B33-ABD3-2B09A4B7C9D7}" type="sibTrans" cxnId="{1DE7DDCC-11D1-4FAE-9370-A0538FB29AF9}">
      <dgm:prSet/>
      <dgm:spPr/>
      <dgm:t>
        <a:bodyPr/>
        <a:lstStyle/>
        <a:p>
          <a:endParaRPr lang="en-US"/>
        </a:p>
      </dgm:t>
    </dgm:pt>
    <dgm:pt modelId="{B38FBBC6-FD38-4C4C-9E36-A518E232BE53}">
      <dgm:prSet/>
      <dgm:spPr/>
      <dgm:t>
        <a:bodyPr/>
        <a:lstStyle/>
        <a:p>
          <a:pPr rtl="0"/>
          <a:r>
            <a:rPr lang="en-US" dirty="0"/>
            <a:t>Solve simple recurrence relations using select (covered) techniques.</a:t>
          </a:r>
        </a:p>
      </dgm:t>
    </dgm:pt>
    <dgm:pt modelId="{44E95428-6C68-4366-B137-2A51A9F5D394}" type="parTrans" cxnId="{CEFDA67B-2B14-4D02-97EE-0A7AA0CEA781}">
      <dgm:prSet/>
      <dgm:spPr/>
      <dgm:t>
        <a:bodyPr/>
        <a:lstStyle/>
        <a:p>
          <a:endParaRPr lang="en-US"/>
        </a:p>
      </dgm:t>
    </dgm:pt>
    <dgm:pt modelId="{D0372FF3-2575-45D0-B900-FAE94AC9F9DE}" type="sibTrans" cxnId="{CEFDA67B-2B14-4D02-97EE-0A7AA0CEA781}">
      <dgm:prSet/>
      <dgm:spPr/>
      <dgm:t>
        <a:bodyPr/>
        <a:lstStyle/>
        <a:p>
          <a:endParaRPr lang="en-US"/>
        </a:p>
      </dgm:t>
    </dgm:pt>
    <dgm:pt modelId="{5A1F641A-58AD-49A6-B511-2225E97CFC4E}">
      <dgm:prSet/>
      <dgm:spPr/>
      <dgm:t>
        <a:bodyPr/>
        <a:lstStyle/>
        <a:p>
          <a:pPr rtl="0"/>
          <a:r>
            <a:rPr lang="en-US" dirty="0"/>
            <a:t>Determine the time efficiency of simple iterative or recursive algorithm given its </a:t>
          </a:r>
          <a:r>
            <a:rPr lang="en-US" dirty="0" err="1"/>
            <a:t>pseudocode</a:t>
          </a:r>
          <a:r>
            <a:rPr lang="en-US" dirty="0"/>
            <a:t> using select (covered) techniques and theorems.</a:t>
          </a:r>
        </a:p>
      </dgm:t>
    </dgm:pt>
    <dgm:pt modelId="{6C1AB58E-B17D-4DA0-A5FE-507A5611DD95}" type="parTrans" cxnId="{33BD5230-1083-48BA-BACA-D44E9B10D894}">
      <dgm:prSet/>
      <dgm:spPr/>
      <dgm:t>
        <a:bodyPr/>
        <a:lstStyle/>
        <a:p>
          <a:endParaRPr lang="en-US"/>
        </a:p>
      </dgm:t>
    </dgm:pt>
    <dgm:pt modelId="{DD8B54E8-616D-4C02-900E-6CB394F84BBC}" type="sibTrans" cxnId="{33BD5230-1083-48BA-BACA-D44E9B10D894}">
      <dgm:prSet/>
      <dgm:spPr/>
      <dgm:t>
        <a:bodyPr/>
        <a:lstStyle/>
        <a:p>
          <a:endParaRPr lang="en-US"/>
        </a:p>
      </dgm:t>
    </dgm:pt>
    <dgm:pt modelId="{1E704C38-306F-4903-8EBA-CA267AAE1CC9}">
      <dgm:prSet/>
      <dgm:spPr/>
      <dgm:t>
        <a:bodyPr/>
        <a:lstStyle/>
        <a:p>
          <a:pPr rtl="0"/>
          <a:r>
            <a:rPr lang="en-US" dirty="0">
              <a:solidFill>
                <a:srgbClr val="FFFF00"/>
              </a:solidFill>
            </a:rPr>
            <a:t>Use given algorithm to solve small instances of select (covered) problems by hand.</a:t>
          </a:r>
        </a:p>
      </dgm:t>
    </dgm:pt>
    <dgm:pt modelId="{4E8E6DA7-EC41-48DA-8027-57E9C3CFC888}" type="parTrans" cxnId="{1FE04ED7-729F-4742-B1B4-13DB9C24C496}">
      <dgm:prSet/>
      <dgm:spPr/>
      <dgm:t>
        <a:bodyPr/>
        <a:lstStyle/>
        <a:p>
          <a:endParaRPr lang="en-US"/>
        </a:p>
      </dgm:t>
    </dgm:pt>
    <dgm:pt modelId="{7E8091F3-3A8E-4E93-94BC-B0E3AC42852B}" type="sibTrans" cxnId="{1FE04ED7-729F-4742-B1B4-13DB9C24C496}">
      <dgm:prSet/>
      <dgm:spPr/>
      <dgm:t>
        <a:bodyPr/>
        <a:lstStyle/>
        <a:p>
          <a:endParaRPr lang="en-US"/>
        </a:p>
      </dgm:t>
    </dgm:pt>
    <dgm:pt modelId="{16D9BC1E-64F9-439D-88C4-0D722ADF9D08}" type="pres">
      <dgm:prSet presAssocID="{8DB613B9-BD1E-4B71-B86D-9FE20FC6AB92}" presName="linearFlow" presStyleCnt="0">
        <dgm:presLayoutVars>
          <dgm:dir/>
          <dgm:resizeHandles val="exact"/>
        </dgm:presLayoutVars>
      </dgm:prSet>
      <dgm:spPr/>
    </dgm:pt>
    <dgm:pt modelId="{A4356493-5AEC-4413-B9B0-1E8EC24268D9}" type="pres">
      <dgm:prSet presAssocID="{C380D799-C459-4ABB-83ED-765774A14076}" presName="composite" presStyleCnt="0"/>
      <dgm:spPr/>
    </dgm:pt>
    <dgm:pt modelId="{6A226140-E33F-4B65-ADF2-7CED32BC6A5C}" type="pres">
      <dgm:prSet presAssocID="{C380D799-C459-4ABB-83ED-765774A14076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EA79439-C9DE-4ACC-85F2-E72640591170}" type="pres">
      <dgm:prSet presAssocID="{C380D799-C459-4ABB-83ED-765774A14076}" presName="txShp" presStyleLbl="node1" presStyleIdx="0" presStyleCnt="5">
        <dgm:presLayoutVars>
          <dgm:bulletEnabled val="1"/>
        </dgm:presLayoutVars>
      </dgm:prSet>
      <dgm:spPr/>
    </dgm:pt>
    <dgm:pt modelId="{3F2EB348-87EA-4EA3-B59C-F32F5038C061}" type="pres">
      <dgm:prSet presAssocID="{07DDBC7F-432C-42A5-8A7B-54A8F5C280FD}" presName="spacing" presStyleCnt="0"/>
      <dgm:spPr/>
    </dgm:pt>
    <dgm:pt modelId="{517528F1-A955-42CC-908D-C3265ECCF587}" type="pres">
      <dgm:prSet presAssocID="{55AC0041-55DF-4181-A108-A783FF150D33}" presName="composite" presStyleCnt="0"/>
      <dgm:spPr/>
    </dgm:pt>
    <dgm:pt modelId="{F2496D6E-A454-49DE-9D4A-1A5C06A8DA0C}" type="pres">
      <dgm:prSet presAssocID="{55AC0041-55DF-4181-A108-A783FF150D33}" presName="imgShp" presStyleLbl="fgImgPlace1" presStyleIdx="1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A72FCB9-03CB-4279-AF24-5D9AEF9DECF3}" type="pres">
      <dgm:prSet presAssocID="{55AC0041-55DF-4181-A108-A783FF150D33}" presName="txShp" presStyleLbl="node1" presStyleIdx="1" presStyleCnt="5">
        <dgm:presLayoutVars>
          <dgm:bulletEnabled val="1"/>
        </dgm:presLayoutVars>
      </dgm:prSet>
      <dgm:spPr/>
    </dgm:pt>
    <dgm:pt modelId="{C2659286-EEBE-4B12-B6CE-24FDB11E7301}" type="pres">
      <dgm:prSet presAssocID="{F8A8E7A7-AE4B-4B33-ABD3-2B09A4B7C9D7}" presName="spacing" presStyleCnt="0"/>
      <dgm:spPr/>
    </dgm:pt>
    <dgm:pt modelId="{7ED1B46F-5DAF-4C73-B9A0-D41856227FD8}" type="pres">
      <dgm:prSet presAssocID="{B38FBBC6-FD38-4C4C-9E36-A518E232BE53}" presName="composite" presStyleCnt="0"/>
      <dgm:spPr/>
    </dgm:pt>
    <dgm:pt modelId="{18289501-B951-4060-A59E-8F7D9A6A9912}" type="pres">
      <dgm:prSet presAssocID="{B38FBBC6-FD38-4C4C-9E36-A518E232BE53}" presName="imgShp" presStyleLbl="fgImgPlace1" presStyleIdx="2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760EF22-363D-4280-8067-9A3F02EAC21C}" type="pres">
      <dgm:prSet presAssocID="{B38FBBC6-FD38-4C4C-9E36-A518E232BE53}" presName="txShp" presStyleLbl="node1" presStyleIdx="2" presStyleCnt="5">
        <dgm:presLayoutVars>
          <dgm:bulletEnabled val="1"/>
        </dgm:presLayoutVars>
      </dgm:prSet>
      <dgm:spPr/>
    </dgm:pt>
    <dgm:pt modelId="{E1212515-DFE3-4B5D-BBBB-8C2C9EA6BF23}" type="pres">
      <dgm:prSet presAssocID="{D0372FF3-2575-45D0-B900-FAE94AC9F9DE}" presName="spacing" presStyleCnt="0"/>
      <dgm:spPr/>
    </dgm:pt>
    <dgm:pt modelId="{41873339-D49D-49A8-B2D7-83F4AFF7757E}" type="pres">
      <dgm:prSet presAssocID="{5A1F641A-58AD-49A6-B511-2225E97CFC4E}" presName="composite" presStyleCnt="0"/>
      <dgm:spPr/>
    </dgm:pt>
    <dgm:pt modelId="{6913F6E7-25CD-40B0-A810-31AA8F0CA42E}" type="pres">
      <dgm:prSet presAssocID="{5A1F641A-58AD-49A6-B511-2225E97CFC4E}" presName="imgShp" presStyleLbl="fgImgPlace1" presStyleIdx="3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AD526EF-092A-4B5C-9A0A-3FDDFF25EC71}" type="pres">
      <dgm:prSet presAssocID="{5A1F641A-58AD-49A6-B511-2225E97CFC4E}" presName="txShp" presStyleLbl="node1" presStyleIdx="3" presStyleCnt="5">
        <dgm:presLayoutVars>
          <dgm:bulletEnabled val="1"/>
        </dgm:presLayoutVars>
      </dgm:prSet>
      <dgm:spPr/>
    </dgm:pt>
    <dgm:pt modelId="{34EBC283-73CE-4CFA-B7F4-D54A5A2827FA}" type="pres">
      <dgm:prSet presAssocID="{DD8B54E8-616D-4C02-900E-6CB394F84BBC}" presName="spacing" presStyleCnt="0"/>
      <dgm:spPr/>
    </dgm:pt>
    <dgm:pt modelId="{71AC4BFF-9DF8-49B5-A3E1-3ECCE346490E}" type="pres">
      <dgm:prSet presAssocID="{1E704C38-306F-4903-8EBA-CA267AAE1CC9}" presName="composite" presStyleCnt="0"/>
      <dgm:spPr/>
    </dgm:pt>
    <dgm:pt modelId="{24DD3C8B-1076-448A-9C53-B730F8C203CD}" type="pres">
      <dgm:prSet presAssocID="{1E704C38-306F-4903-8EBA-CA267AAE1CC9}" presName="imgShp" presStyleLbl="fgImgPlace1" presStyleIdx="4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63C5878-4E45-4CE6-BEAC-32268B2F6DA5}" type="pres">
      <dgm:prSet presAssocID="{1E704C38-306F-4903-8EBA-CA267AAE1CC9}" presName="txShp" presStyleLbl="node1" presStyleIdx="4" presStyleCnt="5">
        <dgm:presLayoutVars>
          <dgm:bulletEnabled val="1"/>
        </dgm:presLayoutVars>
      </dgm:prSet>
      <dgm:spPr/>
    </dgm:pt>
  </dgm:ptLst>
  <dgm:cxnLst>
    <dgm:cxn modelId="{C8CC200C-E8F3-405D-B1DA-A51B8469571B}" type="presOf" srcId="{C380D799-C459-4ABB-83ED-765774A14076}" destId="{EEA79439-C9DE-4ACC-85F2-E72640591170}" srcOrd="0" destOrd="0" presId="urn:microsoft.com/office/officeart/2005/8/layout/vList3"/>
    <dgm:cxn modelId="{B07A7311-DA7E-46BB-80C3-4C02E4290CAD}" type="presOf" srcId="{1E704C38-306F-4903-8EBA-CA267AAE1CC9}" destId="{663C5878-4E45-4CE6-BEAC-32268B2F6DA5}" srcOrd="0" destOrd="0" presId="urn:microsoft.com/office/officeart/2005/8/layout/vList3"/>
    <dgm:cxn modelId="{EA60C913-2C96-4225-9F8A-F46B97300192}" type="presOf" srcId="{5A1F641A-58AD-49A6-B511-2225E97CFC4E}" destId="{5AD526EF-092A-4B5C-9A0A-3FDDFF25EC71}" srcOrd="0" destOrd="0" presId="urn:microsoft.com/office/officeart/2005/8/layout/vList3"/>
    <dgm:cxn modelId="{33BD5230-1083-48BA-BACA-D44E9B10D894}" srcId="{8DB613B9-BD1E-4B71-B86D-9FE20FC6AB92}" destId="{5A1F641A-58AD-49A6-B511-2225E97CFC4E}" srcOrd="3" destOrd="0" parTransId="{6C1AB58E-B17D-4DA0-A5FE-507A5611DD95}" sibTransId="{DD8B54E8-616D-4C02-900E-6CB394F84BBC}"/>
    <dgm:cxn modelId="{882D4060-2754-4005-8A3D-E46CE335930E}" type="presOf" srcId="{B38FBBC6-FD38-4C4C-9E36-A518E232BE53}" destId="{7760EF22-363D-4280-8067-9A3F02EAC21C}" srcOrd="0" destOrd="0" presId="urn:microsoft.com/office/officeart/2005/8/layout/vList3"/>
    <dgm:cxn modelId="{6DF88671-51CB-436D-B2B1-0DC92BE1B6C4}" type="presOf" srcId="{55AC0041-55DF-4181-A108-A783FF150D33}" destId="{BA72FCB9-03CB-4279-AF24-5D9AEF9DECF3}" srcOrd="0" destOrd="0" presId="urn:microsoft.com/office/officeart/2005/8/layout/vList3"/>
    <dgm:cxn modelId="{CEFDA67B-2B14-4D02-97EE-0A7AA0CEA781}" srcId="{8DB613B9-BD1E-4B71-B86D-9FE20FC6AB92}" destId="{B38FBBC6-FD38-4C4C-9E36-A518E232BE53}" srcOrd="2" destOrd="0" parTransId="{44E95428-6C68-4366-B137-2A51A9F5D394}" sibTransId="{D0372FF3-2575-45D0-B900-FAE94AC9F9DE}"/>
    <dgm:cxn modelId="{361721A7-DD90-4D70-A100-0A306B560F1C}" srcId="{8DB613B9-BD1E-4B71-B86D-9FE20FC6AB92}" destId="{C380D799-C459-4ABB-83ED-765774A14076}" srcOrd="0" destOrd="0" parTransId="{7323327D-3AB8-43F2-949E-3061CEEBCEB0}" sibTransId="{07DDBC7F-432C-42A5-8A7B-54A8F5C280FD}"/>
    <dgm:cxn modelId="{02948DB3-51A2-49AA-95BE-C08083173E30}" type="presOf" srcId="{8DB613B9-BD1E-4B71-B86D-9FE20FC6AB92}" destId="{16D9BC1E-64F9-439D-88C4-0D722ADF9D08}" srcOrd="0" destOrd="0" presId="urn:microsoft.com/office/officeart/2005/8/layout/vList3"/>
    <dgm:cxn modelId="{1DE7DDCC-11D1-4FAE-9370-A0538FB29AF9}" srcId="{8DB613B9-BD1E-4B71-B86D-9FE20FC6AB92}" destId="{55AC0041-55DF-4181-A108-A783FF150D33}" srcOrd="1" destOrd="0" parTransId="{BDB3607D-CC31-45D8-8A9C-BD640A394EA2}" sibTransId="{F8A8E7A7-AE4B-4B33-ABD3-2B09A4B7C9D7}"/>
    <dgm:cxn modelId="{1FE04ED7-729F-4742-B1B4-13DB9C24C496}" srcId="{8DB613B9-BD1E-4B71-B86D-9FE20FC6AB92}" destId="{1E704C38-306F-4903-8EBA-CA267AAE1CC9}" srcOrd="4" destOrd="0" parTransId="{4E8E6DA7-EC41-48DA-8027-57E9C3CFC888}" sibTransId="{7E8091F3-3A8E-4E93-94BC-B0E3AC42852B}"/>
    <dgm:cxn modelId="{49E617F8-7DDF-4639-858C-5E2A17393590}" type="presParOf" srcId="{16D9BC1E-64F9-439D-88C4-0D722ADF9D08}" destId="{A4356493-5AEC-4413-B9B0-1E8EC24268D9}" srcOrd="0" destOrd="0" presId="urn:microsoft.com/office/officeart/2005/8/layout/vList3"/>
    <dgm:cxn modelId="{104FD89B-4713-411A-BB10-DCDE5CCE08E4}" type="presParOf" srcId="{A4356493-5AEC-4413-B9B0-1E8EC24268D9}" destId="{6A226140-E33F-4B65-ADF2-7CED32BC6A5C}" srcOrd="0" destOrd="0" presId="urn:microsoft.com/office/officeart/2005/8/layout/vList3"/>
    <dgm:cxn modelId="{771703F8-9380-40F9-A899-0116BC9F51DD}" type="presParOf" srcId="{A4356493-5AEC-4413-B9B0-1E8EC24268D9}" destId="{EEA79439-C9DE-4ACC-85F2-E72640591170}" srcOrd="1" destOrd="0" presId="urn:microsoft.com/office/officeart/2005/8/layout/vList3"/>
    <dgm:cxn modelId="{019637DB-6C4D-4F6E-AE65-F40ABE3611A7}" type="presParOf" srcId="{16D9BC1E-64F9-439D-88C4-0D722ADF9D08}" destId="{3F2EB348-87EA-4EA3-B59C-F32F5038C061}" srcOrd="1" destOrd="0" presId="urn:microsoft.com/office/officeart/2005/8/layout/vList3"/>
    <dgm:cxn modelId="{1C884D83-2E29-41CC-B8FD-30530BA812FC}" type="presParOf" srcId="{16D9BC1E-64F9-439D-88C4-0D722ADF9D08}" destId="{517528F1-A955-42CC-908D-C3265ECCF587}" srcOrd="2" destOrd="0" presId="urn:microsoft.com/office/officeart/2005/8/layout/vList3"/>
    <dgm:cxn modelId="{1188E849-6748-421B-BECD-F453DA84FE98}" type="presParOf" srcId="{517528F1-A955-42CC-908D-C3265ECCF587}" destId="{F2496D6E-A454-49DE-9D4A-1A5C06A8DA0C}" srcOrd="0" destOrd="0" presId="urn:microsoft.com/office/officeart/2005/8/layout/vList3"/>
    <dgm:cxn modelId="{F9F0B53E-8ADD-4041-879C-0AD0BFD03EC1}" type="presParOf" srcId="{517528F1-A955-42CC-908D-C3265ECCF587}" destId="{BA72FCB9-03CB-4279-AF24-5D9AEF9DECF3}" srcOrd="1" destOrd="0" presId="urn:microsoft.com/office/officeart/2005/8/layout/vList3"/>
    <dgm:cxn modelId="{9090E205-718A-40CC-9256-EE3988EEEA0A}" type="presParOf" srcId="{16D9BC1E-64F9-439D-88C4-0D722ADF9D08}" destId="{C2659286-EEBE-4B12-B6CE-24FDB11E7301}" srcOrd="3" destOrd="0" presId="urn:microsoft.com/office/officeart/2005/8/layout/vList3"/>
    <dgm:cxn modelId="{9F712103-AF13-4129-ACF8-EB0D96083846}" type="presParOf" srcId="{16D9BC1E-64F9-439D-88C4-0D722ADF9D08}" destId="{7ED1B46F-5DAF-4C73-B9A0-D41856227FD8}" srcOrd="4" destOrd="0" presId="urn:microsoft.com/office/officeart/2005/8/layout/vList3"/>
    <dgm:cxn modelId="{4CA95A12-EE48-40F5-A8FA-5D4D50BC2600}" type="presParOf" srcId="{7ED1B46F-5DAF-4C73-B9A0-D41856227FD8}" destId="{18289501-B951-4060-A59E-8F7D9A6A9912}" srcOrd="0" destOrd="0" presId="urn:microsoft.com/office/officeart/2005/8/layout/vList3"/>
    <dgm:cxn modelId="{43873BA5-4E9A-4D66-83E6-9D9BA479A351}" type="presParOf" srcId="{7ED1B46F-5DAF-4C73-B9A0-D41856227FD8}" destId="{7760EF22-363D-4280-8067-9A3F02EAC21C}" srcOrd="1" destOrd="0" presId="urn:microsoft.com/office/officeart/2005/8/layout/vList3"/>
    <dgm:cxn modelId="{1B605BE4-946E-4FBD-B000-DE52BED66F9D}" type="presParOf" srcId="{16D9BC1E-64F9-439D-88C4-0D722ADF9D08}" destId="{E1212515-DFE3-4B5D-BBBB-8C2C9EA6BF23}" srcOrd="5" destOrd="0" presId="urn:microsoft.com/office/officeart/2005/8/layout/vList3"/>
    <dgm:cxn modelId="{BE7E0741-76EE-40F0-BFD5-390F0CEEE766}" type="presParOf" srcId="{16D9BC1E-64F9-439D-88C4-0D722ADF9D08}" destId="{41873339-D49D-49A8-B2D7-83F4AFF7757E}" srcOrd="6" destOrd="0" presId="urn:microsoft.com/office/officeart/2005/8/layout/vList3"/>
    <dgm:cxn modelId="{4E831337-F93A-44C6-9F12-2CB4C25F05F6}" type="presParOf" srcId="{41873339-D49D-49A8-B2D7-83F4AFF7757E}" destId="{6913F6E7-25CD-40B0-A810-31AA8F0CA42E}" srcOrd="0" destOrd="0" presId="urn:microsoft.com/office/officeart/2005/8/layout/vList3"/>
    <dgm:cxn modelId="{CB8B4FE0-39D9-4D47-AB5F-F868A7166306}" type="presParOf" srcId="{41873339-D49D-49A8-B2D7-83F4AFF7757E}" destId="{5AD526EF-092A-4B5C-9A0A-3FDDFF25EC71}" srcOrd="1" destOrd="0" presId="urn:microsoft.com/office/officeart/2005/8/layout/vList3"/>
    <dgm:cxn modelId="{5BB1C488-C41F-433D-8D1F-0A70F344C2BC}" type="presParOf" srcId="{16D9BC1E-64F9-439D-88C4-0D722ADF9D08}" destId="{34EBC283-73CE-4CFA-B7F4-D54A5A2827FA}" srcOrd="7" destOrd="0" presId="urn:microsoft.com/office/officeart/2005/8/layout/vList3"/>
    <dgm:cxn modelId="{124EA016-2929-41A0-B4F0-02F1DB0778AB}" type="presParOf" srcId="{16D9BC1E-64F9-439D-88C4-0D722ADF9D08}" destId="{71AC4BFF-9DF8-49B5-A3E1-3ECCE346490E}" srcOrd="8" destOrd="0" presId="urn:microsoft.com/office/officeart/2005/8/layout/vList3"/>
    <dgm:cxn modelId="{A6446DF7-B715-4664-93EB-62749A76BDC5}" type="presParOf" srcId="{71AC4BFF-9DF8-49B5-A3E1-3ECCE346490E}" destId="{24DD3C8B-1076-448A-9C53-B730F8C203CD}" srcOrd="0" destOrd="0" presId="urn:microsoft.com/office/officeart/2005/8/layout/vList3"/>
    <dgm:cxn modelId="{58211A5E-2447-4A28-B43C-8CD493F516F0}" type="presParOf" srcId="{71AC4BFF-9DF8-49B5-A3E1-3ECCE346490E}" destId="{663C5878-4E45-4CE6-BEAC-32268B2F6DA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B613B9-BD1E-4B71-B86D-9FE20FC6AB9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80D799-C459-4ABB-83ED-765774A14076}">
      <dgm:prSet/>
      <dgm:spPr/>
      <dgm:t>
        <a:bodyPr/>
        <a:lstStyle/>
        <a:p>
          <a:pPr rtl="0"/>
          <a:r>
            <a:rPr lang="en-US" dirty="0"/>
            <a:t>Write proper </a:t>
          </a:r>
          <a:r>
            <a:rPr lang="en-US" dirty="0" err="1"/>
            <a:t>pseudocode</a:t>
          </a:r>
          <a:r>
            <a:rPr lang="en-US" dirty="0"/>
            <a:t> based on knowledge of algorithm operation. (Intent: not a design outcome).</a:t>
          </a:r>
        </a:p>
      </dgm:t>
    </dgm:pt>
    <dgm:pt modelId="{7323327D-3AB8-43F2-949E-3061CEEBCEB0}" type="parTrans" cxnId="{361721A7-DD90-4D70-A100-0A306B560F1C}">
      <dgm:prSet/>
      <dgm:spPr/>
      <dgm:t>
        <a:bodyPr/>
        <a:lstStyle/>
        <a:p>
          <a:endParaRPr lang="en-US"/>
        </a:p>
      </dgm:t>
    </dgm:pt>
    <dgm:pt modelId="{07DDBC7F-432C-42A5-8A7B-54A8F5C280FD}" type="sibTrans" cxnId="{361721A7-DD90-4D70-A100-0A306B560F1C}">
      <dgm:prSet/>
      <dgm:spPr/>
      <dgm:t>
        <a:bodyPr/>
        <a:lstStyle/>
        <a:p>
          <a:endParaRPr lang="en-US"/>
        </a:p>
      </dgm:t>
    </dgm:pt>
    <dgm:pt modelId="{55AC0041-55DF-4181-A108-A783FF150D33}">
      <dgm:prSet/>
      <dgm:spPr/>
      <dgm:t>
        <a:bodyPr/>
        <a:lstStyle/>
        <a:p>
          <a:pPr rtl="0"/>
          <a:r>
            <a:rPr lang="en-US" dirty="0"/>
            <a:t>Analyze select (covered) decrease-conquer algorithms given a </a:t>
          </a:r>
          <a:r>
            <a:rPr lang="en-US" dirty="0" err="1"/>
            <a:t>pesudocode</a:t>
          </a:r>
          <a:r>
            <a:rPr lang="en-US" dirty="0"/>
            <a:t>.</a:t>
          </a:r>
        </a:p>
      </dgm:t>
    </dgm:pt>
    <dgm:pt modelId="{BDB3607D-CC31-45D8-8A9C-BD640A394EA2}" type="parTrans" cxnId="{1DE7DDCC-11D1-4FAE-9370-A0538FB29AF9}">
      <dgm:prSet/>
      <dgm:spPr/>
      <dgm:t>
        <a:bodyPr/>
        <a:lstStyle/>
        <a:p>
          <a:endParaRPr lang="en-US"/>
        </a:p>
      </dgm:t>
    </dgm:pt>
    <dgm:pt modelId="{F8A8E7A7-AE4B-4B33-ABD3-2B09A4B7C9D7}" type="sibTrans" cxnId="{1DE7DDCC-11D1-4FAE-9370-A0538FB29AF9}">
      <dgm:prSet/>
      <dgm:spPr/>
      <dgm:t>
        <a:bodyPr/>
        <a:lstStyle/>
        <a:p>
          <a:endParaRPr lang="en-US"/>
        </a:p>
      </dgm:t>
    </dgm:pt>
    <dgm:pt modelId="{B38FBBC6-FD38-4C4C-9E36-A518E232BE53}">
      <dgm:prSet/>
      <dgm:spPr/>
      <dgm:t>
        <a:bodyPr/>
        <a:lstStyle/>
        <a:p>
          <a:pPr rtl="0"/>
          <a:r>
            <a:rPr lang="en-US" dirty="0">
              <a:solidFill>
                <a:srgbClr val="FFFF00"/>
              </a:solidFill>
            </a:rPr>
            <a:t>Compare select (covered) algorithms and related data structures in terms of design, operation, performance, and applications.</a:t>
          </a:r>
        </a:p>
      </dgm:t>
    </dgm:pt>
    <dgm:pt modelId="{44E95428-6C68-4366-B137-2A51A9F5D394}" type="parTrans" cxnId="{CEFDA67B-2B14-4D02-97EE-0A7AA0CEA781}">
      <dgm:prSet/>
      <dgm:spPr/>
      <dgm:t>
        <a:bodyPr/>
        <a:lstStyle/>
        <a:p>
          <a:endParaRPr lang="en-US"/>
        </a:p>
      </dgm:t>
    </dgm:pt>
    <dgm:pt modelId="{D0372FF3-2575-45D0-B900-FAE94AC9F9DE}" type="sibTrans" cxnId="{CEFDA67B-2B14-4D02-97EE-0A7AA0CEA781}">
      <dgm:prSet/>
      <dgm:spPr/>
      <dgm:t>
        <a:bodyPr/>
        <a:lstStyle/>
        <a:p>
          <a:endParaRPr lang="en-US"/>
        </a:p>
      </dgm:t>
    </dgm:pt>
    <dgm:pt modelId="{5A1F641A-58AD-49A6-B511-2225E97CFC4E}">
      <dgm:prSet/>
      <dgm:spPr/>
      <dgm:t>
        <a:bodyPr/>
        <a:lstStyle/>
        <a:p>
          <a:pPr rtl="0"/>
          <a:r>
            <a:rPr lang="en-US" dirty="0"/>
            <a:t>Analyze select (covered) divide-conquer algorithms given a </a:t>
          </a:r>
          <a:r>
            <a:rPr lang="en-US" dirty="0" err="1"/>
            <a:t>pesudocode</a:t>
          </a:r>
          <a:r>
            <a:rPr lang="en-US" dirty="0"/>
            <a:t>.</a:t>
          </a:r>
        </a:p>
      </dgm:t>
    </dgm:pt>
    <dgm:pt modelId="{6C1AB58E-B17D-4DA0-A5FE-507A5611DD95}" type="parTrans" cxnId="{33BD5230-1083-48BA-BACA-D44E9B10D894}">
      <dgm:prSet/>
      <dgm:spPr/>
      <dgm:t>
        <a:bodyPr/>
        <a:lstStyle/>
        <a:p>
          <a:endParaRPr lang="en-US"/>
        </a:p>
      </dgm:t>
    </dgm:pt>
    <dgm:pt modelId="{DD8B54E8-616D-4C02-900E-6CB394F84BBC}" type="sibTrans" cxnId="{33BD5230-1083-48BA-BACA-D44E9B10D894}">
      <dgm:prSet/>
      <dgm:spPr/>
      <dgm:t>
        <a:bodyPr/>
        <a:lstStyle/>
        <a:p>
          <a:endParaRPr lang="en-US"/>
        </a:p>
      </dgm:t>
    </dgm:pt>
    <dgm:pt modelId="{1E704C38-306F-4903-8EBA-CA267AAE1CC9}">
      <dgm:prSet/>
      <dgm:spPr/>
      <dgm:t>
        <a:bodyPr/>
        <a:lstStyle/>
        <a:p>
          <a:pPr rtl="0"/>
          <a:r>
            <a:rPr lang="en-US" dirty="0"/>
            <a:t>Compare select (covered) algorithms and related data structures in terms of operation, performance, and applications.</a:t>
          </a:r>
          <a:endParaRPr lang="en-US" dirty="0">
            <a:solidFill>
              <a:srgbClr val="FFFF00"/>
            </a:solidFill>
          </a:endParaRPr>
        </a:p>
      </dgm:t>
    </dgm:pt>
    <dgm:pt modelId="{4E8E6DA7-EC41-48DA-8027-57E9C3CFC888}" type="parTrans" cxnId="{1FE04ED7-729F-4742-B1B4-13DB9C24C496}">
      <dgm:prSet/>
      <dgm:spPr/>
      <dgm:t>
        <a:bodyPr/>
        <a:lstStyle/>
        <a:p>
          <a:endParaRPr lang="en-US"/>
        </a:p>
      </dgm:t>
    </dgm:pt>
    <dgm:pt modelId="{7E8091F3-3A8E-4E93-94BC-B0E3AC42852B}" type="sibTrans" cxnId="{1FE04ED7-729F-4742-B1B4-13DB9C24C496}">
      <dgm:prSet/>
      <dgm:spPr/>
      <dgm:t>
        <a:bodyPr/>
        <a:lstStyle/>
        <a:p>
          <a:endParaRPr lang="en-US"/>
        </a:p>
      </dgm:t>
    </dgm:pt>
    <dgm:pt modelId="{16D9BC1E-64F9-439D-88C4-0D722ADF9D08}" type="pres">
      <dgm:prSet presAssocID="{8DB613B9-BD1E-4B71-B86D-9FE20FC6AB92}" presName="linearFlow" presStyleCnt="0">
        <dgm:presLayoutVars>
          <dgm:dir/>
          <dgm:resizeHandles val="exact"/>
        </dgm:presLayoutVars>
      </dgm:prSet>
      <dgm:spPr/>
    </dgm:pt>
    <dgm:pt modelId="{A4356493-5AEC-4413-B9B0-1E8EC24268D9}" type="pres">
      <dgm:prSet presAssocID="{C380D799-C459-4ABB-83ED-765774A14076}" presName="composite" presStyleCnt="0"/>
      <dgm:spPr/>
    </dgm:pt>
    <dgm:pt modelId="{6A226140-E33F-4B65-ADF2-7CED32BC6A5C}" type="pres">
      <dgm:prSet presAssocID="{C380D799-C459-4ABB-83ED-765774A14076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EA79439-C9DE-4ACC-85F2-E72640591170}" type="pres">
      <dgm:prSet presAssocID="{C380D799-C459-4ABB-83ED-765774A14076}" presName="txShp" presStyleLbl="node1" presStyleIdx="0" presStyleCnt="5">
        <dgm:presLayoutVars>
          <dgm:bulletEnabled val="1"/>
        </dgm:presLayoutVars>
      </dgm:prSet>
      <dgm:spPr/>
    </dgm:pt>
    <dgm:pt modelId="{3F2EB348-87EA-4EA3-B59C-F32F5038C061}" type="pres">
      <dgm:prSet presAssocID="{07DDBC7F-432C-42A5-8A7B-54A8F5C280FD}" presName="spacing" presStyleCnt="0"/>
      <dgm:spPr/>
    </dgm:pt>
    <dgm:pt modelId="{517528F1-A955-42CC-908D-C3265ECCF587}" type="pres">
      <dgm:prSet presAssocID="{55AC0041-55DF-4181-A108-A783FF150D33}" presName="composite" presStyleCnt="0"/>
      <dgm:spPr/>
    </dgm:pt>
    <dgm:pt modelId="{F2496D6E-A454-49DE-9D4A-1A5C06A8DA0C}" type="pres">
      <dgm:prSet presAssocID="{55AC0041-55DF-4181-A108-A783FF150D33}" presName="imgShp" presStyleLbl="fgImgPlace1" presStyleIdx="1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A72FCB9-03CB-4279-AF24-5D9AEF9DECF3}" type="pres">
      <dgm:prSet presAssocID="{55AC0041-55DF-4181-A108-A783FF150D33}" presName="txShp" presStyleLbl="node1" presStyleIdx="1" presStyleCnt="5">
        <dgm:presLayoutVars>
          <dgm:bulletEnabled val="1"/>
        </dgm:presLayoutVars>
      </dgm:prSet>
      <dgm:spPr/>
    </dgm:pt>
    <dgm:pt modelId="{C2659286-EEBE-4B12-B6CE-24FDB11E7301}" type="pres">
      <dgm:prSet presAssocID="{F8A8E7A7-AE4B-4B33-ABD3-2B09A4B7C9D7}" presName="spacing" presStyleCnt="0"/>
      <dgm:spPr/>
    </dgm:pt>
    <dgm:pt modelId="{7ED1B46F-5DAF-4C73-B9A0-D41856227FD8}" type="pres">
      <dgm:prSet presAssocID="{B38FBBC6-FD38-4C4C-9E36-A518E232BE53}" presName="composite" presStyleCnt="0"/>
      <dgm:spPr/>
    </dgm:pt>
    <dgm:pt modelId="{18289501-B951-4060-A59E-8F7D9A6A9912}" type="pres">
      <dgm:prSet presAssocID="{B38FBBC6-FD38-4C4C-9E36-A518E232BE53}" presName="imgShp" presStyleLbl="fgImgPlace1" presStyleIdx="2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760EF22-363D-4280-8067-9A3F02EAC21C}" type="pres">
      <dgm:prSet presAssocID="{B38FBBC6-FD38-4C4C-9E36-A518E232BE53}" presName="txShp" presStyleLbl="node1" presStyleIdx="2" presStyleCnt="5">
        <dgm:presLayoutVars>
          <dgm:bulletEnabled val="1"/>
        </dgm:presLayoutVars>
      </dgm:prSet>
      <dgm:spPr/>
    </dgm:pt>
    <dgm:pt modelId="{E1212515-DFE3-4B5D-BBBB-8C2C9EA6BF23}" type="pres">
      <dgm:prSet presAssocID="{D0372FF3-2575-45D0-B900-FAE94AC9F9DE}" presName="spacing" presStyleCnt="0"/>
      <dgm:spPr/>
    </dgm:pt>
    <dgm:pt modelId="{41873339-D49D-49A8-B2D7-83F4AFF7757E}" type="pres">
      <dgm:prSet presAssocID="{5A1F641A-58AD-49A6-B511-2225E97CFC4E}" presName="composite" presStyleCnt="0"/>
      <dgm:spPr/>
    </dgm:pt>
    <dgm:pt modelId="{6913F6E7-25CD-40B0-A810-31AA8F0CA42E}" type="pres">
      <dgm:prSet presAssocID="{5A1F641A-58AD-49A6-B511-2225E97CFC4E}" presName="imgShp" presStyleLbl="fgImgPlace1" presStyleIdx="3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AD526EF-092A-4B5C-9A0A-3FDDFF25EC71}" type="pres">
      <dgm:prSet presAssocID="{5A1F641A-58AD-49A6-B511-2225E97CFC4E}" presName="txShp" presStyleLbl="node1" presStyleIdx="3" presStyleCnt="5">
        <dgm:presLayoutVars>
          <dgm:bulletEnabled val="1"/>
        </dgm:presLayoutVars>
      </dgm:prSet>
      <dgm:spPr/>
    </dgm:pt>
    <dgm:pt modelId="{34EBC283-73CE-4CFA-B7F4-D54A5A2827FA}" type="pres">
      <dgm:prSet presAssocID="{DD8B54E8-616D-4C02-900E-6CB394F84BBC}" presName="spacing" presStyleCnt="0"/>
      <dgm:spPr/>
    </dgm:pt>
    <dgm:pt modelId="{71AC4BFF-9DF8-49B5-A3E1-3ECCE346490E}" type="pres">
      <dgm:prSet presAssocID="{1E704C38-306F-4903-8EBA-CA267AAE1CC9}" presName="composite" presStyleCnt="0"/>
      <dgm:spPr/>
    </dgm:pt>
    <dgm:pt modelId="{24DD3C8B-1076-448A-9C53-B730F8C203CD}" type="pres">
      <dgm:prSet presAssocID="{1E704C38-306F-4903-8EBA-CA267AAE1CC9}" presName="imgShp" presStyleLbl="fgImgPlace1" presStyleIdx="4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63C5878-4E45-4CE6-BEAC-32268B2F6DA5}" type="pres">
      <dgm:prSet presAssocID="{1E704C38-306F-4903-8EBA-CA267AAE1CC9}" presName="txShp" presStyleLbl="node1" presStyleIdx="4" presStyleCnt="5">
        <dgm:presLayoutVars>
          <dgm:bulletEnabled val="1"/>
        </dgm:presLayoutVars>
      </dgm:prSet>
      <dgm:spPr/>
    </dgm:pt>
  </dgm:ptLst>
  <dgm:cxnLst>
    <dgm:cxn modelId="{1951DE0E-AEC5-4B5A-92C5-400C2393A9AB}" type="presOf" srcId="{55AC0041-55DF-4181-A108-A783FF150D33}" destId="{BA72FCB9-03CB-4279-AF24-5D9AEF9DECF3}" srcOrd="0" destOrd="0" presId="urn:microsoft.com/office/officeart/2005/8/layout/vList3"/>
    <dgm:cxn modelId="{33BD5230-1083-48BA-BACA-D44E9B10D894}" srcId="{8DB613B9-BD1E-4B71-B86D-9FE20FC6AB92}" destId="{5A1F641A-58AD-49A6-B511-2225E97CFC4E}" srcOrd="3" destOrd="0" parTransId="{6C1AB58E-B17D-4DA0-A5FE-507A5611DD95}" sibTransId="{DD8B54E8-616D-4C02-900E-6CB394F84BBC}"/>
    <dgm:cxn modelId="{48D16E34-911E-4809-8610-877591F384A9}" type="presOf" srcId="{C380D799-C459-4ABB-83ED-765774A14076}" destId="{EEA79439-C9DE-4ACC-85F2-E72640591170}" srcOrd="0" destOrd="0" presId="urn:microsoft.com/office/officeart/2005/8/layout/vList3"/>
    <dgm:cxn modelId="{FC25C05F-6712-4566-A87F-7B24B53FF49E}" type="presOf" srcId="{B38FBBC6-FD38-4C4C-9E36-A518E232BE53}" destId="{7760EF22-363D-4280-8067-9A3F02EAC21C}" srcOrd="0" destOrd="0" presId="urn:microsoft.com/office/officeart/2005/8/layout/vList3"/>
    <dgm:cxn modelId="{F3306D67-2EC3-461B-9428-5F407BA8ED19}" type="presOf" srcId="{5A1F641A-58AD-49A6-B511-2225E97CFC4E}" destId="{5AD526EF-092A-4B5C-9A0A-3FDDFF25EC71}" srcOrd="0" destOrd="0" presId="urn:microsoft.com/office/officeart/2005/8/layout/vList3"/>
    <dgm:cxn modelId="{CEFDA67B-2B14-4D02-97EE-0A7AA0CEA781}" srcId="{8DB613B9-BD1E-4B71-B86D-9FE20FC6AB92}" destId="{B38FBBC6-FD38-4C4C-9E36-A518E232BE53}" srcOrd="2" destOrd="0" parTransId="{44E95428-6C68-4366-B137-2A51A9F5D394}" sibTransId="{D0372FF3-2575-45D0-B900-FAE94AC9F9DE}"/>
    <dgm:cxn modelId="{361721A7-DD90-4D70-A100-0A306B560F1C}" srcId="{8DB613B9-BD1E-4B71-B86D-9FE20FC6AB92}" destId="{C380D799-C459-4ABB-83ED-765774A14076}" srcOrd="0" destOrd="0" parTransId="{7323327D-3AB8-43F2-949E-3061CEEBCEB0}" sibTransId="{07DDBC7F-432C-42A5-8A7B-54A8F5C280FD}"/>
    <dgm:cxn modelId="{C7566EA7-210D-4F87-B0B3-FDDB75E866C6}" type="presOf" srcId="{1E704C38-306F-4903-8EBA-CA267AAE1CC9}" destId="{663C5878-4E45-4CE6-BEAC-32268B2F6DA5}" srcOrd="0" destOrd="0" presId="urn:microsoft.com/office/officeart/2005/8/layout/vList3"/>
    <dgm:cxn modelId="{8E7583B4-8FCC-402F-8C33-A811DF7B4A99}" type="presOf" srcId="{8DB613B9-BD1E-4B71-B86D-9FE20FC6AB92}" destId="{16D9BC1E-64F9-439D-88C4-0D722ADF9D08}" srcOrd="0" destOrd="0" presId="urn:microsoft.com/office/officeart/2005/8/layout/vList3"/>
    <dgm:cxn modelId="{1DE7DDCC-11D1-4FAE-9370-A0538FB29AF9}" srcId="{8DB613B9-BD1E-4B71-B86D-9FE20FC6AB92}" destId="{55AC0041-55DF-4181-A108-A783FF150D33}" srcOrd="1" destOrd="0" parTransId="{BDB3607D-CC31-45D8-8A9C-BD640A394EA2}" sibTransId="{F8A8E7A7-AE4B-4B33-ABD3-2B09A4B7C9D7}"/>
    <dgm:cxn modelId="{1FE04ED7-729F-4742-B1B4-13DB9C24C496}" srcId="{8DB613B9-BD1E-4B71-B86D-9FE20FC6AB92}" destId="{1E704C38-306F-4903-8EBA-CA267AAE1CC9}" srcOrd="4" destOrd="0" parTransId="{4E8E6DA7-EC41-48DA-8027-57E9C3CFC888}" sibTransId="{7E8091F3-3A8E-4E93-94BC-B0E3AC42852B}"/>
    <dgm:cxn modelId="{4A168F4D-5C4E-411E-BD03-0CBB397B15A4}" type="presParOf" srcId="{16D9BC1E-64F9-439D-88C4-0D722ADF9D08}" destId="{A4356493-5AEC-4413-B9B0-1E8EC24268D9}" srcOrd="0" destOrd="0" presId="urn:microsoft.com/office/officeart/2005/8/layout/vList3"/>
    <dgm:cxn modelId="{76011B3E-9BA0-4191-B072-08B55AFF1EF4}" type="presParOf" srcId="{A4356493-5AEC-4413-B9B0-1E8EC24268D9}" destId="{6A226140-E33F-4B65-ADF2-7CED32BC6A5C}" srcOrd="0" destOrd="0" presId="urn:microsoft.com/office/officeart/2005/8/layout/vList3"/>
    <dgm:cxn modelId="{B520C218-EB17-45FF-96A0-E659B32E6301}" type="presParOf" srcId="{A4356493-5AEC-4413-B9B0-1E8EC24268D9}" destId="{EEA79439-C9DE-4ACC-85F2-E72640591170}" srcOrd="1" destOrd="0" presId="urn:microsoft.com/office/officeart/2005/8/layout/vList3"/>
    <dgm:cxn modelId="{0BE8A240-51D8-4E10-ACB8-CE89C7584162}" type="presParOf" srcId="{16D9BC1E-64F9-439D-88C4-0D722ADF9D08}" destId="{3F2EB348-87EA-4EA3-B59C-F32F5038C061}" srcOrd="1" destOrd="0" presId="urn:microsoft.com/office/officeart/2005/8/layout/vList3"/>
    <dgm:cxn modelId="{972B746A-6853-4A49-8981-2729D558F10E}" type="presParOf" srcId="{16D9BC1E-64F9-439D-88C4-0D722ADF9D08}" destId="{517528F1-A955-42CC-908D-C3265ECCF587}" srcOrd="2" destOrd="0" presId="urn:microsoft.com/office/officeart/2005/8/layout/vList3"/>
    <dgm:cxn modelId="{9BA5E069-6E2F-4EFD-B782-0F20ACDE6BBD}" type="presParOf" srcId="{517528F1-A955-42CC-908D-C3265ECCF587}" destId="{F2496D6E-A454-49DE-9D4A-1A5C06A8DA0C}" srcOrd="0" destOrd="0" presId="urn:microsoft.com/office/officeart/2005/8/layout/vList3"/>
    <dgm:cxn modelId="{57913EEE-FBE7-4D55-8F53-D56CB53C859A}" type="presParOf" srcId="{517528F1-A955-42CC-908D-C3265ECCF587}" destId="{BA72FCB9-03CB-4279-AF24-5D9AEF9DECF3}" srcOrd="1" destOrd="0" presId="urn:microsoft.com/office/officeart/2005/8/layout/vList3"/>
    <dgm:cxn modelId="{DBEA341D-4F68-4CDE-A749-B18AA1D18B60}" type="presParOf" srcId="{16D9BC1E-64F9-439D-88C4-0D722ADF9D08}" destId="{C2659286-EEBE-4B12-B6CE-24FDB11E7301}" srcOrd="3" destOrd="0" presId="urn:microsoft.com/office/officeart/2005/8/layout/vList3"/>
    <dgm:cxn modelId="{EF646831-2ED9-40F0-8616-5E070BC55FBD}" type="presParOf" srcId="{16D9BC1E-64F9-439D-88C4-0D722ADF9D08}" destId="{7ED1B46F-5DAF-4C73-B9A0-D41856227FD8}" srcOrd="4" destOrd="0" presId="urn:microsoft.com/office/officeart/2005/8/layout/vList3"/>
    <dgm:cxn modelId="{482F9E20-3E91-4D10-9F1D-365A19B38281}" type="presParOf" srcId="{7ED1B46F-5DAF-4C73-B9A0-D41856227FD8}" destId="{18289501-B951-4060-A59E-8F7D9A6A9912}" srcOrd="0" destOrd="0" presId="urn:microsoft.com/office/officeart/2005/8/layout/vList3"/>
    <dgm:cxn modelId="{1C48A713-E097-4092-955E-07ABFD7ED2B0}" type="presParOf" srcId="{7ED1B46F-5DAF-4C73-B9A0-D41856227FD8}" destId="{7760EF22-363D-4280-8067-9A3F02EAC21C}" srcOrd="1" destOrd="0" presId="urn:microsoft.com/office/officeart/2005/8/layout/vList3"/>
    <dgm:cxn modelId="{E973E35A-3C2F-4CDB-B60D-E628029C6C27}" type="presParOf" srcId="{16D9BC1E-64F9-439D-88C4-0D722ADF9D08}" destId="{E1212515-DFE3-4B5D-BBBB-8C2C9EA6BF23}" srcOrd="5" destOrd="0" presId="urn:microsoft.com/office/officeart/2005/8/layout/vList3"/>
    <dgm:cxn modelId="{0EFC5006-C3B4-4CE1-944E-C87B5D26CBD4}" type="presParOf" srcId="{16D9BC1E-64F9-439D-88C4-0D722ADF9D08}" destId="{41873339-D49D-49A8-B2D7-83F4AFF7757E}" srcOrd="6" destOrd="0" presId="urn:microsoft.com/office/officeart/2005/8/layout/vList3"/>
    <dgm:cxn modelId="{99BC1DD4-1262-444F-97A8-E21C761DF2B7}" type="presParOf" srcId="{41873339-D49D-49A8-B2D7-83F4AFF7757E}" destId="{6913F6E7-25CD-40B0-A810-31AA8F0CA42E}" srcOrd="0" destOrd="0" presId="urn:microsoft.com/office/officeart/2005/8/layout/vList3"/>
    <dgm:cxn modelId="{AEBD329E-CBFB-4B99-A317-944E9C60989B}" type="presParOf" srcId="{41873339-D49D-49A8-B2D7-83F4AFF7757E}" destId="{5AD526EF-092A-4B5C-9A0A-3FDDFF25EC71}" srcOrd="1" destOrd="0" presId="urn:microsoft.com/office/officeart/2005/8/layout/vList3"/>
    <dgm:cxn modelId="{24E87248-CE13-4B46-BA9E-BF15F18E1A44}" type="presParOf" srcId="{16D9BC1E-64F9-439D-88C4-0D722ADF9D08}" destId="{34EBC283-73CE-4CFA-B7F4-D54A5A2827FA}" srcOrd="7" destOrd="0" presId="urn:microsoft.com/office/officeart/2005/8/layout/vList3"/>
    <dgm:cxn modelId="{AEE37B85-C267-4CE2-A21A-9C01276DAC89}" type="presParOf" srcId="{16D9BC1E-64F9-439D-88C4-0D722ADF9D08}" destId="{71AC4BFF-9DF8-49B5-A3E1-3ECCE346490E}" srcOrd="8" destOrd="0" presId="urn:microsoft.com/office/officeart/2005/8/layout/vList3"/>
    <dgm:cxn modelId="{849532C0-750A-4250-8CB8-E1E436C9604C}" type="presParOf" srcId="{71AC4BFF-9DF8-49B5-A3E1-3ECCE346490E}" destId="{24DD3C8B-1076-448A-9C53-B730F8C203CD}" srcOrd="0" destOrd="0" presId="urn:microsoft.com/office/officeart/2005/8/layout/vList3"/>
    <dgm:cxn modelId="{2EEE4E68-D3FD-4080-BF70-CAC80E981345}" type="presParOf" srcId="{71AC4BFF-9DF8-49B5-A3E1-3ECCE346490E}" destId="{663C5878-4E45-4CE6-BEAC-32268B2F6DA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B613B9-BD1E-4B71-B86D-9FE20FC6AB9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80D799-C459-4ABB-83ED-765774A14076}">
      <dgm:prSet/>
      <dgm:spPr/>
      <dgm:t>
        <a:bodyPr/>
        <a:lstStyle/>
        <a:p>
          <a:pPr rtl="0"/>
          <a:r>
            <a:rPr lang="en-US" dirty="0">
              <a:solidFill>
                <a:srgbClr val="FFFF00"/>
              </a:solidFill>
            </a:rPr>
            <a:t>Analyze select (covered) transform-conquer algorithms given a </a:t>
          </a:r>
          <a:r>
            <a:rPr lang="en-US" dirty="0" err="1">
              <a:solidFill>
                <a:srgbClr val="FFFF00"/>
              </a:solidFill>
            </a:rPr>
            <a:t>pesudocode</a:t>
          </a:r>
          <a:r>
            <a:rPr lang="en-US" dirty="0">
              <a:solidFill>
                <a:srgbClr val="FFFF00"/>
              </a:solidFill>
            </a:rPr>
            <a:t>.</a:t>
          </a:r>
        </a:p>
      </dgm:t>
    </dgm:pt>
    <dgm:pt modelId="{7323327D-3AB8-43F2-949E-3061CEEBCEB0}" type="parTrans" cxnId="{361721A7-DD90-4D70-A100-0A306B560F1C}">
      <dgm:prSet/>
      <dgm:spPr/>
      <dgm:t>
        <a:bodyPr/>
        <a:lstStyle/>
        <a:p>
          <a:endParaRPr lang="en-US"/>
        </a:p>
      </dgm:t>
    </dgm:pt>
    <dgm:pt modelId="{07DDBC7F-432C-42A5-8A7B-54A8F5C280FD}" type="sibTrans" cxnId="{361721A7-DD90-4D70-A100-0A306B560F1C}">
      <dgm:prSet/>
      <dgm:spPr/>
      <dgm:t>
        <a:bodyPr/>
        <a:lstStyle/>
        <a:p>
          <a:endParaRPr lang="en-US"/>
        </a:p>
      </dgm:t>
    </dgm:pt>
    <dgm:pt modelId="{55AC0041-55DF-4181-A108-A783FF150D33}">
      <dgm:prSet/>
      <dgm:spPr/>
      <dgm:t>
        <a:bodyPr/>
        <a:lstStyle/>
        <a:p>
          <a:pPr rtl="0"/>
          <a:r>
            <a:rPr lang="en-US" dirty="0"/>
            <a:t>Compare select (covered) data structures with respect to dictionary operations.</a:t>
          </a:r>
        </a:p>
      </dgm:t>
    </dgm:pt>
    <dgm:pt modelId="{BDB3607D-CC31-45D8-8A9C-BD640A394EA2}" type="parTrans" cxnId="{1DE7DDCC-11D1-4FAE-9370-A0538FB29AF9}">
      <dgm:prSet/>
      <dgm:spPr/>
      <dgm:t>
        <a:bodyPr/>
        <a:lstStyle/>
        <a:p>
          <a:endParaRPr lang="en-US"/>
        </a:p>
      </dgm:t>
    </dgm:pt>
    <dgm:pt modelId="{F8A8E7A7-AE4B-4B33-ABD3-2B09A4B7C9D7}" type="sibTrans" cxnId="{1DE7DDCC-11D1-4FAE-9370-A0538FB29AF9}">
      <dgm:prSet/>
      <dgm:spPr/>
      <dgm:t>
        <a:bodyPr/>
        <a:lstStyle/>
        <a:p>
          <a:endParaRPr lang="en-US"/>
        </a:p>
      </dgm:t>
    </dgm:pt>
    <dgm:pt modelId="{B38FBBC6-FD38-4C4C-9E36-A518E232BE53}">
      <dgm:prSet/>
      <dgm:spPr/>
      <dgm:t>
        <a:bodyPr/>
        <a:lstStyle/>
        <a:p>
          <a:pPr rtl="0"/>
          <a:r>
            <a:rPr lang="en-US" dirty="0">
              <a:solidFill>
                <a:srgbClr val="FFFF00"/>
              </a:solidFill>
            </a:rPr>
            <a:t>Apply empirical techniques to assess the performance of (a set) of algorithm(s).</a:t>
          </a:r>
        </a:p>
      </dgm:t>
    </dgm:pt>
    <dgm:pt modelId="{44E95428-6C68-4366-B137-2A51A9F5D394}" type="parTrans" cxnId="{CEFDA67B-2B14-4D02-97EE-0A7AA0CEA781}">
      <dgm:prSet/>
      <dgm:spPr/>
      <dgm:t>
        <a:bodyPr/>
        <a:lstStyle/>
        <a:p>
          <a:endParaRPr lang="en-US"/>
        </a:p>
      </dgm:t>
    </dgm:pt>
    <dgm:pt modelId="{D0372FF3-2575-45D0-B900-FAE94AC9F9DE}" type="sibTrans" cxnId="{CEFDA67B-2B14-4D02-97EE-0A7AA0CEA781}">
      <dgm:prSet/>
      <dgm:spPr/>
      <dgm:t>
        <a:bodyPr/>
        <a:lstStyle/>
        <a:p>
          <a:endParaRPr lang="en-US"/>
        </a:p>
      </dgm:t>
    </dgm:pt>
    <dgm:pt modelId="{5A1F641A-58AD-49A6-B511-2225E97CFC4E}">
      <dgm:prSet/>
      <dgm:spPr/>
      <dgm:t>
        <a:bodyPr/>
        <a:lstStyle/>
        <a:p>
          <a:pPr rtl="0"/>
          <a:r>
            <a:rPr lang="en-US" dirty="0"/>
            <a:t>Implement algorithm given its </a:t>
          </a:r>
          <a:r>
            <a:rPr lang="en-US" dirty="0" err="1"/>
            <a:t>pseudocode</a:t>
          </a:r>
          <a:r>
            <a:rPr lang="en-US" dirty="0"/>
            <a:t> in programming language and environment of choice.	</a:t>
          </a:r>
        </a:p>
      </dgm:t>
    </dgm:pt>
    <dgm:pt modelId="{6C1AB58E-B17D-4DA0-A5FE-507A5611DD95}" type="parTrans" cxnId="{33BD5230-1083-48BA-BACA-D44E9B10D894}">
      <dgm:prSet/>
      <dgm:spPr/>
      <dgm:t>
        <a:bodyPr/>
        <a:lstStyle/>
        <a:p>
          <a:endParaRPr lang="en-US"/>
        </a:p>
      </dgm:t>
    </dgm:pt>
    <dgm:pt modelId="{DD8B54E8-616D-4C02-900E-6CB394F84BBC}" type="sibTrans" cxnId="{33BD5230-1083-48BA-BACA-D44E9B10D894}">
      <dgm:prSet/>
      <dgm:spPr/>
      <dgm:t>
        <a:bodyPr/>
        <a:lstStyle/>
        <a:p>
          <a:endParaRPr lang="en-US"/>
        </a:p>
      </dgm:t>
    </dgm:pt>
    <dgm:pt modelId="{1E704C38-306F-4903-8EBA-CA267AAE1CC9}">
      <dgm:prSet/>
      <dgm:spPr/>
      <dgm:t>
        <a:bodyPr/>
        <a:lstStyle/>
        <a:p>
          <a:pPr rtl="0"/>
          <a:r>
            <a:rPr lang="en-US" dirty="0">
              <a:solidFill>
                <a:srgbClr val="FFFF00"/>
              </a:solidFill>
            </a:rPr>
            <a:t>Design an algorithm to solve a problem based on solution descriptions or outline of steps.</a:t>
          </a:r>
        </a:p>
      </dgm:t>
    </dgm:pt>
    <dgm:pt modelId="{4E8E6DA7-EC41-48DA-8027-57E9C3CFC888}" type="parTrans" cxnId="{1FE04ED7-729F-4742-B1B4-13DB9C24C496}">
      <dgm:prSet/>
      <dgm:spPr/>
      <dgm:t>
        <a:bodyPr/>
        <a:lstStyle/>
        <a:p>
          <a:endParaRPr lang="en-US"/>
        </a:p>
      </dgm:t>
    </dgm:pt>
    <dgm:pt modelId="{7E8091F3-3A8E-4E93-94BC-B0E3AC42852B}" type="sibTrans" cxnId="{1FE04ED7-729F-4742-B1B4-13DB9C24C496}">
      <dgm:prSet/>
      <dgm:spPr/>
      <dgm:t>
        <a:bodyPr/>
        <a:lstStyle/>
        <a:p>
          <a:endParaRPr lang="en-US"/>
        </a:p>
      </dgm:t>
    </dgm:pt>
    <dgm:pt modelId="{16D9BC1E-64F9-439D-88C4-0D722ADF9D08}" type="pres">
      <dgm:prSet presAssocID="{8DB613B9-BD1E-4B71-B86D-9FE20FC6AB92}" presName="linearFlow" presStyleCnt="0">
        <dgm:presLayoutVars>
          <dgm:dir/>
          <dgm:resizeHandles val="exact"/>
        </dgm:presLayoutVars>
      </dgm:prSet>
      <dgm:spPr/>
    </dgm:pt>
    <dgm:pt modelId="{A4356493-5AEC-4413-B9B0-1E8EC24268D9}" type="pres">
      <dgm:prSet presAssocID="{C380D799-C459-4ABB-83ED-765774A14076}" presName="composite" presStyleCnt="0"/>
      <dgm:spPr/>
    </dgm:pt>
    <dgm:pt modelId="{6A226140-E33F-4B65-ADF2-7CED32BC6A5C}" type="pres">
      <dgm:prSet presAssocID="{C380D799-C459-4ABB-83ED-765774A14076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EA79439-C9DE-4ACC-85F2-E72640591170}" type="pres">
      <dgm:prSet presAssocID="{C380D799-C459-4ABB-83ED-765774A14076}" presName="txShp" presStyleLbl="node1" presStyleIdx="0" presStyleCnt="5">
        <dgm:presLayoutVars>
          <dgm:bulletEnabled val="1"/>
        </dgm:presLayoutVars>
      </dgm:prSet>
      <dgm:spPr/>
    </dgm:pt>
    <dgm:pt modelId="{3F2EB348-87EA-4EA3-B59C-F32F5038C061}" type="pres">
      <dgm:prSet presAssocID="{07DDBC7F-432C-42A5-8A7B-54A8F5C280FD}" presName="spacing" presStyleCnt="0"/>
      <dgm:spPr/>
    </dgm:pt>
    <dgm:pt modelId="{517528F1-A955-42CC-908D-C3265ECCF587}" type="pres">
      <dgm:prSet presAssocID="{55AC0041-55DF-4181-A108-A783FF150D33}" presName="composite" presStyleCnt="0"/>
      <dgm:spPr/>
    </dgm:pt>
    <dgm:pt modelId="{F2496D6E-A454-49DE-9D4A-1A5C06A8DA0C}" type="pres">
      <dgm:prSet presAssocID="{55AC0041-55DF-4181-A108-A783FF150D33}" presName="imgShp" presStyleLbl="fgImgPlace1" presStyleIdx="1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A72FCB9-03CB-4279-AF24-5D9AEF9DECF3}" type="pres">
      <dgm:prSet presAssocID="{55AC0041-55DF-4181-A108-A783FF150D33}" presName="txShp" presStyleLbl="node1" presStyleIdx="1" presStyleCnt="5">
        <dgm:presLayoutVars>
          <dgm:bulletEnabled val="1"/>
        </dgm:presLayoutVars>
      </dgm:prSet>
      <dgm:spPr/>
    </dgm:pt>
    <dgm:pt modelId="{C2659286-EEBE-4B12-B6CE-24FDB11E7301}" type="pres">
      <dgm:prSet presAssocID="{F8A8E7A7-AE4B-4B33-ABD3-2B09A4B7C9D7}" presName="spacing" presStyleCnt="0"/>
      <dgm:spPr/>
    </dgm:pt>
    <dgm:pt modelId="{7ED1B46F-5DAF-4C73-B9A0-D41856227FD8}" type="pres">
      <dgm:prSet presAssocID="{B38FBBC6-FD38-4C4C-9E36-A518E232BE53}" presName="composite" presStyleCnt="0"/>
      <dgm:spPr/>
    </dgm:pt>
    <dgm:pt modelId="{18289501-B951-4060-A59E-8F7D9A6A9912}" type="pres">
      <dgm:prSet presAssocID="{B38FBBC6-FD38-4C4C-9E36-A518E232BE53}" presName="imgShp" presStyleLbl="fgImgPlace1" presStyleIdx="2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760EF22-363D-4280-8067-9A3F02EAC21C}" type="pres">
      <dgm:prSet presAssocID="{B38FBBC6-FD38-4C4C-9E36-A518E232BE53}" presName="txShp" presStyleLbl="node1" presStyleIdx="2" presStyleCnt="5">
        <dgm:presLayoutVars>
          <dgm:bulletEnabled val="1"/>
        </dgm:presLayoutVars>
      </dgm:prSet>
      <dgm:spPr/>
    </dgm:pt>
    <dgm:pt modelId="{E1212515-DFE3-4B5D-BBBB-8C2C9EA6BF23}" type="pres">
      <dgm:prSet presAssocID="{D0372FF3-2575-45D0-B900-FAE94AC9F9DE}" presName="spacing" presStyleCnt="0"/>
      <dgm:spPr/>
    </dgm:pt>
    <dgm:pt modelId="{41873339-D49D-49A8-B2D7-83F4AFF7757E}" type="pres">
      <dgm:prSet presAssocID="{5A1F641A-58AD-49A6-B511-2225E97CFC4E}" presName="composite" presStyleCnt="0"/>
      <dgm:spPr/>
    </dgm:pt>
    <dgm:pt modelId="{6913F6E7-25CD-40B0-A810-31AA8F0CA42E}" type="pres">
      <dgm:prSet presAssocID="{5A1F641A-58AD-49A6-B511-2225E97CFC4E}" presName="imgShp" presStyleLbl="fgImgPlace1" presStyleIdx="3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AD526EF-092A-4B5C-9A0A-3FDDFF25EC71}" type="pres">
      <dgm:prSet presAssocID="{5A1F641A-58AD-49A6-B511-2225E97CFC4E}" presName="txShp" presStyleLbl="node1" presStyleIdx="3" presStyleCnt="5">
        <dgm:presLayoutVars>
          <dgm:bulletEnabled val="1"/>
        </dgm:presLayoutVars>
      </dgm:prSet>
      <dgm:spPr/>
    </dgm:pt>
    <dgm:pt modelId="{34EBC283-73CE-4CFA-B7F4-D54A5A2827FA}" type="pres">
      <dgm:prSet presAssocID="{DD8B54E8-616D-4C02-900E-6CB394F84BBC}" presName="spacing" presStyleCnt="0"/>
      <dgm:spPr/>
    </dgm:pt>
    <dgm:pt modelId="{71AC4BFF-9DF8-49B5-A3E1-3ECCE346490E}" type="pres">
      <dgm:prSet presAssocID="{1E704C38-306F-4903-8EBA-CA267AAE1CC9}" presName="composite" presStyleCnt="0"/>
      <dgm:spPr/>
    </dgm:pt>
    <dgm:pt modelId="{24DD3C8B-1076-448A-9C53-B730F8C203CD}" type="pres">
      <dgm:prSet presAssocID="{1E704C38-306F-4903-8EBA-CA267AAE1CC9}" presName="imgShp" presStyleLbl="fgImgPlace1" presStyleIdx="4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63C5878-4E45-4CE6-BEAC-32268B2F6DA5}" type="pres">
      <dgm:prSet presAssocID="{1E704C38-306F-4903-8EBA-CA267AAE1CC9}" presName="txShp" presStyleLbl="node1" presStyleIdx="4" presStyleCnt="5">
        <dgm:presLayoutVars>
          <dgm:bulletEnabled val="1"/>
        </dgm:presLayoutVars>
      </dgm:prSet>
      <dgm:spPr/>
    </dgm:pt>
  </dgm:ptLst>
  <dgm:cxnLst>
    <dgm:cxn modelId="{95395906-E760-4615-973E-69208DA638C1}" type="presOf" srcId="{55AC0041-55DF-4181-A108-A783FF150D33}" destId="{BA72FCB9-03CB-4279-AF24-5D9AEF9DECF3}" srcOrd="0" destOrd="0" presId="urn:microsoft.com/office/officeart/2005/8/layout/vList3"/>
    <dgm:cxn modelId="{33BD5230-1083-48BA-BACA-D44E9B10D894}" srcId="{8DB613B9-BD1E-4B71-B86D-9FE20FC6AB92}" destId="{5A1F641A-58AD-49A6-B511-2225E97CFC4E}" srcOrd="3" destOrd="0" parTransId="{6C1AB58E-B17D-4DA0-A5FE-507A5611DD95}" sibTransId="{DD8B54E8-616D-4C02-900E-6CB394F84BBC}"/>
    <dgm:cxn modelId="{23A37A36-7635-469F-979C-B0F8D8447F6C}" type="presOf" srcId="{B38FBBC6-FD38-4C4C-9E36-A518E232BE53}" destId="{7760EF22-363D-4280-8067-9A3F02EAC21C}" srcOrd="0" destOrd="0" presId="urn:microsoft.com/office/officeart/2005/8/layout/vList3"/>
    <dgm:cxn modelId="{18250C70-CE1B-499C-88A7-046E04716622}" type="presOf" srcId="{8DB613B9-BD1E-4B71-B86D-9FE20FC6AB92}" destId="{16D9BC1E-64F9-439D-88C4-0D722ADF9D08}" srcOrd="0" destOrd="0" presId="urn:microsoft.com/office/officeart/2005/8/layout/vList3"/>
    <dgm:cxn modelId="{CEFDA67B-2B14-4D02-97EE-0A7AA0CEA781}" srcId="{8DB613B9-BD1E-4B71-B86D-9FE20FC6AB92}" destId="{B38FBBC6-FD38-4C4C-9E36-A518E232BE53}" srcOrd="2" destOrd="0" parTransId="{44E95428-6C68-4366-B137-2A51A9F5D394}" sibTransId="{D0372FF3-2575-45D0-B900-FAE94AC9F9DE}"/>
    <dgm:cxn modelId="{361721A7-DD90-4D70-A100-0A306B560F1C}" srcId="{8DB613B9-BD1E-4B71-B86D-9FE20FC6AB92}" destId="{C380D799-C459-4ABB-83ED-765774A14076}" srcOrd="0" destOrd="0" parTransId="{7323327D-3AB8-43F2-949E-3061CEEBCEB0}" sibTransId="{07DDBC7F-432C-42A5-8A7B-54A8F5C280FD}"/>
    <dgm:cxn modelId="{1DE7DDCC-11D1-4FAE-9370-A0538FB29AF9}" srcId="{8DB613B9-BD1E-4B71-B86D-9FE20FC6AB92}" destId="{55AC0041-55DF-4181-A108-A783FF150D33}" srcOrd="1" destOrd="0" parTransId="{BDB3607D-CC31-45D8-8A9C-BD640A394EA2}" sibTransId="{F8A8E7A7-AE4B-4B33-ABD3-2B09A4B7C9D7}"/>
    <dgm:cxn modelId="{63213CD1-CE80-4672-8220-B952F00DCEB9}" type="presOf" srcId="{C380D799-C459-4ABB-83ED-765774A14076}" destId="{EEA79439-C9DE-4ACC-85F2-E72640591170}" srcOrd="0" destOrd="0" presId="urn:microsoft.com/office/officeart/2005/8/layout/vList3"/>
    <dgm:cxn modelId="{1FE04ED7-729F-4742-B1B4-13DB9C24C496}" srcId="{8DB613B9-BD1E-4B71-B86D-9FE20FC6AB92}" destId="{1E704C38-306F-4903-8EBA-CA267AAE1CC9}" srcOrd="4" destOrd="0" parTransId="{4E8E6DA7-EC41-48DA-8027-57E9C3CFC888}" sibTransId="{7E8091F3-3A8E-4E93-94BC-B0E3AC42852B}"/>
    <dgm:cxn modelId="{1A12BCEF-D5AA-48FC-A3BB-9A0678ABC520}" type="presOf" srcId="{1E704C38-306F-4903-8EBA-CA267AAE1CC9}" destId="{663C5878-4E45-4CE6-BEAC-32268B2F6DA5}" srcOrd="0" destOrd="0" presId="urn:microsoft.com/office/officeart/2005/8/layout/vList3"/>
    <dgm:cxn modelId="{BA9010F3-D86A-4FBA-9C7C-047B3E253512}" type="presOf" srcId="{5A1F641A-58AD-49A6-B511-2225E97CFC4E}" destId="{5AD526EF-092A-4B5C-9A0A-3FDDFF25EC71}" srcOrd="0" destOrd="0" presId="urn:microsoft.com/office/officeart/2005/8/layout/vList3"/>
    <dgm:cxn modelId="{4EDB4684-73DF-48A6-A75D-B41622E6D72C}" type="presParOf" srcId="{16D9BC1E-64F9-439D-88C4-0D722ADF9D08}" destId="{A4356493-5AEC-4413-B9B0-1E8EC24268D9}" srcOrd="0" destOrd="0" presId="urn:microsoft.com/office/officeart/2005/8/layout/vList3"/>
    <dgm:cxn modelId="{493E06C0-23D5-47A9-BFB3-859A8440A5E0}" type="presParOf" srcId="{A4356493-5AEC-4413-B9B0-1E8EC24268D9}" destId="{6A226140-E33F-4B65-ADF2-7CED32BC6A5C}" srcOrd="0" destOrd="0" presId="urn:microsoft.com/office/officeart/2005/8/layout/vList3"/>
    <dgm:cxn modelId="{FF59AA7F-FE00-4A52-860E-E32337EB4A34}" type="presParOf" srcId="{A4356493-5AEC-4413-B9B0-1E8EC24268D9}" destId="{EEA79439-C9DE-4ACC-85F2-E72640591170}" srcOrd="1" destOrd="0" presId="urn:microsoft.com/office/officeart/2005/8/layout/vList3"/>
    <dgm:cxn modelId="{CA096740-EEA4-446F-B9FA-1F4EADA43D55}" type="presParOf" srcId="{16D9BC1E-64F9-439D-88C4-0D722ADF9D08}" destId="{3F2EB348-87EA-4EA3-B59C-F32F5038C061}" srcOrd="1" destOrd="0" presId="urn:microsoft.com/office/officeart/2005/8/layout/vList3"/>
    <dgm:cxn modelId="{E7C21856-0576-4F46-AC1D-967778C0D763}" type="presParOf" srcId="{16D9BC1E-64F9-439D-88C4-0D722ADF9D08}" destId="{517528F1-A955-42CC-908D-C3265ECCF587}" srcOrd="2" destOrd="0" presId="urn:microsoft.com/office/officeart/2005/8/layout/vList3"/>
    <dgm:cxn modelId="{697D984A-3993-4B2B-9B83-8856EF2F6754}" type="presParOf" srcId="{517528F1-A955-42CC-908D-C3265ECCF587}" destId="{F2496D6E-A454-49DE-9D4A-1A5C06A8DA0C}" srcOrd="0" destOrd="0" presId="urn:microsoft.com/office/officeart/2005/8/layout/vList3"/>
    <dgm:cxn modelId="{C920865B-08D4-4236-AEA6-C153BDE7DE91}" type="presParOf" srcId="{517528F1-A955-42CC-908D-C3265ECCF587}" destId="{BA72FCB9-03CB-4279-AF24-5D9AEF9DECF3}" srcOrd="1" destOrd="0" presId="urn:microsoft.com/office/officeart/2005/8/layout/vList3"/>
    <dgm:cxn modelId="{34647F61-B0D9-43E7-A867-00FFB944A8EF}" type="presParOf" srcId="{16D9BC1E-64F9-439D-88C4-0D722ADF9D08}" destId="{C2659286-EEBE-4B12-B6CE-24FDB11E7301}" srcOrd="3" destOrd="0" presId="urn:microsoft.com/office/officeart/2005/8/layout/vList3"/>
    <dgm:cxn modelId="{4DC7808B-A1D2-4655-A822-01F07C940A77}" type="presParOf" srcId="{16D9BC1E-64F9-439D-88C4-0D722ADF9D08}" destId="{7ED1B46F-5DAF-4C73-B9A0-D41856227FD8}" srcOrd="4" destOrd="0" presId="urn:microsoft.com/office/officeart/2005/8/layout/vList3"/>
    <dgm:cxn modelId="{9571062C-7955-44B9-9820-5343525D8ABA}" type="presParOf" srcId="{7ED1B46F-5DAF-4C73-B9A0-D41856227FD8}" destId="{18289501-B951-4060-A59E-8F7D9A6A9912}" srcOrd="0" destOrd="0" presId="urn:microsoft.com/office/officeart/2005/8/layout/vList3"/>
    <dgm:cxn modelId="{EA3B36B9-FE39-4042-B676-A35B950B2BEB}" type="presParOf" srcId="{7ED1B46F-5DAF-4C73-B9A0-D41856227FD8}" destId="{7760EF22-363D-4280-8067-9A3F02EAC21C}" srcOrd="1" destOrd="0" presId="urn:microsoft.com/office/officeart/2005/8/layout/vList3"/>
    <dgm:cxn modelId="{9C45FAAC-F19E-433D-B84C-6E0044B57898}" type="presParOf" srcId="{16D9BC1E-64F9-439D-88C4-0D722ADF9D08}" destId="{E1212515-DFE3-4B5D-BBBB-8C2C9EA6BF23}" srcOrd="5" destOrd="0" presId="urn:microsoft.com/office/officeart/2005/8/layout/vList3"/>
    <dgm:cxn modelId="{EF1EF15E-D391-4E11-8E1C-86DD5FD74288}" type="presParOf" srcId="{16D9BC1E-64F9-439D-88C4-0D722ADF9D08}" destId="{41873339-D49D-49A8-B2D7-83F4AFF7757E}" srcOrd="6" destOrd="0" presId="urn:microsoft.com/office/officeart/2005/8/layout/vList3"/>
    <dgm:cxn modelId="{DC08D662-F967-4DB2-9D52-8E882D1E58FF}" type="presParOf" srcId="{41873339-D49D-49A8-B2D7-83F4AFF7757E}" destId="{6913F6E7-25CD-40B0-A810-31AA8F0CA42E}" srcOrd="0" destOrd="0" presId="urn:microsoft.com/office/officeart/2005/8/layout/vList3"/>
    <dgm:cxn modelId="{84CDFBF8-DFD8-401D-9E40-01197F9703BB}" type="presParOf" srcId="{41873339-D49D-49A8-B2D7-83F4AFF7757E}" destId="{5AD526EF-092A-4B5C-9A0A-3FDDFF25EC71}" srcOrd="1" destOrd="0" presId="urn:microsoft.com/office/officeart/2005/8/layout/vList3"/>
    <dgm:cxn modelId="{00884380-09C4-4679-919E-506573CFE61F}" type="presParOf" srcId="{16D9BC1E-64F9-439D-88C4-0D722ADF9D08}" destId="{34EBC283-73CE-4CFA-B7F4-D54A5A2827FA}" srcOrd="7" destOrd="0" presId="urn:microsoft.com/office/officeart/2005/8/layout/vList3"/>
    <dgm:cxn modelId="{769E9F49-835D-4E2E-9019-FAE60DCA321D}" type="presParOf" srcId="{16D9BC1E-64F9-439D-88C4-0D722ADF9D08}" destId="{71AC4BFF-9DF8-49B5-A3E1-3ECCE346490E}" srcOrd="8" destOrd="0" presId="urn:microsoft.com/office/officeart/2005/8/layout/vList3"/>
    <dgm:cxn modelId="{EF74D0B1-6180-4780-B63E-81259BBB5FF4}" type="presParOf" srcId="{71AC4BFF-9DF8-49B5-A3E1-3ECCE346490E}" destId="{24DD3C8B-1076-448A-9C53-B730F8C203CD}" srcOrd="0" destOrd="0" presId="urn:microsoft.com/office/officeart/2005/8/layout/vList3"/>
    <dgm:cxn modelId="{6E9E5ADC-42AC-404A-8A91-4A3C55CFA70D}" type="presParOf" srcId="{71AC4BFF-9DF8-49B5-A3E1-3ECCE346490E}" destId="{663C5878-4E45-4CE6-BEAC-32268B2F6DA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EFC2CE-483C-4E96-8C61-46BC54A8EFF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DDFA64-8716-42BC-92F2-0F58D7BD6C23}">
      <dgm:prSet/>
      <dgm:spPr/>
      <dgm:t>
        <a:bodyPr/>
        <a:lstStyle/>
        <a:p>
          <a:pPr rtl="0"/>
          <a:r>
            <a:rPr lang="en-US" dirty="0"/>
            <a:t>Improve knowledge of writing the algorithms and </a:t>
          </a:r>
          <a:r>
            <a:rPr lang="en-US" dirty="0" err="1"/>
            <a:t>pseudocode</a:t>
          </a:r>
          <a:endParaRPr lang="en-US" dirty="0"/>
        </a:p>
      </dgm:t>
    </dgm:pt>
    <dgm:pt modelId="{39996FCC-21EC-4294-B27B-1D9F2F194787}" type="parTrans" cxnId="{EF492764-9DF1-488B-BFA3-19E7FD5D5FFA}">
      <dgm:prSet/>
      <dgm:spPr/>
      <dgm:t>
        <a:bodyPr/>
        <a:lstStyle/>
        <a:p>
          <a:endParaRPr lang="en-US"/>
        </a:p>
      </dgm:t>
    </dgm:pt>
    <dgm:pt modelId="{CAEF4B9B-5F3A-4EC0-9A4F-C2C1253A6475}" type="sibTrans" cxnId="{EF492764-9DF1-488B-BFA3-19E7FD5D5FFA}">
      <dgm:prSet/>
      <dgm:spPr/>
      <dgm:t>
        <a:bodyPr/>
        <a:lstStyle/>
        <a:p>
          <a:endParaRPr lang="en-US"/>
        </a:p>
      </dgm:t>
    </dgm:pt>
    <dgm:pt modelId="{526F9824-CA9E-4235-88CE-2C1746D25686}">
      <dgm:prSet/>
      <dgm:spPr/>
      <dgm:t>
        <a:bodyPr/>
        <a:lstStyle/>
        <a:p>
          <a:pPr rtl="0"/>
          <a:r>
            <a:rPr lang="en-US" dirty="0"/>
            <a:t>Improve knowledge of measuring and characterizing the efficiency of any given algorithm</a:t>
          </a:r>
        </a:p>
      </dgm:t>
    </dgm:pt>
    <dgm:pt modelId="{EED43A37-7E8B-4093-A42D-3E7417390E65}" type="parTrans" cxnId="{D7B02B5A-3C6B-4D52-B912-2D0261E0C362}">
      <dgm:prSet/>
      <dgm:spPr/>
      <dgm:t>
        <a:bodyPr/>
        <a:lstStyle/>
        <a:p>
          <a:endParaRPr lang="en-US"/>
        </a:p>
      </dgm:t>
    </dgm:pt>
    <dgm:pt modelId="{AD68ECAF-3517-43A1-8630-5995442300C7}" type="sibTrans" cxnId="{D7B02B5A-3C6B-4D52-B912-2D0261E0C362}">
      <dgm:prSet/>
      <dgm:spPr/>
      <dgm:t>
        <a:bodyPr/>
        <a:lstStyle/>
        <a:p>
          <a:endParaRPr lang="en-US"/>
        </a:p>
      </dgm:t>
    </dgm:pt>
    <dgm:pt modelId="{903C2B1D-2768-4796-88DE-523665064594}">
      <dgm:prSet/>
      <dgm:spPr/>
      <dgm:t>
        <a:bodyPr/>
        <a:lstStyle/>
        <a:p>
          <a:pPr rtl="0"/>
          <a:r>
            <a:rPr lang="en-US" dirty="0"/>
            <a:t>Learning the techniques to analyze simple iterative and recursive algorithms</a:t>
          </a:r>
        </a:p>
      </dgm:t>
    </dgm:pt>
    <dgm:pt modelId="{1F9DF431-33F1-450A-A54B-3F5C50A6085C}" type="parTrans" cxnId="{880EE86A-2A9C-4B7A-8ABD-A1C62290A1D3}">
      <dgm:prSet/>
      <dgm:spPr/>
      <dgm:t>
        <a:bodyPr/>
        <a:lstStyle/>
        <a:p>
          <a:endParaRPr lang="en-US"/>
        </a:p>
      </dgm:t>
    </dgm:pt>
    <dgm:pt modelId="{8A4CF890-754D-49A9-92FF-3406D3C94BA7}" type="sibTrans" cxnId="{880EE86A-2A9C-4B7A-8ABD-A1C62290A1D3}">
      <dgm:prSet/>
      <dgm:spPr/>
      <dgm:t>
        <a:bodyPr/>
        <a:lstStyle/>
        <a:p>
          <a:endParaRPr lang="en-US"/>
        </a:p>
      </dgm:t>
    </dgm:pt>
    <dgm:pt modelId="{9DBAACDD-596C-4E2B-B4DD-6B2732AD8F49}">
      <dgm:prSet/>
      <dgm:spPr/>
      <dgm:t>
        <a:bodyPr/>
        <a:lstStyle/>
        <a:p>
          <a:pPr rtl="0"/>
          <a:r>
            <a:rPr lang="en-US" dirty="0"/>
            <a:t>Learning of selected techniques used in designing the algorithms and their comparisons</a:t>
          </a:r>
        </a:p>
      </dgm:t>
    </dgm:pt>
    <dgm:pt modelId="{D10D19BA-E3B6-4E99-9841-C01B57E521B3}" type="parTrans" cxnId="{813D495C-6AFD-4090-A117-3541413ECA5A}">
      <dgm:prSet/>
      <dgm:spPr/>
      <dgm:t>
        <a:bodyPr/>
        <a:lstStyle/>
        <a:p>
          <a:endParaRPr lang="en-US"/>
        </a:p>
      </dgm:t>
    </dgm:pt>
    <dgm:pt modelId="{82060B35-8EB2-475C-A361-2E80366BBC41}" type="sibTrans" cxnId="{813D495C-6AFD-4090-A117-3541413ECA5A}">
      <dgm:prSet/>
      <dgm:spPr/>
      <dgm:t>
        <a:bodyPr/>
        <a:lstStyle/>
        <a:p>
          <a:endParaRPr lang="en-US"/>
        </a:p>
      </dgm:t>
    </dgm:pt>
    <dgm:pt modelId="{7E882978-221B-455D-8936-0A4C3AF54682}">
      <dgm:prSet/>
      <dgm:spPr/>
      <dgm:t>
        <a:bodyPr/>
        <a:lstStyle/>
        <a:p>
          <a:pPr rtl="0"/>
          <a:r>
            <a:rPr lang="en-US" dirty="0"/>
            <a:t>Learn about  empirical techniques to assess the performance of a set of algorithms</a:t>
          </a:r>
        </a:p>
      </dgm:t>
    </dgm:pt>
    <dgm:pt modelId="{9267CDB2-3D12-450E-8FEC-D509CB378419}" type="parTrans" cxnId="{03B92CBD-9A4C-4488-8B0E-98AF72494D64}">
      <dgm:prSet/>
      <dgm:spPr/>
      <dgm:t>
        <a:bodyPr/>
        <a:lstStyle/>
        <a:p>
          <a:endParaRPr lang="en-US"/>
        </a:p>
      </dgm:t>
    </dgm:pt>
    <dgm:pt modelId="{8E4CC756-98C4-4393-861F-344A88E85F03}" type="sibTrans" cxnId="{03B92CBD-9A4C-4488-8B0E-98AF72494D64}">
      <dgm:prSet/>
      <dgm:spPr/>
      <dgm:t>
        <a:bodyPr/>
        <a:lstStyle/>
        <a:p>
          <a:endParaRPr lang="en-US"/>
        </a:p>
      </dgm:t>
    </dgm:pt>
    <dgm:pt modelId="{1B371881-0C2E-4DCD-8AD7-7657FE093EA4}" type="pres">
      <dgm:prSet presAssocID="{D4EFC2CE-483C-4E96-8C61-46BC54A8EFF8}" presName="linearFlow" presStyleCnt="0">
        <dgm:presLayoutVars>
          <dgm:dir/>
          <dgm:resizeHandles val="exact"/>
        </dgm:presLayoutVars>
      </dgm:prSet>
      <dgm:spPr/>
    </dgm:pt>
    <dgm:pt modelId="{60922EAF-1645-47F8-9B7E-7432E4A74DBE}" type="pres">
      <dgm:prSet presAssocID="{81DDFA64-8716-42BC-92F2-0F58D7BD6C23}" presName="composite" presStyleCnt="0"/>
      <dgm:spPr/>
    </dgm:pt>
    <dgm:pt modelId="{9D22DC98-4C8E-49AA-943B-1B06B129848F}" type="pres">
      <dgm:prSet presAssocID="{81DDFA64-8716-42BC-92F2-0F58D7BD6C23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8E4FA71-BB79-430B-BB18-1F45D1D94DD1}" type="pres">
      <dgm:prSet presAssocID="{81DDFA64-8716-42BC-92F2-0F58D7BD6C23}" presName="txShp" presStyleLbl="node1" presStyleIdx="0" presStyleCnt="5">
        <dgm:presLayoutVars>
          <dgm:bulletEnabled val="1"/>
        </dgm:presLayoutVars>
      </dgm:prSet>
      <dgm:spPr/>
    </dgm:pt>
    <dgm:pt modelId="{B3A13DE1-B5AA-4F0E-B95C-B3F132B46CC3}" type="pres">
      <dgm:prSet presAssocID="{CAEF4B9B-5F3A-4EC0-9A4F-C2C1253A6475}" presName="spacing" presStyleCnt="0"/>
      <dgm:spPr/>
    </dgm:pt>
    <dgm:pt modelId="{7382EE99-D1B2-4168-8FE1-110479679DE4}" type="pres">
      <dgm:prSet presAssocID="{526F9824-CA9E-4235-88CE-2C1746D25686}" presName="composite" presStyleCnt="0"/>
      <dgm:spPr/>
    </dgm:pt>
    <dgm:pt modelId="{E63766EE-BE66-4CF8-9573-5C2790747374}" type="pres">
      <dgm:prSet presAssocID="{526F9824-CA9E-4235-88CE-2C1746D25686}" presName="imgShp" presStyleLbl="fgImgPlace1" presStyleIdx="1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9407BF6-9887-4C1C-B7F1-A3DF4CBF50EE}" type="pres">
      <dgm:prSet presAssocID="{526F9824-CA9E-4235-88CE-2C1746D25686}" presName="txShp" presStyleLbl="node1" presStyleIdx="1" presStyleCnt="5">
        <dgm:presLayoutVars>
          <dgm:bulletEnabled val="1"/>
        </dgm:presLayoutVars>
      </dgm:prSet>
      <dgm:spPr/>
    </dgm:pt>
    <dgm:pt modelId="{30F1CDE9-0504-4F8A-95E9-0E0F80750FEA}" type="pres">
      <dgm:prSet presAssocID="{AD68ECAF-3517-43A1-8630-5995442300C7}" presName="spacing" presStyleCnt="0"/>
      <dgm:spPr/>
    </dgm:pt>
    <dgm:pt modelId="{02A30971-5C7D-4171-8F3A-15458B63A23F}" type="pres">
      <dgm:prSet presAssocID="{903C2B1D-2768-4796-88DE-523665064594}" presName="composite" presStyleCnt="0"/>
      <dgm:spPr/>
    </dgm:pt>
    <dgm:pt modelId="{6CF73FA8-4371-4FC2-BC4E-2E12FB11B989}" type="pres">
      <dgm:prSet presAssocID="{903C2B1D-2768-4796-88DE-523665064594}" presName="imgShp" presStyleLbl="fgImgPlace1" presStyleIdx="2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5852A62-EEB8-4F2F-A892-BF85B8ADFC8B}" type="pres">
      <dgm:prSet presAssocID="{903C2B1D-2768-4796-88DE-523665064594}" presName="txShp" presStyleLbl="node1" presStyleIdx="2" presStyleCnt="5">
        <dgm:presLayoutVars>
          <dgm:bulletEnabled val="1"/>
        </dgm:presLayoutVars>
      </dgm:prSet>
      <dgm:spPr/>
    </dgm:pt>
    <dgm:pt modelId="{311AD952-6E8F-4186-BF98-04852B39F0BA}" type="pres">
      <dgm:prSet presAssocID="{8A4CF890-754D-49A9-92FF-3406D3C94BA7}" presName="spacing" presStyleCnt="0"/>
      <dgm:spPr/>
    </dgm:pt>
    <dgm:pt modelId="{27F620C3-3757-43CB-8B6E-CE35829FB39B}" type="pres">
      <dgm:prSet presAssocID="{9DBAACDD-596C-4E2B-B4DD-6B2732AD8F49}" presName="composite" presStyleCnt="0"/>
      <dgm:spPr/>
    </dgm:pt>
    <dgm:pt modelId="{F89649BC-4F68-4D7F-9EBD-3BD804AB0605}" type="pres">
      <dgm:prSet presAssocID="{9DBAACDD-596C-4E2B-B4DD-6B2732AD8F49}" presName="imgShp" presStyleLbl="fgImgPlace1" presStyleIdx="3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86EA05C-23F5-468C-8B72-0BCE63B4FDD1}" type="pres">
      <dgm:prSet presAssocID="{9DBAACDD-596C-4E2B-B4DD-6B2732AD8F49}" presName="txShp" presStyleLbl="node1" presStyleIdx="3" presStyleCnt="5">
        <dgm:presLayoutVars>
          <dgm:bulletEnabled val="1"/>
        </dgm:presLayoutVars>
      </dgm:prSet>
      <dgm:spPr/>
    </dgm:pt>
    <dgm:pt modelId="{2D067510-7497-4B6E-924E-BAD2E7A98E2C}" type="pres">
      <dgm:prSet presAssocID="{82060B35-8EB2-475C-A361-2E80366BBC41}" presName="spacing" presStyleCnt="0"/>
      <dgm:spPr/>
    </dgm:pt>
    <dgm:pt modelId="{0A103D9E-4FB6-4934-B38A-6FFE78BBEAEE}" type="pres">
      <dgm:prSet presAssocID="{7E882978-221B-455D-8936-0A4C3AF54682}" presName="composite" presStyleCnt="0"/>
      <dgm:spPr/>
    </dgm:pt>
    <dgm:pt modelId="{ECB36232-1A75-4409-B4D5-F832580D333C}" type="pres">
      <dgm:prSet presAssocID="{7E882978-221B-455D-8936-0A4C3AF54682}" presName="imgShp" presStyleLbl="fgImgPlace1" presStyleIdx="4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7F3AE0E-3D00-46BA-B672-94E4A5C39466}" type="pres">
      <dgm:prSet presAssocID="{7E882978-221B-455D-8936-0A4C3AF54682}" presName="txShp" presStyleLbl="node1" presStyleIdx="4" presStyleCnt="5">
        <dgm:presLayoutVars>
          <dgm:bulletEnabled val="1"/>
        </dgm:presLayoutVars>
      </dgm:prSet>
      <dgm:spPr/>
    </dgm:pt>
  </dgm:ptLst>
  <dgm:cxnLst>
    <dgm:cxn modelId="{6AA35411-E865-4FE1-8FDC-678B89E997E1}" type="presOf" srcId="{7E882978-221B-455D-8936-0A4C3AF54682}" destId="{97F3AE0E-3D00-46BA-B672-94E4A5C39466}" srcOrd="0" destOrd="0" presId="urn:microsoft.com/office/officeart/2005/8/layout/vList3"/>
    <dgm:cxn modelId="{D7B02B5A-3C6B-4D52-B912-2D0261E0C362}" srcId="{D4EFC2CE-483C-4E96-8C61-46BC54A8EFF8}" destId="{526F9824-CA9E-4235-88CE-2C1746D25686}" srcOrd="1" destOrd="0" parTransId="{EED43A37-7E8B-4093-A42D-3E7417390E65}" sibTransId="{AD68ECAF-3517-43A1-8630-5995442300C7}"/>
    <dgm:cxn modelId="{813D495C-6AFD-4090-A117-3541413ECA5A}" srcId="{D4EFC2CE-483C-4E96-8C61-46BC54A8EFF8}" destId="{9DBAACDD-596C-4E2B-B4DD-6B2732AD8F49}" srcOrd="3" destOrd="0" parTransId="{D10D19BA-E3B6-4E99-9841-C01B57E521B3}" sibTransId="{82060B35-8EB2-475C-A361-2E80366BBC41}"/>
    <dgm:cxn modelId="{EF492764-9DF1-488B-BFA3-19E7FD5D5FFA}" srcId="{D4EFC2CE-483C-4E96-8C61-46BC54A8EFF8}" destId="{81DDFA64-8716-42BC-92F2-0F58D7BD6C23}" srcOrd="0" destOrd="0" parTransId="{39996FCC-21EC-4294-B27B-1D9F2F194787}" sibTransId="{CAEF4B9B-5F3A-4EC0-9A4F-C2C1253A6475}"/>
    <dgm:cxn modelId="{880EE86A-2A9C-4B7A-8ABD-A1C62290A1D3}" srcId="{D4EFC2CE-483C-4E96-8C61-46BC54A8EFF8}" destId="{903C2B1D-2768-4796-88DE-523665064594}" srcOrd="2" destOrd="0" parTransId="{1F9DF431-33F1-450A-A54B-3F5C50A6085C}" sibTransId="{8A4CF890-754D-49A9-92FF-3406D3C94BA7}"/>
    <dgm:cxn modelId="{7DB42576-555C-4739-9CD0-976B9F11290D}" type="presOf" srcId="{D4EFC2CE-483C-4E96-8C61-46BC54A8EFF8}" destId="{1B371881-0C2E-4DCD-8AD7-7657FE093EA4}" srcOrd="0" destOrd="0" presId="urn:microsoft.com/office/officeart/2005/8/layout/vList3"/>
    <dgm:cxn modelId="{7EDC247A-FC9F-4293-8C83-3C4A5D04202C}" type="presOf" srcId="{526F9824-CA9E-4235-88CE-2C1746D25686}" destId="{39407BF6-9887-4C1C-B7F1-A3DF4CBF50EE}" srcOrd="0" destOrd="0" presId="urn:microsoft.com/office/officeart/2005/8/layout/vList3"/>
    <dgm:cxn modelId="{03B92CBD-9A4C-4488-8B0E-98AF72494D64}" srcId="{D4EFC2CE-483C-4E96-8C61-46BC54A8EFF8}" destId="{7E882978-221B-455D-8936-0A4C3AF54682}" srcOrd="4" destOrd="0" parTransId="{9267CDB2-3D12-450E-8FEC-D509CB378419}" sibTransId="{8E4CC756-98C4-4393-861F-344A88E85F03}"/>
    <dgm:cxn modelId="{8F4D6ADC-A860-42DA-A4CC-924A1FFD5128}" type="presOf" srcId="{81DDFA64-8716-42BC-92F2-0F58D7BD6C23}" destId="{98E4FA71-BB79-430B-BB18-1F45D1D94DD1}" srcOrd="0" destOrd="0" presId="urn:microsoft.com/office/officeart/2005/8/layout/vList3"/>
    <dgm:cxn modelId="{DB2476F7-099A-4C85-9758-172D63DC34C3}" type="presOf" srcId="{903C2B1D-2768-4796-88DE-523665064594}" destId="{B5852A62-EEB8-4F2F-A892-BF85B8ADFC8B}" srcOrd="0" destOrd="0" presId="urn:microsoft.com/office/officeart/2005/8/layout/vList3"/>
    <dgm:cxn modelId="{0EC813F8-9A87-4D44-BC10-7C842A8CBEEF}" type="presOf" srcId="{9DBAACDD-596C-4E2B-B4DD-6B2732AD8F49}" destId="{886EA05C-23F5-468C-8B72-0BCE63B4FDD1}" srcOrd="0" destOrd="0" presId="urn:microsoft.com/office/officeart/2005/8/layout/vList3"/>
    <dgm:cxn modelId="{CEEA7E7E-1EFB-4FD0-8F38-1C8E69C37A50}" type="presParOf" srcId="{1B371881-0C2E-4DCD-8AD7-7657FE093EA4}" destId="{60922EAF-1645-47F8-9B7E-7432E4A74DBE}" srcOrd="0" destOrd="0" presId="urn:microsoft.com/office/officeart/2005/8/layout/vList3"/>
    <dgm:cxn modelId="{4571C369-1499-4FBC-85E9-B699A0275D38}" type="presParOf" srcId="{60922EAF-1645-47F8-9B7E-7432E4A74DBE}" destId="{9D22DC98-4C8E-49AA-943B-1B06B129848F}" srcOrd="0" destOrd="0" presId="urn:microsoft.com/office/officeart/2005/8/layout/vList3"/>
    <dgm:cxn modelId="{06CEE4C0-2754-4DFF-93F5-8D8CB3E3FB6E}" type="presParOf" srcId="{60922EAF-1645-47F8-9B7E-7432E4A74DBE}" destId="{98E4FA71-BB79-430B-BB18-1F45D1D94DD1}" srcOrd="1" destOrd="0" presId="urn:microsoft.com/office/officeart/2005/8/layout/vList3"/>
    <dgm:cxn modelId="{6747118A-51BB-4833-8CF8-80AFD8CF3E3B}" type="presParOf" srcId="{1B371881-0C2E-4DCD-8AD7-7657FE093EA4}" destId="{B3A13DE1-B5AA-4F0E-B95C-B3F132B46CC3}" srcOrd="1" destOrd="0" presId="urn:microsoft.com/office/officeart/2005/8/layout/vList3"/>
    <dgm:cxn modelId="{69910D5C-3347-41AB-810A-8A06474FAE59}" type="presParOf" srcId="{1B371881-0C2E-4DCD-8AD7-7657FE093EA4}" destId="{7382EE99-D1B2-4168-8FE1-110479679DE4}" srcOrd="2" destOrd="0" presId="urn:microsoft.com/office/officeart/2005/8/layout/vList3"/>
    <dgm:cxn modelId="{4281A4A2-FD0F-484E-ABA2-B8CC5D559490}" type="presParOf" srcId="{7382EE99-D1B2-4168-8FE1-110479679DE4}" destId="{E63766EE-BE66-4CF8-9573-5C2790747374}" srcOrd="0" destOrd="0" presId="urn:microsoft.com/office/officeart/2005/8/layout/vList3"/>
    <dgm:cxn modelId="{0F772501-6B50-4073-8B96-49C24EF0CCAD}" type="presParOf" srcId="{7382EE99-D1B2-4168-8FE1-110479679DE4}" destId="{39407BF6-9887-4C1C-B7F1-A3DF4CBF50EE}" srcOrd="1" destOrd="0" presId="urn:microsoft.com/office/officeart/2005/8/layout/vList3"/>
    <dgm:cxn modelId="{13AF50D7-76A3-45D5-9A25-3F8D0E193479}" type="presParOf" srcId="{1B371881-0C2E-4DCD-8AD7-7657FE093EA4}" destId="{30F1CDE9-0504-4F8A-95E9-0E0F80750FEA}" srcOrd="3" destOrd="0" presId="urn:microsoft.com/office/officeart/2005/8/layout/vList3"/>
    <dgm:cxn modelId="{08654BB2-2F4C-4E7A-B4B5-715696CE519E}" type="presParOf" srcId="{1B371881-0C2E-4DCD-8AD7-7657FE093EA4}" destId="{02A30971-5C7D-4171-8F3A-15458B63A23F}" srcOrd="4" destOrd="0" presId="urn:microsoft.com/office/officeart/2005/8/layout/vList3"/>
    <dgm:cxn modelId="{3875557A-10A0-4841-B477-16BE6CA1A0FE}" type="presParOf" srcId="{02A30971-5C7D-4171-8F3A-15458B63A23F}" destId="{6CF73FA8-4371-4FC2-BC4E-2E12FB11B989}" srcOrd="0" destOrd="0" presId="urn:microsoft.com/office/officeart/2005/8/layout/vList3"/>
    <dgm:cxn modelId="{40F0BED4-B742-4897-991E-BEE3AABF91D0}" type="presParOf" srcId="{02A30971-5C7D-4171-8F3A-15458B63A23F}" destId="{B5852A62-EEB8-4F2F-A892-BF85B8ADFC8B}" srcOrd="1" destOrd="0" presId="urn:microsoft.com/office/officeart/2005/8/layout/vList3"/>
    <dgm:cxn modelId="{D1D0E1FB-1843-4ED8-B820-82B15B5AAEA0}" type="presParOf" srcId="{1B371881-0C2E-4DCD-8AD7-7657FE093EA4}" destId="{311AD952-6E8F-4186-BF98-04852B39F0BA}" srcOrd="5" destOrd="0" presId="urn:microsoft.com/office/officeart/2005/8/layout/vList3"/>
    <dgm:cxn modelId="{DF6F2DB1-7583-461F-90EE-9381B6DE50C1}" type="presParOf" srcId="{1B371881-0C2E-4DCD-8AD7-7657FE093EA4}" destId="{27F620C3-3757-43CB-8B6E-CE35829FB39B}" srcOrd="6" destOrd="0" presId="urn:microsoft.com/office/officeart/2005/8/layout/vList3"/>
    <dgm:cxn modelId="{E04B0D69-60D4-40E6-8954-DCFA7770D70A}" type="presParOf" srcId="{27F620C3-3757-43CB-8B6E-CE35829FB39B}" destId="{F89649BC-4F68-4D7F-9EBD-3BD804AB0605}" srcOrd="0" destOrd="0" presId="urn:microsoft.com/office/officeart/2005/8/layout/vList3"/>
    <dgm:cxn modelId="{279B18F8-E850-4B4D-B7E7-F0B0B31C7D8F}" type="presParOf" srcId="{27F620C3-3757-43CB-8B6E-CE35829FB39B}" destId="{886EA05C-23F5-468C-8B72-0BCE63B4FDD1}" srcOrd="1" destOrd="0" presId="urn:microsoft.com/office/officeart/2005/8/layout/vList3"/>
    <dgm:cxn modelId="{72E66C23-8148-4C0A-9A16-6A6937584F15}" type="presParOf" srcId="{1B371881-0C2E-4DCD-8AD7-7657FE093EA4}" destId="{2D067510-7497-4B6E-924E-BAD2E7A98E2C}" srcOrd="7" destOrd="0" presId="urn:microsoft.com/office/officeart/2005/8/layout/vList3"/>
    <dgm:cxn modelId="{FA2413F7-BECE-4EBE-B777-2F9F2D2B1036}" type="presParOf" srcId="{1B371881-0C2E-4DCD-8AD7-7657FE093EA4}" destId="{0A103D9E-4FB6-4934-B38A-6FFE78BBEAEE}" srcOrd="8" destOrd="0" presId="urn:microsoft.com/office/officeart/2005/8/layout/vList3"/>
    <dgm:cxn modelId="{559A3AF7-7185-4961-94A3-4A33DE6E9BE5}" type="presParOf" srcId="{0A103D9E-4FB6-4934-B38A-6FFE78BBEAEE}" destId="{ECB36232-1A75-4409-B4D5-F832580D333C}" srcOrd="0" destOrd="0" presId="urn:microsoft.com/office/officeart/2005/8/layout/vList3"/>
    <dgm:cxn modelId="{C6B7F3CF-7508-42F9-9174-EAF7E648AA65}" type="presParOf" srcId="{0A103D9E-4FB6-4934-B38A-6FFE78BBEAEE}" destId="{97F3AE0E-3D00-46BA-B672-94E4A5C3946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16C78C8-E966-4B7E-8D03-C3617DCE2AE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0298CF-D651-4443-B55A-DF5768370C12}">
      <dgm:prSet custT="1"/>
      <dgm:spPr/>
      <dgm:t>
        <a:bodyPr/>
        <a:lstStyle/>
        <a:p>
          <a:pPr rtl="0"/>
          <a:r>
            <a:rPr lang="en-US" sz="2800" b="0" i="0" dirty="0"/>
            <a:t>Allah (Alone) is Sufficient for us, and He is the Best Disposer of affairs (for us).</a:t>
          </a:r>
          <a:r>
            <a:rPr lang="en-US" sz="1800" b="1" i="0" dirty="0">
              <a:solidFill>
                <a:srgbClr val="FFFF00"/>
              </a:solidFill>
            </a:rPr>
            <a:t>(Quran 3 : 173)</a:t>
          </a:r>
          <a:endParaRPr lang="en-US" sz="2800" b="1" dirty="0">
            <a:solidFill>
              <a:srgbClr val="FFFF00"/>
            </a:solidFill>
          </a:endParaRPr>
        </a:p>
      </dgm:t>
    </dgm:pt>
    <dgm:pt modelId="{94D4A7AF-7DD5-4972-8AFE-63E5241EBC78}" type="parTrans" cxnId="{035C481D-78C9-4B0B-AFBB-5159B2FBB74E}">
      <dgm:prSet/>
      <dgm:spPr/>
      <dgm:t>
        <a:bodyPr/>
        <a:lstStyle/>
        <a:p>
          <a:endParaRPr lang="en-US"/>
        </a:p>
      </dgm:t>
    </dgm:pt>
    <dgm:pt modelId="{49F4A85F-A4DA-4A47-A43A-2382483BB2DD}" type="sibTrans" cxnId="{035C481D-78C9-4B0B-AFBB-5159B2FBB74E}">
      <dgm:prSet/>
      <dgm:spPr/>
      <dgm:t>
        <a:bodyPr/>
        <a:lstStyle/>
        <a:p>
          <a:endParaRPr lang="en-US"/>
        </a:p>
      </dgm:t>
    </dgm:pt>
    <dgm:pt modelId="{E8A93B39-86E4-4E2D-ADB5-63BB251ED922}" type="pres">
      <dgm:prSet presAssocID="{816C78C8-E966-4B7E-8D03-C3617DCE2AE7}" presName="linearFlow" presStyleCnt="0">
        <dgm:presLayoutVars>
          <dgm:dir/>
          <dgm:resizeHandles val="exact"/>
        </dgm:presLayoutVars>
      </dgm:prSet>
      <dgm:spPr/>
    </dgm:pt>
    <dgm:pt modelId="{BD7346C7-6971-492F-9741-DB24D68F8AC9}" type="pres">
      <dgm:prSet presAssocID="{160298CF-D651-4443-B55A-DF5768370C12}" presName="composite" presStyleCnt="0"/>
      <dgm:spPr/>
    </dgm:pt>
    <dgm:pt modelId="{CDEFADC2-8A87-4F86-99C7-5152EDF32688}" type="pres">
      <dgm:prSet presAssocID="{160298CF-D651-4443-B55A-DF5768370C12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D2C15A2E-F265-4E83-96D0-995A90E88EBF}" type="pres">
      <dgm:prSet presAssocID="{160298CF-D651-4443-B55A-DF5768370C12}" presName="txShp" presStyleLbl="node1" presStyleIdx="0" presStyleCnt="1" custLinFactNeighborX="263">
        <dgm:presLayoutVars>
          <dgm:bulletEnabled val="1"/>
        </dgm:presLayoutVars>
      </dgm:prSet>
      <dgm:spPr/>
    </dgm:pt>
  </dgm:ptLst>
  <dgm:cxnLst>
    <dgm:cxn modelId="{29C51A0E-2224-40A1-AC5E-45F1CFFA1E50}" type="presOf" srcId="{160298CF-D651-4443-B55A-DF5768370C12}" destId="{D2C15A2E-F265-4E83-96D0-995A90E88EBF}" srcOrd="0" destOrd="0" presId="urn:microsoft.com/office/officeart/2005/8/layout/vList3"/>
    <dgm:cxn modelId="{035C481D-78C9-4B0B-AFBB-5159B2FBB74E}" srcId="{816C78C8-E966-4B7E-8D03-C3617DCE2AE7}" destId="{160298CF-D651-4443-B55A-DF5768370C12}" srcOrd="0" destOrd="0" parTransId="{94D4A7AF-7DD5-4972-8AFE-63E5241EBC78}" sibTransId="{49F4A85F-A4DA-4A47-A43A-2382483BB2DD}"/>
    <dgm:cxn modelId="{CE4092F1-659D-40E6-B8C7-CEAAC6223A02}" type="presOf" srcId="{816C78C8-E966-4B7E-8D03-C3617DCE2AE7}" destId="{E8A93B39-86E4-4E2D-ADB5-63BB251ED922}" srcOrd="0" destOrd="0" presId="urn:microsoft.com/office/officeart/2005/8/layout/vList3"/>
    <dgm:cxn modelId="{84A5F1D7-47D2-48B5-AF22-EC969EA56134}" type="presParOf" srcId="{E8A93B39-86E4-4E2D-ADB5-63BB251ED922}" destId="{BD7346C7-6971-492F-9741-DB24D68F8AC9}" srcOrd="0" destOrd="0" presId="urn:microsoft.com/office/officeart/2005/8/layout/vList3"/>
    <dgm:cxn modelId="{BC8C2162-7D9E-4142-B119-AE3B4C56BCDC}" type="presParOf" srcId="{BD7346C7-6971-492F-9741-DB24D68F8AC9}" destId="{CDEFADC2-8A87-4F86-99C7-5152EDF32688}" srcOrd="0" destOrd="0" presId="urn:microsoft.com/office/officeart/2005/8/layout/vList3"/>
    <dgm:cxn modelId="{99A7D8C9-76F5-406F-B1F9-4F882F1BDA0F}" type="presParOf" srcId="{BD7346C7-6971-492F-9741-DB24D68F8AC9}" destId="{D2C15A2E-F265-4E83-96D0-995A90E88EB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79439-C9DE-4ACC-85F2-E72640591170}">
      <dsp:nvSpPr>
        <dsp:cNvPr id="0" name=""/>
        <dsp:cNvSpPr/>
      </dsp:nvSpPr>
      <dsp:spPr>
        <a:xfrm rot="10800000">
          <a:off x="1766824" y="1025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Discuss the formal definition of algorithm.</a:t>
          </a:r>
        </a:p>
      </dsp:txBody>
      <dsp:txXfrm rot="10800000">
        <a:off x="1929011" y="1025"/>
        <a:ext cx="6208463" cy="648749"/>
      </dsp:txXfrm>
    </dsp:sp>
    <dsp:sp modelId="{6A226140-E33F-4B65-ADF2-7CED32BC6A5C}">
      <dsp:nvSpPr>
        <dsp:cNvPr id="0" name=""/>
        <dsp:cNvSpPr/>
      </dsp:nvSpPr>
      <dsp:spPr>
        <a:xfrm>
          <a:off x="1442449" y="1025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2FCB9-03CB-4279-AF24-5D9AEF9DECF3}">
      <dsp:nvSpPr>
        <dsp:cNvPr id="0" name=""/>
        <dsp:cNvSpPr/>
      </dsp:nvSpPr>
      <dsp:spPr>
        <a:xfrm rot="10800000">
          <a:off x="1766824" y="843432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Discus how the efficiency of algorithms is characterized and measured.</a:t>
          </a:r>
        </a:p>
      </dsp:txBody>
      <dsp:txXfrm rot="10800000">
        <a:off x="1929011" y="843432"/>
        <a:ext cx="6208463" cy="648749"/>
      </dsp:txXfrm>
    </dsp:sp>
    <dsp:sp modelId="{F2496D6E-A454-49DE-9D4A-1A5C06A8DA0C}">
      <dsp:nvSpPr>
        <dsp:cNvPr id="0" name=""/>
        <dsp:cNvSpPr/>
      </dsp:nvSpPr>
      <dsp:spPr>
        <a:xfrm>
          <a:off x="1442449" y="843432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0EF22-363D-4280-8067-9A3F02EAC21C}">
      <dsp:nvSpPr>
        <dsp:cNvPr id="0" name=""/>
        <dsp:cNvSpPr/>
      </dsp:nvSpPr>
      <dsp:spPr>
        <a:xfrm rot="10800000">
          <a:off x="1766824" y="1685839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Solve simple recurrence relations using select (covered) techniques.</a:t>
          </a:r>
        </a:p>
      </dsp:txBody>
      <dsp:txXfrm rot="10800000">
        <a:off x="1929011" y="1685839"/>
        <a:ext cx="6208463" cy="648749"/>
      </dsp:txXfrm>
    </dsp:sp>
    <dsp:sp modelId="{18289501-B951-4060-A59E-8F7D9A6A9912}">
      <dsp:nvSpPr>
        <dsp:cNvPr id="0" name=""/>
        <dsp:cNvSpPr/>
      </dsp:nvSpPr>
      <dsp:spPr>
        <a:xfrm>
          <a:off x="1442449" y="1685839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526EF-092A-4B5C-9A0A-3FDDFF25EC71}">
      <dsp:nvSpPr>
        <dsp:cNvPr id="0" name=""/>
        <dsp:cNvSpPr/>
      </dsp:nvSpPr>
      <dsp:spPr>
        <a:xfrm rot="10800000">
          <a:off x="1766824" y="2528245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Determine the time efficiency of simple iterative or recursive algorithm given its </a:t>
          </a:r>
          <a:r>
            <a:rPr lang="en-US" sz="1500" kern="1200" dirty="0" err="1"/>
            <a:t>pseudocode</a:t>
          </a:r>
          <a:r>
            <a:rPr lang="en-US" sz="1500" kern="1200" dirty="0"/>
            <a:t> using select (covered) techniques and theorems.</a:t>
          </a:r>
        </a:p>
      </dsp:txBody>
      <dsp:txXfrm rot="10800000">
        <a:off x="1929011" y="2528245"/>
        <a:ext cx="6208463" cy="648749"/>
      </dsp:txXfrm>
    </dsp:sp>
    <dsp:sp modelId="{6913F6E7-25CD-40B0-A810-31AA8F0CA42E}">
      <dsp:nvSpPr>
        <dsp:cNvPr id="0" name=""/>
        <dsp:cNvSpPr/>
      </dsp:nvSpPr>
      <dsp:spPr>
        <a:xfrm>
          <a:off x="1442449" y="2528245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C5878-4E45-4CE6-BEAC-32268B2F6DA5}">
      <dsp:nvSpPr>
        <dsp:cNvPr id="0" name=""/>
        <dsp:cNvSpPr/>
      </dsp:nvSpPr>
      <dsp:spPr>
        <a:xfrm rot="10800000">
          <a:off x="1766824" y="3370652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FFFF00"/>
              </a:solidFill>
            </a:rPr>
            <a:t>Use given algorithm to solve small instances of select (covered) problems by hand.</a:t>
          </a:r>
        </a:p>
      </dsp:txBody>
      <dsp:txXfrm rot="10800000">
        <a:off x="1929011" y="3370652"/>
        <a:ext cx="6208463" cy="648749"/>
      </dsp:txXfrm>
    </dsp:sp>
    <dsp:sp modelId="{24DD3C8B-1076-448A-9C53-B730F8C203CD}">
      <dsp:nvSpPr>
        <dsp:cNvPr id="0" name=""/>
        <dsp:cNvSpPr/>
      </dsp:nvSpPr>
      <dsp:spPr>
        <a:xfrm>
          <a:off x="1442449" y="3370652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79439-C9DE-4ACC-85F2-E72640591170}">
      <dsp:nvSpPr>
        <dsp:cNvPr id="0" name=""/>
        <dsp:cNvSpPr/>
      </dsp:nvSpPr>
      <dsp:spPr>
        <a:xfrm rot="10800000">
          <a:off x="1766824" y="1025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4770" rIns="120904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Write proper </a:t>
          </a:r>
          <a:r>
            <a:rPr lang="en-US" sz="1700" kern="1200" dirty="0" err="1"/>
            <a:t>pseudocode</a:t>
          </a:r>
          <a:r>
            <a:rPr lang="en-US" sz="1700" kern="1200" dirty="0"/>
            <a:t> based on knowledge of algorithm operation. (Intent: not a design outcome).</a:t>
          </a:r>
        </a:p>
      </dsp:txBody>
      <dsp:txXfrm rot="10800000">
        <a:off x="1929011" y="1025"/>
        <a:ext cx="6208463" cy="648749"/>
      </dsp:txXfrm>
    </dsp:sp>
    <dsp:sp modelId="{6A226140-E33F-4B65-ADF2-7CED32BC6A5C}">
      <dsp:nvSpPr>
        <dsp:cNvPr id="0" name=""/>
        <dsp:cNvSpPr/>
      </dsp:nvSpPr>
      <dsp:spPr>
        <a:xfrm>
          <a:off x="1442449" y="1025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2FCB9-03CB-4279-AF24-5D9AEF9DECF3}">
      <dsp:nvSpPr>
        <dsp:cNvPr id="0" name=""/>
        <dsp:cNvSpPr/>
      </dsp:nvSpPr>
      <dsp:spPr>
        <a:xfrm rot="10800000">
          <a:off x="1766824" y="843432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4770" rIns="120904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Analyze select (covered) decrease-conquer algorithms given a </a:t>
          </a:r>
          <a:r>
            <a:rPr lang="en-US" sz="1700" kern="1200" dirty="0" err="1"/>
            <a:t>pesudocode</a:t>
          </a:r>
          <a:r>
            <a:rPr lang="en-US" sz="1700" kern="1200" dirty="0"/>
            <a:t>.</a:t>
          </a:r>
        </a:p>
      </dsp:txBody>
      <dsp:txXfrm rot="10800000">
        <a:off x="1929011" y="843432"/>
        <a:ext cx="6208463" cy="648749"/>
      </dsp:txXfrm>
    </dsp:sp>
    <dsp:sp modelId="{F2496D6E-A454-49DE-9D4A-1A5C06A8DA0C}">
      <dsp:nvSpPr>
        <dsp:cNvPr id="0" name=""/>
        <dsp:cNvSpPr/>
      </dsp:nvSpPr>
      <dsp:spPr>
        <a:xfrm>
          <a:off x="1442449" y="843432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0EF22-363D-4280-8067-9A3F02EAC21C}">
      <dsp:nvSpPr>
        <dsp:cNvPr id="0" name=""/>
        <dsp:cNvSpPr/>
      </dsp:nvSpPr>
      <dsp:spPr>
        <a:xfrm rot="10800000">
          <a:off x="1766824" y="1685839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4770" rIns="120904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FFFF00"/>
              </a:solidFill>
            </a:rPr>
            <a:t>Compare select (covered) algorithms and related data structures in terms of design, operation, performance, and applications.</a:t>
          </a:r>
        </a:p>
      </dsp:txBody>
      <dsp:txXfrm rot="10800000">
        <a:off x="1929011" y="1685839"/>
        <a:ext cx="6208463" cy="648749"/>
      </dsp:txXfrm>
    </dsp:sp>
    <dsp:sp modelId="{18289501-B951-4060-A59E-8F7D9A6A9912}">
      <dsp:nvSpPr>
        <dsp:cNvPr id="0" name=""/>
        <dsp:cNvSpPr/>
      </dsp:nvSpPr>
      <dsp:spPr>
        <a:xfrm>
          <a:off x="1442449" y="1685839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526EF-092A-4B5C-9A0A-3FDDFF25EC71}">
      <dsp:nvSpPr>
        <dsp:cNvPr id="0" name=""/>
        <dsp:cNvSpPr/>
      </dsp:nvSpPr>
      <dsp:spPr>
        <a:xfrm rot="10800000">
          <a:off x="1766824" y="2528245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4770" rIns="120904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Analyze select (covered) divide-conquer algorithms given a </a:t>
          </a:r>
          <a:r>
            <a:rPr lang="en-US" sz="1700" kern="1200" dirty="0" err="1"/>
            <a:t>pesudocode</a:t>
          </a:r>
          <a:r>
            <a:rPr lang="en-US" sz="1700" kern="1200" dirty="0"/>
            <a:t>.</a:t>
          </a:r>
        </a:p>
      </dsp:txBody>
      <dsp:txXfrm rot="10800000">
        <a:off x="1929011" y="2528245"/>
        <a:ext cx="6208463" cy="648749"/>
      </dsp:txXfrm>
    </dsp:sp>
    <dsp:sp modelId="{6913F6E7-25CD-40B0-A810-31AA8F0CA42E}">
      <dsp:nvSpPr>
        <dsp:cNvPr id="0" name=""/>
        <dsp:cNvSpPr/>
      </dsp:nvSpPr>
      <dsp:spPr>
        <a:xfrm>
          <a:off x="1442449" y="2528245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C5878-4E45-4CE6-BEAC-32268B2F6DA5}">
      <dsp:nvSpPr>
        <dsp:cNvPr id="0" name=""/>
        <dsp:cNvSpPr/>
      </dsp:nvSpPr>
      <dsp:spPr>
        <a:xfrm rot="10800000">
          <a:off x="1766824" y="3370652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4770" rIns="120904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Compare select (covered) algorithms and related data structures in terms of operation, performance, and applications.</a:t>
          </a:r>
          <a:endParaRPr lang="en-US" sz="1700" kern="1200" dirty="0">
            <a:solidFill>
              <a:srgbClr val="FFFF00"/>
            </a:solidFill>
          </a:endParaRPr>
        </a:p>
      </dsp:txBody>
      <dsp:txXfrm rot="10800000">
        <a:off x="1929011" y="3370652"/>
        <a:ext cx="6208463" cy="648749"/>
      </dsp:txXfrm>
    </dsp:sp>
    <dsp:sp modelId="{24DD3C8B-1076-448A-9C53-B730F8C203CD}">
      <dsp:nvSpPr>
        <dsp:cNvPr id="0" name=""/>
        <dsp:cNvSpPr/>
      </dsp:nvSpPr>
      <dsp:spPr>
        <a:xfrm>
          <a:off x="1442449" y="3370652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79439-C9DE-4ACC-85F2-E72640591170}">
      <dsp:nvSpPr>
        <dsp:cNvPr id="0" name=""/>
        <dsp:cNvSpPr/>
      </dsp:nvSpPr>
      <dsp:spPr>
        <a:xfrm rot="10800000">
          <a:off x="1766824" y="1025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00"/>
              </a:solidFill>
            </a:rPr>
            <a:t>Analyze select (covered) transform-conquer algorithms given a </a:t>
          </a:r>
          <a:r>
            <a:rPr lang="en-US" sz="1800" kern="1200" dirty="0" err="1">
              <a:solidFill>
                <a:srgbClr val="FFFF00"/>
              </a:solidFill>
            </a:rPr>
            <a:t>pesudocode</a:t>
          </a:r>
          <a:r>
            <a:rPr lang="en-US" sz="1800" kern="1200" dirty="0">
              <a:solidFill>
                <a:srgbClr val="FFFF00"/>
              </a:solidFill>
            </a:rPr>
            <a:t>.</a:t>
          </a:r>
        </a:p>
      </dsp:txBody>
      <dsp:txXfrm rot="10800000">
        <a:off x="1929011" y="1025"/>
        <a:ext cx="6208463" cy="648749"/>
      </dsp:txXfrm>
    </dsp:sp>
    <dsp:sp modelId="{6A226140-E33F-4B65-ADF2-7CED32BC6A5C}">
      <dsp:nvSpPr>
        <dsp:cNvPr id="0" name=""/>
        <dsp:cNvSpPr/>
      </dsp:nvSpPr>
      <dsp:spPr>
        <a:xfrm>
          <a:off x="1442449" y="1025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2FCB9-03CB-4279-AF24-5D9AEF9DECF3}">
      <dsp:nvSpPr>
        <dsp:cNvPr id="0" name=""/>
        <dsp:cNvSpPr/>
      </dsp:nvSpPr>
      <dsp:spPr>
        <a:xfrm rot="10800000">
          <a:off x="1766824" y="843432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Compare select (covered) data structures with respect to dictionary operations.</a:t>
          </a:r>
        </a:p>
      </dsp:txBody>
      <dsp:txXfrm rot="10800000">
        <a:off x="1929011" y="843432"/>
        <a:ext cx="6208463" cy="648749"/>
      </dsp:txXfrm>
    </dsp:sp>
    <dsp:sp modelId="{F2496D6E-A454-49DE-9D4A-1A5C06A8DA0C}">
      <dsp:nvSpPr>
        <dsp:cNvPr id="0" name=""/>
        <dsp:cNvSpPr/>
      </dsp:nvSpPr>
      <dsp:spPr>
        <a:xfrm>
          <a:off x="1442449" y="843432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0EF22-363D-4280-8067-9A3F02EAC21C}">
      <dsp:nvSpPr>
        <dsp:cNvPr id="0" name=""/>
        <dsp:cNvSpPr/>
      </dsp:nvSpPr>
      <dsp:spPr>
        <a:xfrm rot="10800000">
          <a:off x="1766824" y="1685839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00"/>
              </a:solidFill>
            </a:rPr>
            <a:t>Apply empirical techniques to assess the performance of (a set) of algorithm(s).</a:t>
          </a:r>
        </a:p>
      </dsp:txBody>
      <dsp:txXfrm rot="10800000">
        <a:off x="1929011" y="1685839"/>
        <a:ext cx="6208463" cy="648749"/>
      </dsp:txXfrm>
    </dsp:sp>
    <dsp:sp modelId="{18289501-B951-4060-A59E-8F7D9A6A9912}">
      <dsp:nvSpPr>
        <dsp:cNvPr id="0" name=""/>
        <dsp:cNvSpPr/>
      </dsp:nvSpPr>
      <dsp:spPr>
        <a:xfrm>
          <a:off x="1442449" y="1685839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526EF-092A-4B5C-9A0A-3FDDFF25EC71}">
      <dsp:nvSpPr>
        <dsp:cNvPr id="0" name=""/>
        <dsp:cNvSpPr/>
      </dsp:nvSpPr>
      <dsp:spPr>
        <a:xfrm rot="10800000">
          <a:off x="1766824" y="2528245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Implement algorithm given its </a:t>
          </a:r>
          <a:r>
            <a:rPr lang="en-US" sz="1800" kern="1200" dirty="0" err="1"/>
            <a:t>pseudocode</a:t>
          </a:r>
          <a:r>
            <a:rPr lang="en-US" sz="1800" kern="1200" dirty="0"/>
            <a:t> in programming language and environment of choice.	</a:t>
          </a:r>
        </a:p>
      </dsp:txBody>
      <dsp:txXfrm rot="10800000">
        <a:off x="1929011" y="2528245"/>
        <a:ext cx="6208463" cy="648749"/>
      </dsp:txXfrm>
    </dsp:sp>
    <dsp:sp modelId="{6913F6E7-25CD-40B0-A810-31AA8F0CA42E}">
      <dsp:nvSpPr>
        <dsp:cNvPr id="0" name=""/>
        <dsp:cNvSpPr/>
      </dsp:nvSpPr>
      <dsp:spPr>
        <a:xfrm>
          <a:off x="1442449" y="2528245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C5878-4E45-4CE6-BEAC-32268B2F6DA5}">
      <dsp:nvSpPr>
        <dsp:cNvPr id="0" name=""/>
        <dsp:cNvSpPr/>
      </dsp:nvSpPr>
      <dsp:spPr>
        <a:xfrm rot="10800000">
          <a:off x="1766824" y="3370652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00"/>
              </a:solidFill>
            </a:rPr>
            <a:t>Design an algorithm to solve a problem based on solution descriptions or outline of steps.</a:t>
          </a:r>
        </a:p>
      </dsp:txBody>
      <dsp:txXfrm rot="10800000">
        <a:off x="1929011" y="3370652"/>
        <a:ext cx="6208463" cy="648749"/>
      </dsp:txXfrm>
    </dsp:sp>
    <dsp:sp modelId="{24DD3C8B-1076-448A-9C53-B730F8C203CD}">
      <dsp:nvSpPr>
        <dsp:cNvPr id="0" name=""/>
        <dsp:cNvSpPr/>
      </dsp:nvSpPr>
      <dsp:spPr>
        <a:xfrm>
          <a:off x="1442449" y="3370652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4FA71-BB79-430B-BB18-1F45D1D94DD1}">
      <dsp:nvSpPr>
        <dsp:cNvPr id="0" name=""/>
        <dsp:cNvSpPr/>
      </dsp:nvSpPr>
      <dsp:spPr>
        <a:xfrm rot="10800000">
          <a:off x="1693630" y="5"/>
          <a:ext cx="6039772" cy="68933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979" tIns="72390" rIns="135128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Improve knowledge of writing the algorithms and </a:t>
          </a:r>
          <a:r>
            <a:rPr lang="en-US" sz="1900" kern="1200" dirty="0" err="1"/>
            <a:t>pseudocode</a:t>
          </a:r>
          <a:endParaRPr lang="en-US" sz="1900" kern="1200" dirty="0"/>
        </a:p>
      </dsp:txBody>
      <dsp:txXfrm rot="10800000">
        <a:off x="1865964" y="5"/>
        <a:ext cx="5867438" cy="689337"/>
      </dsp:txXfrm>
    </dsp:sp>
    <dsp:sp modelId="{9D22DC98-4C8E-49AA-943B-1B06B129848F}">
      <dsp:nvSpPr>
        <dsp:cNvPr id="0" name=""/>
        <dsp:cNvSpPr/>
      </dsp:nvSpPr>
      <dsp:spPr>
        <a:xfrm>
          <a:off x="1348961" y="5"/>
          <a:ext cx="689337" cy="68933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407BF6-9887-4C1C-B7F1-A3DF4CBF50EE}">
      <dsp:nvSpPr>
        <dsp:cNvPr id="0" name=""/>
        <dsp:cNvSpPr/>
      </dsp:nvSpPr>
      <dsp:spPr>
        <a:xfrm rot="10800000">
          <a:off x="1693630" y="895114"/>
          <a:ext cx="6039772" cy="68933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979" tIns="72390" rIns="135128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Improve knowledge of measuring and characterizing the efficiency of any given algorithm</a:t>
          </a:r>
        </a:p>
      </dsp:txBody>
      <dsp:txXfrm rot="10800000">
        <a:off x="1865964" y="895114"/>
        <a:ext cx="5867438" cy="689337"/>
      </dsp:txXfrm>
    </dsp:sp>
    <dsp:sp modelId="{E63766EE-BE66-4CF8-9573-5C2790747374}">
      <dsp:nvSpPr>
        <dsp:cNvPr id="0" name=""/>
        <dsp:cNvSpPr/>
      </dsp:nvSpPr>
      <dsp:spPr>
        <a:xfrm>
          <a:off x="1348961" y="895114"/>
          <a:ext cx="689337" cy="68933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52A62-EEB8-4F2F-A892-BF85B8ADFC8B}">
      <dsp:nvSpPr>
        <dsp:cNvPr id="0" name=""/>
        <dsp:cNvSpPr/>
      </dsp:nvSpPr>
      <dsp:spPr>
        <a:xfrm rot="10800000">
          <a:off x="1693630" y="1790224"/>
          <a:ext cx="6039772" cy="68933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979" tIns="72390" rIns="135128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Learning the techniques to analyze simple iterative and recursive algorithms</a:t>
          </a:r>
        </a:p>
      </dsp:txBody>
      <dsp:txXfrm rot="10800000">
        <a:off x="1865964" y="1790224"/>
        <a:ext cx="5867438" cy="689337"/>
      </dsp:txXfrm>
    </dsp:sp>
    <dsp:sp modelId="{6CF73FA8-4371-4FC2-BC4E-2E12FB11B989}">
      <dsp:nvSpPr>
        <dsp:cNvPr id="0" name=""/>
        <dsp:cNvSpPr/>
      </dsp:nvSpPr>
      <dsp:spPr>
        <a:xfrm>
          <a:off x="1348961" y="1790224"/>
          <a:ext cx="689337" cy="68933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6EA05C-23F5-468C-8B72-0BCE63B4FDD1}">
      <dsp:nvSpPr>
        <dsp:cNvPr id="0" name=""/>
        <dsp:cNvSpPr/>
      </dsp:nvSpPr>
      <dsp:spPr>
        <a:xfrm rot="10800000">
          <a:off x="1693630" y="2685333"/>
          <a:ext cx="6039772" cy="68933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979" tIns="72390" rIns="135128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Learning of selected techniques used in designing the algorithms and their comparisons</a:t>
          </a:r>
        </a:p>
      </dsp:txBody>
      <dsp:txXfrm rot="10800000">
        <a:off x="1865964" y="2685333"/>
        <a:ext cx="5867438" cy="689337"/>
      </dsp:txXfrm>
    </dsp:sp>
    <dsp:sp modelId="{F89649BC-4F68-4D7F-9EBD-3BD804AB0605}">
      <dsp:nvSpPr>
        <dsp:cNvPr id="0" name=""/>
        <dsp:cNvSpPr/>
      </dsp:nvSpPr>
      <dsp:spPr>
        <a:xfrm>
          <a:off x="1348961" y="2685333"/>
          <a:ext cx="689337" cy="68933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3AE0E-3D00-46BA-B672-94E4A5C39466}">
      <dsp:nvSpPr>
        <dsp:cNvPr id="0" name=""/>
        <dsp:cNvSpPr/>
      </dsp:nvSpPr>
      <dsp:spPr>
        <a:xfrm rot="10800000">
          <a:off x="1693630" y="3580443"/>
          <a:ext cx="6039772" cy="68933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979" tIns="72390" rIns="135128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Learn about  empirical techniques to assess the performance of a set of algorithms</a:t>
          </a:r>
        </a:p>
      </dsp:txBody>
      <dsp:txXfrm rot="10800000">
        <a:off x="1865964" y="3580443"/>
        <a:ext cx="5867438" cy="689337"/>
      </dsp:txXfrm>
    </dsp:sp>
    <dsp:sp modelId="{ECB36232-1A75-4409-B4D5-F832580D333C}">
      <dsp:nvSpPr>
        <dsp:cNvPr id="0" name=""/>
        <dsp:cNvSpPr/>
      </dsp:nvSpPr>
      <dsp:spPr>
        <a:xfrm>
          <a:off x="1348961" y="3580443"/>
          <a:ext cx="689337" cy="68933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15A2E-F265-4E83-96D0-995A90E88EBF}">
      <dsp:nvSpPr>
        <dsp:cNvPr id="0" name=""/>
        <dsp:cNvSpPr/>
      </dsp:nvSpPr>
      <dsp:spPr>
        <a:xfrm rot="10800000">
          <a:off x="1958602" y="0"/>
          <a:ext cx="6080760" cy="16439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4940" tIns="106680" rIns="199136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Allah (Alone) is Sufficient for us, and He is the Best Disposer of affairs (for us).</a:t>
          </a:r>
          <a:r>
            <a:rPr lang="en-US" sz="1800" b="1" i="0" kern="1200" dirty="0">
              <a:solidFill>
                <a:srgbClr val="FFFF00"/>
              </a:solidFill>
            </a:rPr>
            <a:t>(Quran 3 : 173)</a:t>
          </a:r>
          <a:endParaRPr lang="en-US" sz="2800" b="1" kern="1200" dirty="0">
            <a:solidFill>
              <a:srgbClr val="FFFF00"/>
            </a:solidFill>
          </a:endParaRPr>
        </a:p>
      </dsp:txBody>
      <dsp:txXfrm rot="10800000">
        <a:off x="2369592" y="0"/>
        <a:ext cx="5669770" cy="1643959"/>
      </dsp:txXfrm>
    </dsp:sp>
    <dsp:sp modelId="{CDEFADC2-8A87-4F86-99C7-5152EDF32688}">
      <dsp:nvSpPr>
        <dsp:cNvPr id="0" name=""/>
        <dsp:cNvSpPr/>
      </dsp:nvSpPr>
      <dsp:spPr>
        <a:xfrm>
          <a:off x="1120630" y="0"/>
          <a:ext cx="1643959" cy="164395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44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22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71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46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79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23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5-9, 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5-9, 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5-9, 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5-9,  2016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5-9,  2016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5-9,  2016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5-9, 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5-9, 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5-9, 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5-9, 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Instructor Dr. Muhammad Umair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CPCS 223</a:t>
            </a:r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muramzan@kau.edu.s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9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02156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27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Dr. Muhammad Umair </a:t>
            </a:r>
            <a:r>
              <a:rPr lang="en-US" dirty="0" err="1"/>
              <a:t>Ramzan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Office Hours: Tuesday</a:t>
            </a:r>
          </a:p>
          <a:p>
            <a:pPr marL="0" indent="0">
              <a:buNone/>
            </a:pPr>
            <a:r>
              <a:rPr lang="en-US" dirty="0"/>
              <a:t>	              12:00 pm – 01:00 pm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hlinkClick r:id="rId3"/>
              </a:rPr>
              <a:t>muramzan@kau.edu.sa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0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228600" y="2971800"/>
            <a:ext cx="7286222" cy="1812283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006600"/>
                </a:solidFill>
              </a:rPr>
              <a:t>Course Learning Outcomes (CLOs)</a:t>
            </a:r>
          </a:p>
        </p:txBody>
      </p:sp>
    </p:spTree>
    <p:extLst>
      <p:ext uri="{BB962C8B-B14F-4D97-AF65-F5344CB8AC3E}">
        <p14:creationId xmlns:p14="http://schemas.microsoft.com/office/powerpoint/2010/main" val="1194431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90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823B"/>
                </a:solidFill>
              </a:rPr>
              <a:t>Course Learning Outcomes </a:t>
            </a:r>
            <a:r>
              <a:rPr lang="en-US" sz="3200" dirty="0">
                <a:solidFill>
                  <a:srgbClr val="00823B"/>
                </a:solidFill>
              </a:rPr>
              <a:t>(CLO)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106876"/>
              </p:ext>
            </p:extLst>
          </p:nvPr>
        </p:nvGraphicFramePr>
        <p:xfrm>
          <a:off x="-1371600" y="2362200"/>
          <a:ext cx="9579925" cy="4020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34200" y="2526268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200" y="3352800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4191000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200" y="5040868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4200" y="5802868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SO-2</a:t>
            </a:r>
          </a:p>
        </p:txBody>
      </p:sp>
    </p:spTree>
    <p:extLst>
      <p:ext uri="{BB962C8B-B14F-4D97-AF65-F5344CB8AC3E}">
        <p14:creationId xmlns:p14="http://schemas.microsoft.com/office/powerpoint/2010/main" val="229988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/>
      <p:bldP spid="7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90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823B"/>
                </a:solidFill>
              </a:rPr>
              <a:t>Course Learning Outcomes </a:t>
            </a:r>
            <a:r>
              <a:rPr lang="en-US" sz="3200" dirty="0">
                <a:solidFill>
                  <a:srgbClr val="00823B"/>
                </a:solidFill>
              </a:rPr>
              <a:t>(CLO)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6931643"/>
              </p:ext>
            </p:extLst>
          </p:nvPr>
        </p:nvGraphicFramePr>
        <p:xfrm>
          <a:off x="-1371600" y="2362200"/>
          <a:ext cx="9579925" cy="4020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34200" y="2526268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200" y="3352800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4191000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200" y="5040868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4200" y="5802868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SO-2</a:t>
            </a:r>
          </a:p>
        </p:txBody>
      </p:sp>
    </p:spTree>
    <p:extLst>
      <p:ext uri="{BB962C8B-B14F-4D97-AF65-F5344CB8AC3E}">
        <p14:creationId xmlns:p14="http://schemas.microsoft.com/office/powerpoint/2010/main" val="73444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90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823B"/>
                </a:solidFill>
              </a:rPr>
              <a:t>Course Learning Outcomes </a:t>
            </a:r>
            <a:r>
              <a:rPr lang="en-US" sz="3200" dirty="0">
                <a:solidFill>
                  <a:srgbClr val="00823B"/>
                </a:solidFill>
              </a:rPr>
              <a:t>(CLO)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079451"/>
              </p:ext>
            </p:extLst>
          </p:nvPr>
        </p:nvGraphicFramePr>
        <p:xfrm>
          <a:off x="-1371600" y="2362200"/>
          <a:ext cx="9579925" cy="4020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34200" y="2526268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200" y="3352800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4191000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200" y="5040868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4200" y="5802868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SO-2</a:t>
            </a:r>
          </a:p>
        </p:txBody>
      </p:sp>
    </p:spTree>
    <p:extLst>
      <p:ext uri="{BB962C8B-B14F-4D97-AF65-F5344CB8AC3E}">
        <p14:creationId xmlns:p14="http://schemas.microsoft.com/office/powerpoint/2010/main" val="233403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/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228600" y="2971800"/>
            <a:ext cx="7286222" cy="1812283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006600"/>
                </a:solidFill>
              </a:rPr>
              <a:t>Goals</a:t>
            </a:r>
            <a:br>
              <a:rPr lang="en-US" sz="6000" dirty="0">
                <a:solidFill>
                  <a:srgbClr val="006600"/>
                </a:solidFill>
              </a:rPr>
            </a:br>
            <a:r>
              <a:rPr lang="en-US" sz="4000" dirty="0">
                <a:solidFill>
                  <a:srgbClr val="006600"/>
                </a:solidFill>
              </a:rPr>
              <a:t>Analysis and Design of Algorithm</a:t>
            </a:r>
          </a:p>
        </p:txBody>
      </p:sp>
    </p:spTree>
    <p:extLst>
      <p:ext uri="{BB962C8B-B14F-4D97-AF65-F5344CB8AC3E}">
        <p14:creationId xmlns:p14="http://schemas.microsoft.com/office/powerpoint/2010/main" val="346886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295400"/>
            <a:ext cx="6248400" cy="838200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823B"/>
                </a:solidFill>
              </a:rPr>
              <a:t>Goals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570161"/>
              </p:ext>
            </p:extLst>
          </p:nvPr>
        </p:nvGraphicFramePr>
        <p:xfrm>
          <a:off x="-152400" y="2034761"/>
          <a:ext cx="9082365" cy="42697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060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rgbClr val="006600"/>
                </a:solidFill>
              </a:rPr>
              <a:t>Text Book</a:t>
            </a:r>
            <a:endParaRPr lang="en-US" sz="6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</a:t>
            </a:fld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28600" y="2895600"/>
            <a:ext cx="4234113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“Introduction to Algorithms</a:t>
            </a:r>
            <a:r>
              <a:rPr lang="en-US" dirty="0"/>
              <a:t>,</a:t>
            </a:r>
          </a:p>
          <a:p>
            <a:pPr marL="0" indent="0" algn="ctr">
              <a:buNone/>
            </a:pPr>
            <a:r>
              <a:rPr lang="en-US" dirty="0"/>
              <a:t>Thomas H. </a:t>
            </a:r>
            <a:r>
              <a:rPr lang="en-US" dirty="0" err="1"/>
              <a:t>Cormen</a:t>
            </a:r>
            <a:r>
              <a:rPr lang="en-US" dirty="0"/>
              <a:t> et al., MIT press; 4</a:t>
            </a:r>
            <a:r>
              <a:rPr lang="en-US" baseline="30000" dirty="0"/>
              <a:t>th</a:t>
            </a:r>
            <a:r>
              <a:rPr lang="en-US" dirty="0"/>
              <a:t> edition (2022). ISBN: </a:t>
            </a:r>
            <a:r>
              <a:rPr lang="en-US" b="1" dirty="0"/>
              <a:t>978-0262046305</a:t>
            </a:r>
            <a:r>
              <a:rPr lang="en-US" dirty="0"/>
              <a:t> 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713" y="2362200"/>
            <a:ext cx="3138468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4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rgbClr val="006600"/>
                </a:solidFill>
              </a:rPr>
              <a:t>Text Book</a:t>
            </a:r>
            <a:endParaRPr lang="en-US" sz="6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</a:t>
            </a:fld>
            <a:endParaRPr lang="en-US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28600" y="2895600"/>
            <a:ext cx="4234113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“Introduction to The Design and Analysis of Algorithms</a:t>
            </a:r>
            <a:r>
              <a:rPr lang="en-US" dirty="0"/>
              <a:t>,</a:t>
            </a:r>
          </a:p>
          <a:p>
            <a:pPr marL="0" indent="0" algn="ctr">
              <a:buNone/>
            </a:pPr>
            <a:r>
              <a:rPr lang="en-US" dirty="0" err="1"/>
              <a:t>Anany</a:t>
            </a:r>
            <a:r>
              <a:rPr lang="en-US" dirty="0"/>
              <a:t> </a:t>
            </a:r>
            <a:r>
              <a:rPr lang="en-US" dirty="0" err="1"/>
              <a:t>Levitin</a:t>
            </a:r>
            <a:r>
              <a:rPr lang="en-US" dirty="0"/>
              <a:t>, Addison-Wesley Longman; 3rd edition (2012). ISBN-10: 0-13-231681-1 , ISBN-13:  978-0-13-231681-1 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713" y="2362200"/>
            <a:ext cx="3059846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59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0695" y="1371600"/>
            <a:ext cx="7675809" cy="809491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6600"/>
                </a:solidFill>
              </a:rPr>
              <a:t>General Policies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2674" y="2181091"/>
            <a:ext cx="7675809" cy="402042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Attendance</a:t>
            </a:r>
            <a:r>
              <a:rPr lang="en-US" dirty="0"/>
              <a:t> must be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75%</a:t>
            </a:r>
            <a:r>
              <a:rPr lang="en-US" dirty="0"/>
              <a:t> or more</a:t>
            </a:r>
          </a:p>
          <a:p>
            <a:r>
              <a:rPr lang="en-US" dirty="0"/>
              <a:t>Only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final exam </a:t>
            </a:r>
            <a:r>
              <a:rPr lang="en-US" dirty="0"/>
              <a:t>will be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cumulative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 make up </a:t>
            </a:r>
            <a:r>
              <a:rPr lang="en-US" dirty="0"/>
              <a:t>for any quiz whatsoever is the reason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Plagiarism</a:t>
            </a:r>
            <a:r>
              <a:rPr lang="en-US" dirty="0"/>
              <a:t> / cheating will result in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0%</a:t>
            </a:r>
            <a:r>
              <a:rPr lang="en-US" dirty="0"/>
              <a:t> marks</a:t>
            </a:r>
          </a:p>
          <a:p>
            <a:r>
              <a:rPr lang="en-US" dirty="0"/>
              <a:t>Pay regular visit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Blackboard</a:t>
            </a:r>
          </a:p>
          <a:p>
            <a:r>
              <a:rPr lang="en-US" dirty="0"/>
              <a:t>Need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help</a:t>
            </a:r>
            <a:r>
              <a:rPr lang="en-US" dirty="0"/>
              <a:t> for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Assignments</a:t>
            </a:r>
            <a:r>
              <a:rPr lang="en-US" dirty="0"/>
              <a:t>; contact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lab instructor</a:t>
            </a:r>
            <a:r>
              <a:rPr lang="en-US" dirty="0"/>
              <a:t> </a:t>
            </a:r>
          </a:p>
          <a:p>
            <a:r>
              <a:rPr lang="en-US" b="1" dirty="0">
                <a:solidFill>
                  <a:srgbClr val="FF0000"/>
                </a:solidFill>
              </a:rPr>
              <a:t>No scale up / bonus for final grade</a:t>
            </a:r>
          </a:p>
        </p:txBody>
      </p:sp>
    </p:spTree>
    <p:extLst>
      <p:ext uri="{BB962C8B-B14F-4D97-AF65-F5344CB8AC3E}">
        <p14:creationId xmlns:p14="http://schemas.microsoft.com/office/powerpoint/2010/main" val="310232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0695" y="1224164"/>
            <a:ext cx="7675809" cy="809491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6600"/>
                </a:solidFill>
              </a:rPr>
              <a:t>Assessments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07712"/>
              </p:ext>
            </p:extLst>
          </p:nvPr>
        </p:nvGraphicFramePr>
        <p:xfrm>
          <a:off x="1066800" y="2209800"/>
          <a:ext cx="6019800" cy="29573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11834">
                  <a:extLst>
                    <a:ext uri="{9D8B030D-6E8A-4147-A177-3AD203B41FA5}">
                      <a16:colId xmlns:a16="http://schemas.microsoft.com/office/drawing/2014/main" val="1498053663"/>
                    </a:ext>
                  </a:extLst>
                </a:gridCol>
                <a:gridCol w="3007966">
                  <a:extLst>
                    <a:ext uri="{9D8B030D-6E8A-4147-A177-3AD203B41FA5}">
                      <a16:colId xmlns:a16="http://schemas.microsoft.com/office/drawing/2014/main" val="366207004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Assessment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Grading Percentage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755252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Mid Term Exam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30%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69405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Quizzes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10%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095013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Project (Group)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15%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5308978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H/W Assignments (03 * 5 pts each)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15%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214315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Comprehensive Final Exam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30%</a:t>
                      </a:r>
                      <a:endParaRPr lang="en-U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964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073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0695" y="1224164"/>
            <a:ext cx="7675809" cy="809491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6600"/>
                </a:solidFill>
              </a:rPr>
              <a:t>Assessments Schedule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965432"/>
              </p:ext>
            </p:extLst>
          </p:nvPr>
        </p:nvGraphicFramePr>
        <p:xfrm>
          <a:off x="1066800" y="2209800"/>
          <a:ext cx="6019800" cy="35590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11834">
                  <a:extLst>
                    <a:ext uri="{9D8B030D-6E8A-4147-A177-3AD203B41FA5}">
                      <a16:colId xmlns:a16="http://schemas.microsoft.com/office/drawing/2014/main" val="1498053663"/>
                    </a:ext>
                  </a:extLst>
                </a:gridCol>
                <a:gridCol w="3007966">
                  <a:extLst>
                    <a:ext uri="{9D8B030D-6E8A-4147-A177-3AD203B41FA5}">
                      <a16:colId xmlns:a16="http://schemas.microsoft.com/office/drawing/2014/main" val="366207004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Assessment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Dates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7552520"/>
                  </a:ext>
                </a:extLst>
              </a:tr>
              <a:tr h="241300">
                <a:tc row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Home Work Assignment 01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823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Thursday, February 05, 2026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694057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00823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Sunday, February 15, 2026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73618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Quiz 01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Thursday, February 19, 2026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0950139"/>
                  </a:ext>
                </a:extLst>
              </a:tr>
              <a:tr h="241300">
                <a:tc row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Home Work Assignment 02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823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Thursday March 05, 2026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53089782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823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Sunday, April 05, 2026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20731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Quiz 02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Thursday, April 09, 2026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2143152"/>
                  </a:ext>
                </a:extLst>
              </a:tr>
              <a:tr h="241300">
                <a:tc row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Course Project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Thursday April 09, 2026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9648454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en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Thursday April 30, 2026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6253228"/>
                  </a:ext>
                </a:extLst>
              </a:tr>
              <a:tr h="241300">
                <a:tc rowSpan="2"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Home Work Assignment 03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823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Thursday April 30, 2026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5547680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823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Sunday May 10, 2026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24824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512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32B8F-5AE6-CE53-1BA1-9D1C7407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29F54-B256-7F11-092A-12F7872C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90D62AF-A9D5-CAAC-973B-C9940C09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95" y="1224164"/>
            <a:ext cx="7675809" cy="809491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6600"/>
                </a:solidFill>
              </a:rPr>
              <a:t>Assessments Topics: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FDF87D-8E1C-013C-93A2-121655F93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045941"/>
              </p:ext>
            </p:extLst>
          </p:nvPr>
        </p:nvGraphicFramePr>
        <p:xfrm>
          <a:off x="685800" y="2033655"/>
          <a:ext cx="6705600" cy="42909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0960">
                  <a:extLst>
                    <a:ext uri="{9D8B030D-6E8A-4147-A177-3AD203B41FA5}">
                      <a16:colId xmlns:a16="http://schemas.microsoft.com/office/drawing/2014/main" val="4202298803"/>
                    </a:ext>
                  </a:extLst>
                </a:gridCol>
                <a:gridCol w="566093">
                  <a:extLst>
                    <a:ext uri="{9D8B030D-6E8A-4147-A177-3AD203B41FA5}">
                      <a16:colId xmlns:a16="http://schemas.microsoft.com/office/drawing/2014/main" val="694130410"/>
                    </a:ext>
                  </a:extLst>
                </a:gridCol>
                <a:gridCol w="4578547">
                  <a:extLst>
                    <a:ext uri="{9D8B030D-6E8A-4147-A177-3AD203B41FA5}">
                      <a16:colId xmlns:a16="http://schemas.microsoft.com/office/drawing/2014/main" val="1872085647"/>
                    </a:ext>
                  </a:extLst>
                </a:gridCol>
              </a:tblGrid>
              <a:tr h="5519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Assessments</a:t>
                      </a:r>
                      <a:endParaRPr lang="en-SA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Week</a:t>
                      </a:r>
                      <a:endParaRPr lang="en-SA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Topics</a:t>
                      </a:r>
                      <a:endParaRPr lang="en-SA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extLst>
                  <a:ext uri="{0D108BD9-81ED-4DB2-BD59-A6C34878D82A}">
                    <a16:rowId xmlns:a16="http://schemas.microsoft.com/office/drawing/2014/main" val="3817618170"/>
                  </a:ext>
                </a:extLst>
              </a:tr>
              <a:tr h="691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Assignment 01</a:t>
                      </a:r>
                      <a:endParaRPr lang="en-SA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Mathematical/Theoretical Analysis (Iterative),Correctness of Algorithms, Asymptotic Notations, Mathematical/Theoretical Analysis (Recursive), Backward Substitution Method 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extLst>
                  <a:ext uri="{0D108BD9-81ED-4DB2-BD59-A6C34878D82A}">
                    <a16:rowId xmlns:a16="http://schemas.microsoft.com/office/drawing/2014/main" val="988461857"/>
                  </a:ext>
                </a:extLst>
              </a:tr>
              <a:tr h="4399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Quiz 1</a:t>
                      </a:r>
                      <a:endParaRPr lang="en-SA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5</a:t>
                      </a:r>
                      <a:endParaRPr lang="en-SA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Material covered from Week 1 to Week 5</a:t>
                      </a:r>
                      <a:endParaRPr lang="en-SA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extLst>
                  <a:ext uri="{0D108BD9-81ED-4DB2-BD59-A6C34878D82A}">
                    <a16:rowId xmlns:a16="http://schemas.microsoft.com/office/drawing/2014/main" val="4205797532"/>
                  </a:ext>
                </a:extLst>
              </a:tr>
              <a:tr h="8805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Assignment 02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The Substitution Method, The Recursion – Tree Method, The Master Method, Brute Force Techniques, Exhaustive Search Techniques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extLst>
                  <a:ext uri="{0D108BD9-81ED-4DB2-BD59-A6C34878D82A}">
                    <a16:rowId xmlns:a16="http://schemas.microsoft.com/office/drawing/2014/main" val="1357263856"/>
                  </a:ext>
                </a:extLst>
              </a:tr>
              <a:tr h="2676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Midterm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All topics up to week 8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extLst>
                  <a:ext uri="{0D108BD9-81ED-4DB2-BD59-A6C34878D82A}">
                    <a16:rowId xmlns:a16="http://schemas.microsoft.com/office/drawing/2014/main" val="2219180106"/>
                  </a:ext>
                </a:extLst>
              </a:tr>
              <a:tr h="2676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Quiz 02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Material covered from Week 6 to Week 9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extLst>
                  <a:ext uri="{0D108BD9-81ED-4DB2-BD59-A6C34878D82A}">
                    <a16:rowId xmlns:a16="http://schemas.microsoft.com/office/drawing/2014/main" val="1794998174"/>
                  </a:ext>
                </a:extLst>
              </a:tr>
              <a:tr h="3121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Group Project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Empirical Analysis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extLst>
                  <a:ext uri="{0D108BD9-81ED-4DB2-BD59-A6C34878D82A}">
                    <a16:rowId xmlns:a16="http://schemas.microsoft.com/office/drawing/2014/main" val="245197746"/>
                  </a:ext>
                </a:extLst>
              </a:tr>
              <a:tr h="5676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Assignment 03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12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Master Method, Decrease &amp; Conquer and Divide &amp; Conquer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extLst>
                  <a:ext uri="{0D108BD9-81ED-4DB2-BD59-A6C34878D82A}">
                    <a16:rowId xmlns:a16="http://schemas.microsoft.com/office/drawing/2014/main" val="719514584"/>
                  </a:ext>
                </a:extLst>
              </a:tr>
              <a:tr h="3121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Final Exam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16</a:t>
                      </a:r>
                      <a:endParaRPr lang="en-SA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All topics</a:t>
                      </a:r>
                      <a:endParaRPr lang="en-SA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236" marR="47236" marT="0" marB="0" anchor="ctr"/>
                </a:tc>
                <a:extLst>
                  <a:ext uri="{0D108BD9-81ED-4DB2-BD59-A6C34878D82A}">
                    <a16:rowId xmlns:a16="http://schemas.microsoft.com/office/drawing/2014/main" val="4094388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840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Review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Course Introduction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352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CLOs are defined for CPCS-223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11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17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19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114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5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Among the defined CLOs, how many of them are more significant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3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7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6482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7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Which of the followings is not the CLOs of CPCS-223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Compare select (covered) data structures with respect to dictionary operations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Analyze select (covered) decrease-conquer algorithms given a </a:t>
            </a:r>
            <a:r>
              <a:rPr lang="en-US" dirty="0" err="1"/>
              <a:t>pesudocode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Analyze select (covered) divide-conquer algorithms given a </a:t>
            </a:r>
            <a:r>
              <a:rPr lang="en-US" dirty="0" err="1"/>
              <a:t>pesudocode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Compare select (covered) data structures with respect to dictionary operations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486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0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Which of the followings is significant </a:t>
            </a:r>
            <a:r>
              <a:rPr lang="en-US" dirty="0" err="1"/>
              <a:t>clo</a:t>
            </a:r>
            <a:r>
              <a:rPr lang="en-US" dirty="0"/>
              <a:t> of CPCS-223</a:t>
            </a:r>
          </a:p>
          <a:p>
            <a:endParaRPr lang="en-US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sz="2900" dirty="0"/>
              <a:t>Apply empirical techniques to assess the performance of (a set) of algorithm(s).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2900" dirty="0"/>
              <a:t>Design an algorithm to solve a problem based on solution descriptions or outline of steps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900" dirty="0"/>
              <a:t>Analyze select (covered) transform-conquer algorithms given a </a:t>
            </a:r>
            <a:r>
              <a:rPr lang="en-US" sz="2900" dirty="0" err="1"/>
              <a:t>pesudocode</a:t>
            </a:r>
            <a:endParaRPr lang="en-US" sz="2900" dirty="0"/>
          </a:p>
          <a:p>
            <a:pPr marL="971550" lvl="1" indent="-514350">
              <a:buFont typeface="+mj-lt"/>
              <a:buAutoNum type="alphaLcParenR"/>
            </a:pPr>
            <a:r>
              <a:rPr lang="en-US" sz="2900" dirty="0"/>
              <a:t>Use given algorithm to solve small instances of select (covered) problems by hand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All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55626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9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Which of the followings is a </a:t>
            </a:r>
            <a:r>
              <a:rPr lang="en-US" b="1" dirty="0"/>
              <a:t>goal</a:t>
            </a:r>
            <a:r>
              <a:rPr lang="en-US" dirty="0"/>
              <a:t> of Analysis of Design of Algorithms (CPCS-223)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/>
              <a:t>Improve knowledge of measuring and characterizing the efficiency of any given algorithm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/>
              <a:t>Learning of selected techniques used in designing the algorithms and their comparisons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Improve knowledge of measuring and characterizing the efficiency of any given algorithm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Learn about  empirical techniques to assess the performance of a set of algorithms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All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5638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1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is the name title of the “Text Book” for CPCS-223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/>
              <a:t>Introduction to The Design and Analysis of Algorithms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/>
              <a:t>Introduction to The Analysis and Design of Algorithms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Introduction to Algorithms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Design and Analysis of Algorithms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All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32004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309816" y="47244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8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Who is the author of the “Text Book” for CPCS-223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/>
              <a:t>Nell Dale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err="1"/>
              <a:t>Anany</a:t>
            </a:r>
            <a:r>
              <a:rPr lang="en-US" sz="3200" dirty="0"/>
              <a:t> </a:t>
            </a:r>
            <a:r>
              <a:rPr lang="en-US" sz="3200" dirty="0" err="1"/>
              <a:t>Levitin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Thomas H. </a:t>
            </a:r>
            <a:r>
              <a:rPr lang="en-US" sz="3200" dirty="0" err="1"/>
              <a:t>Cormen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Peter Baer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38862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371600" y="44196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3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Which edition of the text book for CPCS-223 is recommended?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114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4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is the name title of the “Text Book” for CPCS-223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/>
              <a:t>Introduction to The Design and Analysis of Algorithms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/>
              <a:t>Introduction to The Analysis and Design of Algorithms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Introduction to Algorithms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Design and Analysis of Algorithms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All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6482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6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Who is the author of the “Text Book” for CPCS-223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/>
              <a:t>Nell Dale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200" dirty="0" err="1"/>
              <a:t>Anany</a:t>
            </a:r>
            <a:r>
              <a:rPr lang="en-US" sz="3200" dirty="0"/>
              <a:t> </a:t>
            </a:r>
            <a:r>
              <a:rPr lang="en-US" sz="3200" dirty="0" err="1"/>
              <a:t>Levitin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Thomas H. </a:t>
            </a:r>
            <a:r>
              <a:rPr lang="en-US" sz="3200" dirty="0" err="1"/>
              <a:t>Cormen</a:t>
            </a:r>
            <a:endParaRPr lang="en-US" sz="3200" dirty="0"/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Peter Baer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200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4196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1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Which edition of the Text book for CPCS-223 is recommended?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0767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7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What percentage of classes may be missed at the most to avoid DN?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75%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50%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25%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20%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4196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7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All written exams (Exam 1, Exam 2 and Final Exam) will be cumulative.</a:t>
            </a:r>
          </a:p>
          <a:p>
            <a:pPr algn="just"/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True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False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334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Which of the following assessments will be conducted on “Blackboard”?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Exam 1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Exam 2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Final Exam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Quizzes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3340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2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If someone is caught cheating in any assessment, he will be given ------------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- 4 % marks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DN grade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0% marks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5105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1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If someone is caught for plagiarism in assignment, he will be given ------------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- 4 % marks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DN grade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0% marks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51054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3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If you have any issue related to assignments, to whom you must contact first?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Vice Dean FCIT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Chairman (CS)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Course Coordinator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Theory Instructor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Lab Instructor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55626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1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How much </a:t>
            </a:r>
            <a:r>
              <a:rPr lang="en-US" b="1" dirty="0"/>
              <a:t>“bonus marks” </a:t>
            </a:r>
            <a:r>
              <a:rPr lang="en-US" dirty="0"/>
              <a:t>you may get on final grade?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8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5638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5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What is the grading percentage of “Quizzes” for CPCS-223?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0767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5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What is grading percentage of “H/W Assignments” for CPCS-223?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30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6482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6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What is grading percentage of “Exam 1” for CPCS-223?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30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638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2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What is grading percentage of “Exam 2” for CPCS-223?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638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4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What is grading percentage of “Final Exam” for CPCS-223?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30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6388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6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How many “Quizzes” will be conducted for CPCS-223?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3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648200"/>
            <a:ext cx="457200" cy="5334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7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41</a:t>
            </a:fld>
            <a:endParaRPr lang="en-US"/>
          </a:p>
        </p:txBody>
      </p:sp>
      <p:graphicFrame>
        <p:nvGraphicFramePr>
          <p:cNvPr id="3" name="Diagram 2"/>
          <p:cNvGraphicFramePr/>
          <p:nvPr/>
        </p:nvGraphicFramePr>
        <p:xfrm>
          <a:off x="-914400" y="4648199"/>
          <a:ext cx="9144000" cy="1643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95400"/>
            <a:ext cx="7391400" cy="2449366"/>
          </a:xfrm>
        </p:spPr>
      </p:pic>
    </p:spTree>
    <p:extLst>
      <p:ext uri="{BB962C8B-B14F-4D97-AF65-F5344CB8AC3E}">
        <p14:creationId xmlns:p14="http://schemas.microsoft.com/office/powerpoint/2010/main" val="422982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490</TotalTime>
  <Words>1476</Words>
  <Application>Microsoft Macintosh PowerPoint</Application>
  <PresentationFormat>On-screen Show (4:3)</PresentationFormat>
  <Paragraphs>335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PowerPoint Presentation</vt:lpstr>
      <vt:lpstr>Course Introduction</vt:lpstr>
      <vt:lpstr>Contact Details</vt:lpstr>
      <vt:lpstr>Course Learning Outcomes (CLOs)</vt:lpstr>
      <vt:lpstr>Course Learning Outcomes (CLO)</vt:lpstr>
      <vt:lpstr>Course Learning Outcomes (CLO)</vt:lpstr>
      <vt:lpstr>Course Learning Outcomes (CLO)</vt:lpstr>
      <vt:lpstr>Goals Analysis and Design of Algorithm</vt:lpstr>
      <vt:lpstr>Goals</vt:lpstr>
      <vt:lpstr>Text Book</vt:lpstr>
      <vt:lpstr>Text Book</vt:lpstr>
      <vt:lpstr>General Policies</vt:lpstr>
      <vt:lpstr>Assessments</vt:lpstr>
      <vt:lpstr>Assessments Schedule</vt:lpstr>
      <vt:lpstr>Assessments Topics:</vt:lpstr>
      <vt:lpstr>Review Questions</vt:lpstr>
      <vt:lpstr>01</vt:lpstr>
      <vt:lpstr>02</vt:lpstr>
      <vt:lpstr>03</vt:lpstr>
      <vt:lpstr>04</vt:lpstr>
      <vt:lpstr>05</vt:lpstr>
      <vt:lpstr>06</vt:lpstr>
      <vt:lpstr>07</vt:lpstr>
      <vt:lpstr>08</vt:lpstr>
      <vt:lpstr>09</vt:lpstr>
      <vt:lpstr>10</vt:lpstr>
      <vt:lpstr>11</vt:lpstr>
      <vt:lpstr>12</vt:lpstr>
      <vt:lpstr>13</vt:lpstr>
      <vt:lpstr>14</vt:lpstr>
      <vt:lpstr>15</vt:lpstr>
      <vt:lpstr>16</vt:lpstr>
      <vt:lpstr>17</vt:lpstr>
      <vt:lpstr>18</vt:lpstr>
      <vt:lpstr>19</vt:lpstr>
      <vt:lpstr>20</vt:lpstr>
      <vt:lpstr>21</vt:lpstr>
      <vt:lpstr>22</vt:lpstr>
      <vt:lpstr>23</vt:lpstr>
      <vt:lpstr>24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Muhammad Umair</cp:lastModifiedBy>
  <cp:revision>110</cp:revision>
  <cp:lastPrinted>2021-05-18T07:49:03Z</cp:lastPrinted>
  <dcterms:created xsi:type="dcterms:W3CDTF">2018-06-20T09:11:51Z</dcterms:created>
  <dcterms:modified xsi:type="dcterms:W3CDTF">2026-01-19T15:09:02Z</dcterms:modified>
</cp:coreProperties>
</file>