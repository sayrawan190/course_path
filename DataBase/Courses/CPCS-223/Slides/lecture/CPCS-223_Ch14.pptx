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handoutMasterIdLst>
    <p:handoutMasterId r:id="rId77"/>
  </p:handoutMasterIdLst>
  <p:sldIdLst>
    <p:sldId id="358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71" r:id="rId26"/>
    <p:sldId id="359" r:id="rId27"/>
    <p:sldId id="372" r:id="rId28"/>
    <p:sldId id="325" r:id="rId29"/>
    <p:sldId id="360" r:id="rId30"/>
    <p:sldId id="373" r:id="rId31"/>
    <p:sldId id="326" r:id="rId32"/>
    <p:sldId id="361" r:id="rId33"/>
    <p:sldId id="374" r:id="rId34"/>
    <p:sldId id="327" r:id="rId35"/>
    <p:sldId id="328" r:id="rId36"/>
    <p:sldId id="329" r:id="rId37"/>
    <p:sldId id="330" r:id="rId38"/>
    <p:sldId id="331" r:id="rId39"/>
    <p:sldId id="332" r:id="rId40"/>
    <p:sldId id="370" r:id="rId41"/>
    <p:sldId id="369" r:id="rId42"/>
    <p:sldId id="368" r:id="rId43"/>
    <p:sldId id="367" r:id="rId44"/>
    <p:sldId id="366" r:id="rId45"/>
    <p:sldId id="365" r:id="rId46"/>
    <p:sldId id="364" r:id="rId47"/>
    <p:sldId id="363" r:id="rId48"/>
    <p:sldId id="36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346" r:id="rId63"/>
    <p:sldId id="347" r:id="rId64"/>
    <p:sldId id="348" r:id="rId65"/>
    <p:sldId id="349" r:id="rId66"/>
    <p:sldId id="350" r:id="rId67"/>
    <p:sldId id="351" r:id="rId68"/>
    <p:sldId id="352" r:id="rId69"/>
    <p:sldId id="353" r:id="rId70"/>
    <p:sldId id="354" r:id="rId71"/>
    <p:sldId id="355" r:id="rId72"/>
    <p:sldId id="356" r:id="rId73"/>
    <p:sldId id="357" r:id="rId74"/>
    <p:sldId id="301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48" y="9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42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2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28A0E1-27C8-4DC2-A915-D73CB6BA84D3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39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843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2D724E-A48E-4791-8F8D-9FBF10C68A0C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338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6AAA7B-47FD-4B12-890F-4CB7E4202823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4767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F39F06-CDFA-4E84-9EC4-18D5EBDC178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4059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87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377579-1AE5-4071-A267-06E0873094CA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99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769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3B683E-A5E0-4081-AA17-300630C99F8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97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45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E41A35-700F-459E-8742-60E43D0B959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98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503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307A79-91C9-4EA1-A4C8-E00A39F7B359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Go over this example in detail, then do another example of merging, something like:</a:t>
            </a:r>
          </a:p>
          <a:p>
            <a:endParaRPr lang="en-US" altLang="en-US"/>
          </a:p>
          <a:p>
            <a:r>
              <a:rPr lang="en-US" altLang="en-US"/>
              <a:t>(1 2 5 7 9)</a:t>
            </a:r>
          </a:p>
          <a:p>
            <a:r>
              <a:rPr lang="en-US" altLang="en-US"/>
              <a:t>(3 4 6)</a:t>
            </a:r>
          </a:p>
        </p:txBody>
      </p:sp>
    </p:spTree>
    <p:extLst>
      <p:ext uri="{BB962C8B-B14F-4D97-AF65-F5344CB8AC3E}">
        <p14:creationId xmlns:p14="http://schemas.microsoft.com/office/powerpoint/2010/main" val="4126200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F96753-F4FE-4735-BCF2-89E0AB8540B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85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even if not analyzing in detail, show the recurrence for mergesort in worst case:</a:t>
            </a:r>
          </a:p>
          <a:p>
            <a:r>
              <a:rPr lang="en-US" altLang="en-US"/>
              <a:t>T(n) = 2 T(n/2) + (n-1)</a:t>
            </a:r>
          </a:p>
          <a:p>
            <a:endParaRPr lang="en-US" altLang="en-US"/>
          </a:p>
          <a:p>
            <a:r>
              <a:rPr lang="en-US" altLang="en-US"/>
              <a:t>                         worst case comparisons for merge</a:t>
            </a:r>
          </a:p>
        </p:txBody>
      </p:sp>
      <p:sp>
        <p:nvSpPr>
          <p:cNvPr id="285700" name="Line 4"/>
          <p:cNvSpPr>
            <a:spLocks noChangeShapeType="1"/>
          </p:cNvSpPr>
          <p:nvPr/>
        </p:nvSpPr>
        <p:spPr bwMode="auto">
          <a:xfrm flipV="1">
            <a:off x="2286000" y="6705600"/>
            <a:ext cx="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32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53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50467B-6AEE-4A63-8249-FF9211DCA6B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99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30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4EA878-6720-468A-A482-DDF4E0D3E58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0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6202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D4930E-8692-44B4-B35E-83876595350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151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49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3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663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7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352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094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70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0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D3472-DF6F-4C16-8B14-181C9CDA8E44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6510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D3472-DF6F-4C16-8B14-181C9CDA8E44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3895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D3472-DF6F-4C16-8B14-181C9CDA8E44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8215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D3472-DF6F-4C16-8B14-181C9CDA8E44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8670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7D3472-DF6F-4C16-8B14-181C9CDA8E44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7379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C622CA-AFE4-4EB7-89CE-490B0F05DF1F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2752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20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10/2/2012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 Ramzan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66825"/>
            <a:ext cx="4076700" cy="49053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266825"/>
            <a:ext cx="4076700" cy="490537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22555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400800"/>
            <a:ext cx="64008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A. Levitin “Introduction to the Design &amp; Analysis of Algorithms,” 3rd ed., Ch. 5 ©2012 Pearson Education, Inc. Upper Saddle River, NJ. All Rights Reserved.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39000" y="6553200"/>
            <a:ext cx="1905000" cy="304800"/>
          </a:xfrm>
        </p:spPr>
        <p:txBody>
          <a:bodyPr/>
          <a:lstStyle>
            <a:lvl1pPr>
              <a:defRPr/>
            </a:lvl1pPr>
          </a:lstStyle>
          <a:p>
            <a:fld id="{EACBEC4A-A7CF-420D-9D0B-EEB89C9FBD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082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5902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Divide and Conquer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6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FF39-04D4-4548-9E67-FCF36273A0EC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Divide-and-Conquer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Monotype Sorts" pitchFamily="2" charset="2"/>
              <a:buNone/>
            </a:pPr>
            <a:r>
              <a:rPr lang="en-US" altLang="en-US" sz="2800" dirty="0"/>
              <a:t>The most-well known algorithm design strategy:</a:t>
            </a:r>
          </a:p>
          <a:p>
            <a:pPr marL="457200" indent="-457200">
              <a:buFont typeface="Monotype Sorts" pitchFamily="2" charset="2"/>
              <a:buAutoNum type="arabicPeriod"/>
            </a:pPr>
            <a:r>
              <a:rPr lang="en-US" altLang="en-US" sz="2800" dirty="0"/>
              <a:t> Divide instance of problem into two or more smaller instances</a:t>
            </a:r>
          </a:p>
          <a:p>
            <a:pPr marL="457200" indent="-457200">
              <a:buFont typeface="Monotype Sorts" pitchFamily="2" charset="2"/>
              <a:buAutoNum type="arabicPeriod"/>
            </a:pPr>
            <a:endParaRPr lang="en-US" altLang="en-US" sz="2800" dirty="0"/>
          </a:p>
          <a:p>
            <a:pPr marL="457200" indent="-457200">
              <a:buFont typeface="Monotype Sorts" pitchFamily="2" charset="2"/>
              <a:buAutoNum type="arabicPeriod"/>
            </a:pPr>
            <a:r>
              <a:rPr lang="en-US" altLang="en-US" sz="2800" dirty="0"/>
              <a:t>Solve smaller instances recursively</a:t>
            </a:r>
          </a:p>
          <a:p>
            <a:pPr marL="457200" indent="-457200">
              <a:buFont typeface="Monotype Sorts" pitchFamily="2" charset="2"/>
              <a:buAutoNum type="arabicPeriod"/>
            </a:pPr>
            <a:endParaRPr lang="en-US" altLang="en-US" sz="2800" dirty="0"/>
          </a:p>
          <a:p>
            <a:pPr marL="457200" indent="-457200">
              <a:buFont typeface="Monotype Sorts" pitchFamily="2" charset="2"/>
              <a:buAutoNum type="arabicPeriod"/>
            </a:pPr>
            <a:r>
              <a:rPr lang="en-US" altLang="en-US" sz="2800" dirty="0"/>
              <a:t>Obtain solution to original (larger) instance by combining these solutions</a:t>
            </a:r>
          </a:p>
          <a:p>
            <a:pPr marL="457200" indent="-457200">
              <a:buFont typeface="Monotype Sorts" pitchFamily="2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6161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223B9-F1FC-4A37-8D47-19416EB0AF2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09" y="11430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Divide-and-Conquer </a:t>
            </a:r>
            <a:r>
              <a:rPr lang="en-US" altLang="en-US" dirty="0" smtClean="0"/>
              <a:t>Technique</a:t>
            </a:r>
            <a:endParaRPr lang="en-US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859570"/>
            <a:ext cx="4439516" cy="446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0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04491-A285-4753-A53C-792B9C02C181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9200"/>
            <a:ext cx="6629400" cy="561975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Divide-and-Conquer </a:t>
            </a:r>
            <a:r>
              <a:rPr lang="en-US" altLang="en-US" sz="2700" dirty="0" smtClean="0"/>
              <a:t>(Examples)</a:t>
            </a:r>
            <a:endParaRPr lang="en-US" altLang="en-US" sz="2700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6400800" cy="4143375"/>
          </a:xfrm>
        </p:spPr>
        <p:txBody>
          <a:bodyPr>
            <a:normAutofit fontScale="70000" lnSpcReduction="20000"/>
          </a:bodyPr>
          <a:lstStyle/>
          <a:p>
            <a:pPr marL="457200" indent="-457200"/>
            <a:r>
              <a:rPr lang="en-US" altLang="en-US" dirty="0"/>
              <a:t>Sorting: </a:t>
            </a:r>
            <a:r>
              <a:rPr lang="en-US" altLang="en-US" dirty="0" err="1"/>
              <a:t>mergesort</a:t>
            </a:r>
            <a:r>
              <a:rPr lang="en-US" altLang="en-US" dirty="0"/>
              <a:t> and quicksort</a:t>
            </a:r>
          </a:p>
          <a:p>
            <a:pPr marL="457200" indent="-457200"/>
            <a:endParaRPr lang="en-US" altLang="en-US" dirty="0"/>
          </a:p>
          <a:p>
            <a:pPr marL="457200" indent="-457200"/>
            <a:r>
              <a:rPr lang="en-US" altLang="en-US" dirty="0"/>
              <a:t>Binary tree traversals</a:t>
            </a:r>
          </a:p>
          <a:p>
            <a:pPr marL="457200" indent="-457200"/>
            <a:endParaRPr lang="en-US" altLang="en-US" dirty="0"/>
          </a:p>
          <a:p>
            <a:pPr marL="457200" indent="-457200"/>
            <a:r>
              <a:rPr lang="en-US" altLang="en-US" dirty="0"/>
              <a:t>Multiplication of large integers</a:t>
            </a:r>
          </a:p>
          <a:p>
            <a:pPr marL="457200" indent="-457200"/>
            <a:endParaRPr lang="en-US" altLang="en-US" dirty="0"/>
          </a:p>
          <a:p>
            <a:pPr marL="457200" indent="-457200"/>
            <a:r>
              <a:rPr lang="en-US" altLang="en-US" dirty="0"/>
              <a:t>Matrix multiplication: Strassen’s algorithm</a:t>
            </a:r>
          </a:p>
          <a:p>
            <a:pPr marL="457200" indent="-457200"/>
            <a:endParaRPr lang="en-US" altLang="en-US" dirty="0"/>
          </a:p>
          <a:p>
            <a:pPr marL="457200" indent="-457200"/>
            <a:r>
              <a:rPr lang="en-US" altLang="en-US" dirty="0"/>
              <a:t>Closest-pair and convex-hull algorithms</a:t>
            </a:r>
            <a:br>
              <a:rPr lang="en-US" altLang="en-US" dirty="0"/>
            </a:br>
            <a:endParaRPr lang="en-US" altLang="en-US" dirty="0"/>
          </a:p>
          <a:p>
            <a:pPr marL="457200" indent="-457200"/>
            <a:r>
              <a:rPr lang="en-US" altLang="en-US" dirty="0"/>
              <a:t>Binary search: decrease-by-half (or degenerate </a:t>
            </a:r>
            <a:r>
              <a:rPr lang="en-US" altLang="en-US" dirty="0" err="1"/>
              <a:t>divide&amp;conq</a:t>
            </a:r>
            <a:r>
              <a:rPr lang="en-US" alt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20162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137DC-ECDA-4918-B409-ECDC62CC52E9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69314" name="Rectangle 2"/>
          <p:cNvSpPr>
            <a:spLocks noChangeArrowheads="1"/>
          </p:cNvSpPr>
          <p:nvPr/>
        </p:nvSpPr>
        <p:spPr bwMode="auto">
          <a:xfrm>
            <a:off x="244475" y="1143000"/>
            <a:ext cx="75882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algn="l"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algn="l"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algn="l"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algn="l"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dirty="0"/>
              <a:t>General Divide-and-Conquer Recurrence</a:t>
            </a:r>
          </a:p>
        </p:txBody>
      </p:sp>
      <p:sp>
        <p:nvSpPr>
          <p:cNvPr id="269315" name="Rectangle 3"/>
          <p:cNvSpPr>
            <a:spLocks noChangeArrowheads="1"/>
          </p:cNvSpPr>
          <p:nvPr/>
        </p:nvSpPr>
        <p:spPr bwMode="auto">
          <a:xfrm>
            <a:off x="457200" y="1676400"/>
            <a:ext cx="7162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algn="l"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1pPr>
            <a:lvl2pPr marL="838200" indent="-381000" algn="l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2pPr>
            <a:lvl3pPr marL="1257300" indent="-342900" algn="l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3pPr>
            <a:lvl4pPr marL="1714500" indent="-342900" algn="l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4pPr>
            <a:lvl5pPr marL="2171700" indent="-342900" algn="l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i="1" dirty="0">
                <a:solidFill>
                  <a:schemeClr val="tx1"/>
                </a:solidFill>
                <a:effectLst/>
              </a:rPr>
              <a:t>T</a:t>
            </a:r>
            <a:r>
              <a:rPr lang="en-US" altLang="en-US" dirty="0">
                <a:solidFill>
                  <a:schemeClr val="tx1"/>
                </a:solidFill>
                <a:effectLst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effectLst/>
              </a:rPr>
              <a:t>n</a:t>
            </a:r>
            <a:r>
              <a:rPr lang="en-US" altLang="en-US" dirty="0">
                <a:solidFill>
                  <a:schemeClr val="tx1"/>
                </a:solidFill>
                <a:effectLst/>
              </a:rPr>
              <a:t>) = </a:t>
            </a:r>
            <a:r>
              <a:rPr lang="en-US" altLang="en-US" i="1" dirty="0" err="1">
                <a:solidFill>
                  <a:schemeClr val="tx1"/>
                </a:solidFill>
                <a:effectLst/>
              </a:rPr>
              <a:t>aT</a:t>
            </a:r>
            <a:r>
              <a:rPr lang="en-US" altLang="en-US" dirty="0">
                <a:solidFill>
                  <a:schemeClr val="tx1"/>
                </a:solidFill>
                <a:effectLst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effectLst/>
              </a:rPr>
              <a:t>n/b</a:t>
            </a:r>
            <a:r>
              <a:rPr lang="en-US" altLang="en-US" dirty="0">
                <a:solidFill>
                  <a:schemeClr val="tx1"/>
                </a:solidFill>
                <a:effectLst/>
              </a:rPr>
              <a:t>) + </a:t>
            </a:r>
            <a:r>
              <a:rPr lang="en-US" altLang="en-US" i="1" dirty="0">
                <a:solidFill>
                  <a:schemeClr val="tx1"/>
                </a:solidFill>
                <a:effectLst/>
              </a:rPr>
              <a:t>f </a:t>
            </a:r>
            <a:r>
              <a:rPr lang="en-US" altLang="en-US" dirty="0">
                <a:solidFill>
                  <a:schemeClr val="tx1"/>
                </a:solidFill>
                <a:effectLst/>
              </a:rPr>
              <a:t>(</a:t>
            </a:r>
            <a:r>
              <a:rPr lang="en-US" altLang="en-US" i="1" dirty="0">
                <a:solidFill>
                  <a:schemeClr val="tx1"/>
                </a:solidFill>
                <a:effectLst/>
              </a:rPr>
              <a:t>n</a:t>
            </a:r>
            <a:r>
              <a:rPr lang="en-US" altLang="en-US" dirty="0" smtClean="0">
                <a:solidFill>
                  <a:schemeClr val="tx1"/>
                </a:solidFill>
                <a:effectLst/>
              </a:rPr>
              <a:t>)</a:t>
            </a:r>
          </a:p>
          <a:p>
            <a:pPr>
              <a:buFont typeface="Monotype Sorts" pitchFamily="2" charset="2"/>
              <a:buNone/>
            </a:pPr>
            <a:endParaRPr lang="en-US" altLang="en-US" i="1" dirty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endParaRPr lang="en-US" altLang="en-US" dirty="0" smtClean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endParaRPr lang="en-US" altLang="en-US" dirty="0" smtClean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endParaRPr lang="en-US" altLang="en-US" dirty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endParaRPr lang="en-US" altLang="en-US" dirty="0" smtClean="0">
              <a:solidFill>
                <a:schemeClr val="tx1"/>
              </a:solidFill>
              <a:effectLst/>
            </a:endParaRPr>
          </a:p>
          <a:p>
            <a:pPr>
              <a:buFont typeface="Monotype Sorts" pitchFamily="2" charset="2"/>
              <a:buNone/>
            </a:pPr>
            <a:r>
              <a:rPr lang="en-US" altLang="en-US" sz="1800" dirty="0" smtClean="0">
                <a:solidFill>
                  <a:schemeClr val="tx1"/>
                </a:solidFill>
                <a:effectLst/>
              </a:rPr>
              <a:t>Note</a:t>
            </a:r>
            <a:r>
              <a:rPr lang="en-US" altLang="en-US" sz="1800" dirty="0">
                <a:solidFill>
                  <a:schemeClr val="tx1"/>
                </a:solidFill>
                <a:effectLst/>
              </a:rPr>
              <a:t>: The same results hold with O instead of </a:t>
            </a:r>
            <a:r>
              <a:rPr lang="el-GR" altLang="en-US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180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 smtClean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Examples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: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= 4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/2) +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  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 ?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                 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= 4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/2) +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baseline="300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 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 ?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                 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= 4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/2) +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baseline="300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   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n</a:t>
            </a:r>
            <a:r>
              <a:rPr lang="en-US" altLang="en-US" sz="1800" dirty="0">
                <a:solidFill>
                  <a:schemeClr val="tx1"/>
                </a:solidFill>
                <a:effectLst/>
                <a:sym typeface="Symbol" panose="05050102010706020507" pitchFamily="18" charset="2"/>
              </a:rPr>
              <a:t>)  ?</a:t>
            </a:r>
            <a:endParaRPr lang="en-US" altLang="en-US" sz="1800" dirty="0">
              <a:solidFill>
                <a:schemeClr val="tx1"/>
              </a:solidFill>
              <a:effectLst/>
            </a:endParaRPr>
          </a:p>
          <a:p>
            <a:endParaRPr lang="en-US" alt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69" y="2209800"/>
            <a:ext cx="4557367" cy="262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Merge Sort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6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9089F-E32B-4D64-B41E-908A0FC50F8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Mergesort</a:t>
            </a:r>
            <a:endParaRPr lang="en-US" altLang="en-US" dirty="0"/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6477000" cy="4191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Split array A[0..</a:t>
            </a:r>
            <a:r>
              <a:rPr lang="en-US" altLang="en-US" i="1" dirty="0"/>
              <a:t>n</a:t>
            </a:r>
            <a:r>
              <a:rPr lang="en-US" altLang="en-US" dirty="0"/>
              <a:t>-1] in two about equal halves and make copies of each half  in arrays B and C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Sort arrays B and C recursively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Merge sorted arrays B and C into array A as follows: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Repeat the following until no elements remain in one of the arrays: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compare the first elements in the remaining unprocessed portions of the arrays</a:t>
            </a:r>
          </a:p>
          <a:p>
            <a:pPr lvl="2">
              <a:lnSpc>
                <a:spcPct val="90000"/>
              </a:lnSpc>
            </a:pPr>
            <a:r>
              <a:rPr lang="en-US" altLang="en-US" sz="2400" dirty="0"/>
              <a:t>copy the smaller of the two into A, while incrementing the index indicating the unprocessed portion of that array 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Once all elements in one of the arrays are processed, copy the remaining unprocessed elements from the other array into A.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345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2E12-D69D-4FEE-9589-CB88A45FE91F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85029" name="Rectangle 5"/>
          <p:cNvSpPr>
            <a:spLocks noGrp="1" noChangeArrowheads="1"/>
          </p:cNvSpPr>
          <p:nvPr>
            <p:ph type="title"/>
          </p:nvPr>
        </p:nvSpPr>
        <p:spPr>
          <a:xfrm>
            <a:off x="34636" y="1190625"/>
            <a:ext cx="76644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Pseudocode of </a:t>
            </a:r>
            <a:r>
              <a:rPr lang="en-US" altLang="en-US" dirty="0" err="1"/>
              <a:t>Mergesort</a:t>
            </a:r>
            <a:endParaRPr lang="en-US" altLang="en-US" dirty="0"/>
          </a:p>
        </p:txBody>
      </p:sp>
      <p:pic>
        <p:nvPicPr>
          <p:cNvPr id="385028" name="Picture 4" descr="4_1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81200"/>
            <a:ext cx="6988048" cy="34480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92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21CB8-112E-4A85-82BE-E35C12ACF6F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80933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1387210"/>
            <a:ext cx="77406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Pseudocode of Merge</a:t>
            </a:r>
          </a:p>
        </p:txBody>
      </p:sp>
      <p:pic>
        <p:nvPicPr>
          <p:cNvPr id="380932" name="Picture 4" descr="4_1b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2590800"/>
            <a:ext cx="5943600" cy="335630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05F8E-F9D3-40C1-A2D3-F74616E6082A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041" y="1143000"/>
            <a:ext cx="758825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 err="1" smtClean="0"/>
              <a:t>MergeSort</a:t>
            </a:r>
            <a:r>
              <a:rPr lang="en-US" altLang="en-US" dirty="0" smtClean="0"/>
              <a:t> </a:t>
            </a:r>
            <a:r>
              <a:rPr lang="en-US" altLang="en-US" dirty="0"/>
              <a:t>Example</a:t>
            </a:r>
          </a:p>
        </p:txBody>
      </p:sp>
      <p:pic>
        <p:nvPicPr>
          <p:cNvPr id="377860" name="Picture 4" descr="Fig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1892860"/>
            <a:ext cx="6019800" cy="4507939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057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2421E-1E76-4AB3-8543-39C2BDD36D1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Analysis of Mergesort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en-US"/>
              <a:t>All cases have same efficiency: </a:t>
            </a:r>
            <a:r>
              <a:rPr lang="el-GR" altLang="en-US">
                <a:cs typeface="Times New Roman" panose="02020603050405020304" pitchFamily="18" charset="0"/>
              </a:rPr>
              <a:t>Θ</a:t>
            </a:r>
            <a:r>
              <a:rPr lang="en-US" altLang="en-US">
                <a:cs typeface="Times New Roman" panose="02020603050405020304" pitchFamily="18" charset="0"/>
              </a:rPr>
              <a:t>(</a:t>
            </a:r>
            <a:r>
              <a:rPr lang="en-US" altLang="en-US" i="1">
                <a:cs typeface="Times New Roman" panose="02020603050405020304" pitchFamily="18" charset="0"/>
              </a:rPr>
              <a:t>n </a:t>
            </a:r>
            <a:r>
              <a:rPr lang="en-US" altLang="en-US">
                <a:cs typeface="Times New Roman" panose="02020603050405020304" pitchFamily="18" charset="0"/>
              </a:rPr>
              <a:t>log </a:t>
            </a:r>
            <a:r>
              <a:rPr lang="en-US" altLang="en-US" i="1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) 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Number of comparisons in the worst case is close to theoretical minimum for comparison-based sorting: </a:t>
            </a:r>
          </a:p>
          <a:p>
            <a:pPr lvl="1"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                  </a:t>
            </a:r>
            <a:r>
              <a:rPr lang="en-US" altLang="en-US" sz="2400"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en-US" sz="2400">
                <a:cs typeface="Times New Roman" panose="02020603050405020304" pitchFamily="18" charset="0"/>
              </a:rPr>
              <a:t>log</a:t>
            </a:r>
            <a:r>
              <a:rPr lang="en-US" altLang="en-US" sz="2400" baseline="-25000">
                <a:cs typeface="Times New Roman" panose="02020603050405020304" pitchFamily="18" charset="0"/>
              </a:rPr>
              <a:t>2</a:t>
            </a:r>
            <a:r>
              <a:rPr lang="en-US" altLang="en-US" sz="2400">
                <a:cs typeface="Times New Roman" panose="02020603050405020304" pitchFamily="18" charset="0"/>
              </a:rPr>
              <a:t> </a:t>
            </a:r>
            <a:r>
              <a:rPr lang="en-US" altLang="en-US" sz="2400" i="1">
                <a:cs typeface="Times New Roman" panose="02020603050405020304" pitchFamily="18" charset="0"/>
              </a:rPr>
              <a:t>n</a:t>
            </a:r>
            <a:r>
              <a:rPr lang="en-US" altLang="en-US" sz="2400">
                <a:cs typeface="Times New Roman" panose="02020603050405020304" pitchFamily="18" charset="0"/>
              </a:rPr>
              <a:t>!</a:t>
            </a:r>
            <a:r>
              <a:rPr lang="en-US" altLang="en-US" sz="2400"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en-US" altLang="en-US" sz="2400">
                <a:cs typeface="Times New Roman" panose="02020603050405020304" pitchFamily="18" charset="0"/>
              </a:rPr>
              <a:t>   ≈    </a:t>
            </a:r>
            <a:r>
              <a:rPr lang="en-US" altLang="en-US" sz="2400" i="1">
                <a:cs typeface="Times New Roman" panose="02020603050405020304" pitchFamily="18" charset="0"/>
              </a:rPr>
              <a:t>n</a:t>
            </a:r>
            <a:r>
              <a:rPr lang="en-US" altLang="en-US" sz="2400">
                <a:cs typeface="Times New Roman" panose="02020603050405020304" pitchFamily="18" charset="0"/>
              </a:rPr>
              <a:t> log</a:t>
            </a:r>
            <a:r>
              <a:rPr lang="en-US" altLang="en-US" sz="2400" baseline="-25000">
                <a:cs typeface="Times New Roman" panose="02020603050405020304" pitchFamily="18" charset="0"/>
              </a:rPr>
              <a:t>2 </a:t>
            </a:r>
            <a:r>
              <a:rPr lang="en-US" altLang="en-US" sz="2400" i="1">
                <a:cs typeface="Times New Roman" panose="02020603050405020304" pitchFamily="18" charset="0"/>
              </a:rPr>
              <a:t>n  </a:t>
            </a:r>
            <a:r>
              <a:rPr lang="en-US" altLang="en-US" sz="2400">
                <a:cs typeface="Times New Roman" panose="02020603050405020304" pitchFamily="18" charset="0"/>
              </a:rPr>
              <a:t>- 1.44</a:t>
            </a:r>
            <a:r>
              <a:rPr lang="en-US" altLang="en-US" sz="2400" i="1">
                <a:cs typeface="Times New Roman" panose="02020603050405020304" pitchFamily="18" charset="0"/>
              </a:rPr>
              <a:t>n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Space requirement: </a:t>
            </a:r>
            <a:r>
              <a:rPr lang="el-GR" altLang="en-US">
                <a:cs typeface="Times New Roman" panose="02020603050405020304" pitchFamily="18" charset="0"/>
              </a:rPr>
              <a:t>Θ</a:t>
            </a:r>
            <a:r>
              <a:rPr lang="en-US" altLang="en-US">
                <a:cs typeface="Times New Roman" panose="02020603050405020304" pitchFamily="18" charset="0"/>
              </a:rPr>
              <a:t>(</a:t>
            </a:r>
            <a:r>
              <a:rPr lang="en-US" altLang="en-US" i="1">
                <a:cs typeface="Times New Roman" panose="02020603050405020304" pitchFamily="18" charset="0"/>
              </a:rPr>
              <a:t>n</a:t>
            </a:r>
            <a:r>
              <a:rPr lang="en-US" altLang="en-US">
                <a:cs typeface="Times New Roman" panose="02020603050405020304" pitchFamily="18" charset="0"/>
              </a:rPr>
              <a:t>) (</a:t>
            </a:r>
            <a:r>
              <a:rPr lang="en-US" altLang="en-US" u="sng">
                <a:cs typeface="Times New Roman" panose="02020603050405020304" pitchFamily="18" charset="0"/>
              </a:rPr>
              <a:t>not</a:t>
            </a:r>
            <a:r>
              <a:rPr lang="en-US" altLang="en-US">
                <a:cs typeface="Times New Roman" panose="02020603050405020304" pitchFamily="18" charset="0"/>
              </a:rPr>
              <a:t> in-place)</a:t>
            </a:r>
          </a:p>
          <a:p>
            <a:endParaRPr lang="en-US" altLang="en-US">
              <a:cs typeface="Times New Roman" panose="02020603050405020304" pitchFamily="18" charset="0"/>
            </a:endParaRPr>
          </a:p>
          <a:p>
            <a:r>
              <a:rPr lang="en-US" altLang="en-US">
                <a:cs typeface="Times New Roman" panose="02020603050405020304" pitchFamily="18" charset="0"/>
              </a:rPr>
              <a:t>Can be implemented without recursion (bottom-up)</a:t>
            </a:r>
          </a:p>
        </p:txBody>
      </p:sp>
    </p:spTree>
    <p:extLst>
      <p:ext uri="{BB962C8B-B14F-4D97-AF65-F5344CB8AC3E}">
        <p14:creationId xmlns:p14="http://schemas.microsoft.com/office/powerpoint/2010/main" val="219452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Quick Sort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6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EF11B-5A41-462C-A016-8364CF9536E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71769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Quicksort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81200"/>
            <a:ext cx="6858000" cy="449580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dirty="0"/>
              <a:t>Select a </a:t>
            </a:r>
            <a:r>
              <a:rPr lang="en-US" altLang="en-US" i="1" dirty="0"/>
              <a:t>pivot</a:t>
            </a:r>
            <a:r>
              <a:rPr lang="en-US" altLang="en-US" dirty="0"/>
              <a:t> (partitioning element) – here, the first element</a:t>
            </a:r>
          </a:p>
          <a:p>
            <a:r>
              <a:rPr lang="en-US" altLang="en-US" dirty="0"/>
              <a:t>Rearrange the list so that all the elements in the first </a:t>
            </a:r>
            <a:r>
              <a:rPr lang="en-US" altLang="en-US" i="1" dirty="0"/>
              <a:t>s </a:t>
            </a:r>
            <a:r>
              <a:rPr lang="en-US" altLang="en-US" dirty="0"/>
              <a:t>positions are smaller than or equal to the pivot and all the elements in the remaining </a:t>
            </a:r>
            <a:r>
              <a:rPr lang="en-US" altLang="en-US" i="1" dirty="0"/>
              <a:t>n-s </a:t>
            </a:r>
            <a:r>
              <a:rPr lang="en-US" altLang="en-US" dirty="0"/>
              <a:t>positions are larger than or equal to the pivot (see next slide for an algorithm)</a:t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Exchange the pivot with the last element in the first (i.e., </a:t>
            </a:r>
            <a:r>
              <a:rPr lang="en-US" altLang="en-US" dirty="0">
                <a:cs typeface="Times New Roman" panose="02020603050405020304" pitchFamily="18" charset="0"/>
                <a:sym typeface="Symbol" panose="05050102010706020507" pitchFamily="18" charset="2"/>
              </a:rPr>
              <a:t>)</a:t>
            </a:r>
            <a:r>
              <a:rPr lang="en-US" altLang="en-US" dirty="0">
                <a:cs typeface="Times New Roman" panose="02020603050405020304" pitchFamily="18" charset="0"/>
              </a:rPr>
              <a:t> subarray — the pivot is now in its final position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Sort the two subarrays recursively</a:t>
            </a:r>
          </a:p>
          <a:p>
            <a:endParaRPr lang="en-US" altLang="en-US" dirty="0"/>
          </a:p>
        </p:txBody>
      </p:sp>
      <p:grpSp>
        <p:nvGrpSpPr>
          <p:cNvPr id="388100" name="Group 4"/>
          <p:cNvGrpSpPr>
            <a:grpSpLocks/>
          </p:cNvGrpSpPr>
          <p:nvPr/>
        </p:nvGrpSpPr>
        <p:grpSpPr bwMode="auto">
          <a:xfrm>
            <a:off x="637309" y="4114800"/>
            <a:ext cx="7010400" cy="838200"/>
            <a:chOff x="672" y="2928"/>
            <a:chExt cx="4416" cy="908"/>
          </a:xfrm>
        </p:grpSpPr>
        <p:grpSp>
          <p:nvGrpSpPr>
            <p:cNvPr id="388101" name="Group 5"/>
            <p:cNvGrpSpPr>
              <a:grpSpLocks/>
            </p:cNvGrpSpPr>
            <p:nvPr/>
          </p:nvGrpSpPr>
          <p:grpSpPr bwMode="auto">
            <a:xfrm>
              <a:off x="672" y="2928"/>
              <a:ext cx="4416" cy="672"/>
              <a:chOff x="672" y="3312"/>
              <a:chExt cx="4416" cy="672"/>
            </a:xfrm>
          </p:grpSpPr>
          <p:sp>
            <p:nvSpPr>
              <p:cNvPr id="388102" name="Rectangle 6"/>
              <p:cNvSpPr>
                <a:spLocks noChangeArrowheads="1"/>
              </p:cNvSpPr>
              <p:nvPr/>
            </p:nvSpPr>
            <p:spPr bwMode="auto">
              <a:xfrm>
                <a:off x="672" y="3312"/>
                <a:ext cx="4416" cy="336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altLang="en-US"/>
              </a:p>
            </p:txBody>
          </p:sp>
          <p:sp>
            <p:nvSpPr>
              <p:cNvPr id="388103" name="Line 7"/>
              <p:cNvSpPr>
                <a:spLocks noChangeShapeType="1"/>
              </p:cNvSpPr>
              <p:nvPr/>
            </p:nvSpPr>
            <p:spPr bwMode="auto">
              <a:xfrm>
                <a:off x="864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8104" name="Line 8"/>
              <p:cNvSpPr>
                <a:spLocks noChangeShapeType="1"/>
              </p:cNvSpPr>
              <p:nvPr/>
            </p:nvSpPr>
            <p:spPr bwMode="auto">
              <a:xfrm>
                <a:off x="2448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8105" name="Line 9"/>
              <p:cNvSpPr>
                <a:spLocks noChangeShapeType="1"/>
              </p:cNvSpPr>
              <p:nvPr/>
            </p:nvSpPr>
            <p:spPr bwMode="auto">
              <a:xfrm>
                <a:off x="2640" y="3312"/>
                <a:ext cx="0" cy="33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8106" name="Text Box 10"/>
              <p:cNvSpPr txBox="1">
                <a:spLocks noChangeArrowheads="1"/>
              </p:cNvSpPr>
              <p:nvPr/>
            </p:nvSpPr>
            <p:spPr bwMode="auto">
              <a:xfrm>
                <a:off x="672" y="3312"/>
                <a:ext cx="1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i="1">
                    <a:solidFill>
                      <a:schemeClr val="bg2"/>
                    </a:solidFill>
                  </a:rPr>
                  <a:t>p</a:t>
                </a:r>
              </a:p>
            </p:txBody>
          </p:sp>
          <p:sp>
            <p:nvSpPr>
              <p:cNvPr id="388107" name="AutoShape 11"/>
              <p:cNvSpPr>
                <a:spLocks/>
              </p:cNvSpPr>
              <p:nvPr/>
            </p:nvSpPr>
            <p:spPr bwMode="auto">
              <a:xfrm rot="-5400000">
                <a:off x="1584" y="2976"/>
                <a:ext cx="288" cy="1728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8108" name="AutoShape 12"/>
              <p:cNvSpPr>
                <a:spLocks/>
              </p:cNvSpPr>
              <p:nvPr/>
            </p:nvSpPr>
            <p:spPr bwMode="auto">
              <a:xfrm rot="-5400000">
                <a:off x="3744" y="2640"/>
                <a:ext cx="288" cy="2400"/>
              </a:xfrm>
              <a:prstGeom prst="leftBrace">
                <a:avLst>
                  <a:gd name="adj1" fmla="val 69444"/>
                  <a:gd name="adj2" fmla="val 50000"/>
                </a:avLst>
              </a:prstGeom>
              <a:noFill/>
              <a:ln w="12700">
                <a:solidFill>
                  <a:srgbClr val="FF0000"/>
                </a:solidFill>
                <a:round/>
                <a:headEnd type="none" w="sm" len="sm"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88109" name="Text Box 13"/>
            <p:cNvSpPr txBox="1">
              <a:spLocks noChangeArrowheads="1"/>
            </p:cNvSpPr>
            <p:nvPr/>
          </p:nvSpPr>
          <p:spPr bwMode="auto">
            <a:xfrm>
              <a:off x="1411" y="3526"/>
              <a:ext cx="6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A[</a:t>
              </a:r>
              <a:r>
                <a:rPr lang="en-US" altLang="en-US" i="1"/>
                <a:t>i</a:t>
              </a:r>
              <a:r>
                <a:rPr lang="en-US" altLang="en-US"/>
                <a:t>]</a:t>
              </a:r>
              <a:r>
                <a:rPr lang="en-US" altLang="en-US"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r>
                <a:rPr lang="en-US" altLang="en-US" i="1">
                  <a:cs typeface="Times New Roman" panose="02020603050405020304" pitchFamily="18" charset="0"/>
                </a:rPr>
                <a:t>p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  <p:sp>
          <p:nvSpPr>
            <p:cNvPr id="388110" name="Text Box 14"/>
            <p:cNvSpPr txBox="1">
              <a:spLocks noChangeArrowheads="1"/>
            </p:cNvSpPr>
            <p:nvPr/>
          </p:nvSpPr>
          <p:spPr bwMode="auto">
            <a:xfrm>
              <a:off x="3551" y="3548"/>
              <a:ext cx="6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A[</a:t>
              </a:r>
              <a:r>
                <a:rPr lang="en-US" altLang="en-US" i="1"/>
                <a:t>i</a:t>
              </a:r>
              <a:r>
                <a:rPr lang="en-US" altLang="en-US"/>
                <a:t>]</a:t>
              </a:r>
              <a:r>
                <a:rPr lang="en-US" altLang="en-US">
                  <a:cs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en-US" i="1">
                  <a:cs typeface="Times New Roman" panose="02020603050405020304" pitchFamily="18" charset="0"/>
                </a:rPr>
                <a:t>p</a:t>
              </a:r>
              <a:endParaRPr lang="en-US" altLang="en-US"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451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0D27-2338-4F5A-8F67-B2263E469F5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9286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Hoare’s Partitioning Algorithm</a:t>
            </a:r>
          </a:p>
        </p:txBody>
      </p:sp>
      <p:pic>
        <p:nvPicPr>
          <p:cNvPr id="292872" name="Picture 8" descr="partitio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438399"/>
            <a:ext cx="6408295" cy="3643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48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3F80-84B1-484D-9D62-520AB2A923CA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Analysis of Quicksort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6781800" cy="4419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Best case: split in the middle </a:t>
            </a:r>
            <a:r>
              <a:rPr lang="en-US" altLang="en-US" dirty="0">
                <a:cs typeface="Times New Roman" panose="02020603050405020304" pitchFamily="18" charset="0"/>
              </a:rPr>
              <a:t>— </a:t>
            </a:r>
            <a:r>
              <a:rPr lang="el-GR" altLang="en-US" dirty="0">
                <a:cs typeface="Times New Roman" panose="02020603050405020304" pitchFamily="18" charset="0"/>
              </a:rPr>
              <a:t>Θ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cs typeface="Times New Roman" panose="02020603050405020304" pitchFamily="18" charset="0"/>
              </a:rPr>
              <a:t>log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) </a:t>
            </a:r>
          </a:p>
          <a:p>
            <a:r>
              <a:rPr lang="en-US" altLang="en-US" dirty="0">
                <a:cs typeface="Times New Roman" panose="02020603050405020304" pitchFamily="18" charset="0"/>
              </a:rPr>
              <a:t>Worst case: sorted array! — </a:t>
            </a:r>
            <a:r>
              <a:rPr lang="el-GR" altLang="en-US" dirty="0">
                <a:cs typeface="Times New Roman" panose="02020603050405020304" pitchFamily="18" charset="0"/>
              </a:rPr>
              <a:t>Θ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i="1" baseline="30000" dirty="0">
                <a:cs typeface="Times New Roman" panose="02020603050405020304" pitchFamily="18" charset="0"/>
              </a:rPr>
              <a:t>2</a:t>
            </a:r>
            <a:r>
              <a:rPr lang="en-US" altLang="en-US" dirty="0">
                <a:cs typeface="Times New Roman" panose="02020603050405020304" pitchFamily="18" charset="0"/>
              </a:rPr>
              <a:t>) </a:t>
            </a:r>
          </a:p>
          <a:p>
            <a:r>
              <a:rPr lang="en-US" altLang="en-US" dirty="0"/>
              <a:t>Average case: random arrays </a:t>
            </a:r>
            <a:r>
              <a:rPr lang="en-US" altLang="en-US" dirty="0">
                <a:cs typeface="Times New Roman" panose="02020603050405020304" pitchFamily="18" charset="0"/>
              </a:rPr>
              <a:t>—</a:t>
            </a:r>
            <a:r>
              <a:rPr lang="en-US" altLang="en-US" dirty="0"/>
              <a:t> </a:t>
            </a:r>
            <a:r>
              <a:rPr lang="el-GR" altLang="en-US" dirty="0">
                <a:cs typeface="Times New Roman" panose="02020603050405020304" pitchFamily="18" charset="0"/>
              </a:rPr>
              <a:t>Θ</a:t>
            </a:r>
            <a:r>
              <a:rPr lang="en-US" altLang="en-US" dirty="0"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cs typeface="Times New Roman" panose="02020603050405020304" pitchFamily="18" charset="0"/>
              </a:rPr>
              <a:t>n </a:t>
            </a:r>
            <a:r>
              <a:rPr lang="en-US" altLang="en-US" dirty="0">
                <a:cs typeface="Times New Roman" panose="02020603050405020304" pitchFamily="18" charset="0"/>
              </a:rPr>
              <a:t>log 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)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  <a:p>
            <a:r>
              <a:rPr lang="en-US" altLang="en-US" dirty="0">
                <a:cs typeface="Times New Roman" panose="02020603050405020304" pitchFamily="18" charset="0"/>
              </a:rPr>
              <a:t>Improvements:</a:t>
            </a:r>
          </a:p>
          <a:p>
            <a:pPr lvl="1"/>
            <a:r>
              <a:rPr lang="en-US" altLang="en-US" sz="2400" dirty="0">
                <a:cs typeface="Times New Roman" panose="02020603050405020304" pitchFamily="18" charset="0"/>
              </a:rPr>
              <a:t>better pivot selection: median of three partitioning </a:t>
            </a:r>
          </a:p>
          <a:p>
            <a:pPr lvl="1"/>
            <a:r>
              <a:rPr lang="en-US" altLang="en-US" sz="2400" dirty="0">
                <a:cs typeface="Times New Roman" panose="02020603050405020304" pitchFamily="18" charset="0"/>
              </a:rPr>
              <a:t>switch to insertion sort on small </a:t>
            </a:r>
            <a:r>
              <a:rPr lang="en-US" altLang="en-US" sz="2400" dirty="0" err="1">
                <a:cs typeface="Times New Roman" panose="02020603050405020304" pitchFamily="18" charset="0"/>
              </a:rPr>
              <a:t>subfiles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en-US" sz="2400" dirty="0">
                <a:cs typeface="Times New Roman" panose="02020603050405020304" pitchFamily="18" charset="0"/>
              </a:rPr>
              <a:t>elimination of recursion</a:t>
            </a:r>
          </a:p>
          <a:p>
            <a:pPr lvl="1"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These combine to 20-25% improvement</a:t>
            </a:r>
          </a:p>
          <a:p>
            <a:endParaRPr lang="en-US" altLang="en-US" dirty="0">
              <a:cs typeface="Times New Roman" panose="02020603050405020304" pitchFamily="18" charset="0"/>
            </a:endParaRPr>
          </a:p>
          <a:p>
            <a:r>
              <a:rPr lang="en-US" altLang="en-US" dirty="0">
                <a:cs typeface="Times New Roman" panose="02020603050405020304" pitchFamily="18" charset="0"/>
              </a:rPr>
              <a:t>Considered the method of choice for internal sorting of large files (</a:t>
            </a:r>
            <a:r>
              <a:rPr lang="en-US" altLang="en-US" i="1" dirty="0">
                <a:cs typeface="Times New Roman" panose="02020603050405020304" pitchFamily="18" charset="0"/>
              </a:rPr>
              <a:t>n</a:t>
            </a:r>
            <a:r>
              <a:rPr lang="en-US" altLang="en-US" dirty="0">
                <a:cs typeface="Times New Roman" panose="02020603050405020304" pitchFamily="18" charset="0"/>
              </a:rPr>
              <a:t> ≥ 10000)</a:t>
            </a:r>
          </a:p>
          <a:p>
            <a:pPr>
              <a:buFont typeface="Monotype Sorts" pitchFamily="2" charset="2"/>
              <a:buNone/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6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Binary Tree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5720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binary tree </a:t>
            </a:r>
            <a:r>
              <a:rPr lang="en-US" i="1" dirty="0"/>
              <a:t>T </a:t>
            </a:r>
            <a:r>
              <a:rPr lang="en-US" dirty="0"/>
              <a:t>is defined as a finite set of </a:t>
            </a:r>
            <a:r>
              <a:rPr lang="en-US" dirty="0" smtClean="0"/>
              <a:t>nodes</a:t>
            </a:r>
          </a:p>
          <a:p>
            <a:pPr lvl="1"/>
            <a:r>
              <a:rPr lang="en-US" dirty="0" smtClean="0"/>
              <a:t>that </a:t>
            </a:r>
            <a:r>
              <a:rPr lang="en-US" dirty="0"/>
              <a:t>is either empty</a:t>
            </a:r>
          </a:p>
          <a:p>
            <a:pPr lvl="1"/>
            <a:r>
              <a:rPr lang="en-US" dirty="0" smtClean="0"/>
              <a:t>consists </a:t>
            </a:r>
            <a:r>
              <a:rPr lang="en-US" dirty="0"/>
              <a:t>of a root and two disjoint binary trees </a:t>
            </a:r>
            <a:r>
              <a:rPr lang="en-US" i="1" dirty="0"/>
              <a:t>T</a:t>
            </a:r>
            <a:r>
              <a:rPr lang="en-US" i="1" baseline="-25000" dirty="0"/>
              <a:t>L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smtClean="0"/>
              <a:t>T</a:t>
            </a:r>
            <a:r>
              <a:rPr lang="en-US" i="1" baseline="-25000" dirty="0" smtClean="0"/>
              <a:t>R</a:t>
            </a:r>
            <a:endParaRPr lang="en-US" baseline="-25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333875"/>
            <a:ext cx="29051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8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Binary Tree Height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62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Height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length of the longest path from the root </a:t>
            </a:r>
            <a:r>
              <a:rPr lang="en-US" dirty="0" smtClean="0"/>
              <a:t>to a leaf</a:t>
            </a:r>
          </a:p>
          <a:p>
            <a:r>
              <a:rPr lang="en-US" dirty="0" smtClean="0"/>
              <a:t>For node = 1</a:t>
            </a:r>
          </a:p>
          <a:p>
            <a:pPr lvl="1"/>
            <a:r>
              <a:rPr lang="en-US" dirty="0" smtClean="0"/>
              <a:t>It will be “0”</a:t>
            </a:r>
          </a:p>
          <a:p>
            <a:r>
              <a:rPr lang="en-US" dirty="0" smtClean="0"/>
              <a:t>For nodes &gt; 1</a:t>
            </a:r>
          </a:p>
          <a:p>
            <a:pPr lvl="1"/>
            <a:r>
              <a:rPr lang="en-US" dirty="0"/>
              <a:t>the maximum of the heights of the root’s </a:t>
            </a:r>
            <a:r>
              <a:rPr lang="en-US" dirty="0" smtClean="0"/>
              <a:t>left </a:t>
            </a:r>
            <a:r>
              <a:rPr lang="en-US" dirty="0"/>
              <a:t>and right subtrees plus 1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Height Algorithm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2362200"/>
            <a:ext cx="3540125" cy="381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36" y="3886200"/>
            <a:ext cx="609600" cy="40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95600"/>
            <a:ext cx="1447800" cy="457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236" y="3444586"/>
            <a:ext cx="1800225" cy="400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4353789"/>
            <a:ext cx="5975227" cy="3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8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Height Algorithm </a:t>
            </a:r>
            <a:r>
              <a:rPr lang="en-US" sz="20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/>
          <a:lstStyle/>
          <a:p>
            <a:r>
              <a:rPr lang="en-US" dirty="0" smtClean="0"/>
              <a:t>Number of Internal nodes, “n”</a:t>
            </a:r>
          </a:p>
          <a:p>
            <a:r>
              <a:rPr lang="en-US" dirty="0" smtClean="0"/>
              <a:t>Number of External nodes, “x”</a:t>
            </a:r>
          </a:p>
          <a:p>
            <a:r>
              <a:rPr lang="en-US" dirty="0" smtClean="0"/>
              <a:t>Number of comparison, C(n)</a:t>
            </a:r>
          </a:p>
          <a:p>
            <a:pPr lvl="1"/>
            <a:r>
              <a:rPr lang="en-US" dirty="0" smtClean="0"/>
              <a:t>n + x</a:t>
            </a:r>
          </a:p>
          <a:p>
            <a:r>
              <a:rPr lang="en-US" dirty="0" smtClean="0"/>
              <a:t>External nodes</a:t>
            </a:r>
          </a:p>
          <a:p>
            <a:pPr lvl="1"/>
            <a:r>
              <a:rPr lang="en-US" dirty="0" smtClean="0"/>
              <a:t>x = n + 1</a:t>
            </a:r>
          </a:p>
          <a:p>
            <a:r>
              <a:rPr lang="en-US" dirty="0" smtClean="0"/>
              <a:t>C(n) = 2n + 1 = </a:t>
            </a:r>
            <a:r>
              <a:rPr lang="el-GR" dirty="0" smtClean="0"/>
              <a:t>Θ</a:t>
            </a:r>
            <a:r>
              <a:rPr lang="en-US" dirty="0" smtClean="0"/>
              <a:t>(n)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505200"/>
            <a:ext cx="222885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2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Binary Tree Traversal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7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272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8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3405697" cy="36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1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3405697" cy="3602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075" y="5236284"/>
            <a:ext cx="4315050" cy="144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06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Inorder</a:t>
            </a:r>
            <a:r>
              <a:rPr lang="en-US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5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Inorder</a:t>
            </a:r>
            <a:r>
              <a:rPr lang="en-US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4038600"/>
            <a:ext cx="3532909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0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Inorder</a:t>
            </a:r>
            <a:r>
              <a:rPr lang="en-US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075" y="5181600"/>
            <a:ext cx="4315050" cy="14485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4038600"/>
            <a:ext cx="3532909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5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Postorder</a:t>
            </a:r>
            <a:r>
              <a:rPr lang="en-US" sz="2800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5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Postorder</a:t>
            </a:r>
            <a:r>
              <a:rPr lang="en-US" sz="2800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3481754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6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3733800" cy="4267200"/>
          </a:xfrm>
        </p:spPr>
        <p:txBody>
          <a:bodyPr/>
          <a:lstStyle/>
          <a:p>
            <a:r>
              <a:rPr lang="en-US" dirty="0"/>
              <a:t>Preorder Traversal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Root</a:t>
            </a:r>
            <a:r>
              <a:rPr lang="en-US" dirty="0"/>
              <a:t> – Left - Right</a:t>
            </a:r>
          </a:p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</a:p>
          <a:p>
            <a:pPr lvl="1"/>
            <a:r>
              <a:rPr lang="en-US" dirty="0" smtClean="0"/>
              <a:t>Left – </a:t>
            </a:r>
            <a:r>
              <a:rPr lang="en-US" b="1" dirty="0" smtClean="0">
                <a:solidFill>
                  <a:srgbClr val="0000FF"/>
                </a:solidFill>
              </a:rPr>
              <a:t>Root </a:t>
            </a:r>
            <a:r>
              <a:rPr lang="en-US" dirty="0" smtClean="0"/>
              <a:t>- Right</a:t>
            </a:r>
          </a:p>
          <a:p>
            <a:r>
              <a:rPr lang="en-US" sz="2800" b="1" dirty="0" err="1" smtClean="0">
                <a:solidFill>
                  <a:srgbClr val="FF0000"/>
                </a:solidFill>
              </a:rPr>
              <a:t>Postorder</a:t>
            </a:r>
            <a:r>
              <a:rPr lang="en-US" sz="2800" b="1" dirty="0" smtClean="0">
                <a:solidFill>
                  <a:srgbClr val="FF0000"/>
                </a:solidFill>
              </a:rPr>
              <a:t> Traversal</a:t>
            </a:r>
          </a:p>
          <a:p>
            <a:pPr lvl="1"/>
            <a:r>
              <a:rPr lang="en-US" dirty="0" smtClean="0"/>
              <a:t>Left – Right - </a:t>
            </a:r>
            <a:r>
              <a:rPr lang="en-US" b="1" dirty="0" smtClean="0">
                <a:solidFill>
                  <a:srgbClr val="0000FF"/>
                </a:solidFill>
              </a:rPr>
              <a:t>Root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877291"/>
            <a:ext cx="2743200" cy="198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038600"/>
            <a:ext cx="3481754" cy="457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075" y="5082440"/>
            <a:ext cx="4315050" cy="144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Multiplication of Large Integers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5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038600"/>
          </a:xfrm>
        </p:spPr>
        <p:txBody>
          <a:bodyPr/>
          <a:lstStyle/>
          <a:p>
            <a:r>
              <a:rPr lang="en-US" dirty="0" smtClean="0"/>
              <a:t>Multiplication of two </a:t>
            </a:r>
            <a:r>
              <a:rPr lang="en-US" dirty="0"/>
              <a:t>numbers having “n” digits</a:t>
            </a:r>
          </a:p>
          <a:p>
            <a:r>
              <a:rPr lang="en-US" dirty="0" smtClean="0"/>
              <a:t>Traditional</a:t>
            </a:r>
          </a:p>
          <a:p>
            <a:pPr lvl="1"/>
            <a:r>
              <a:rPr lang="en-US" dirty="0" smtClean="0"/>
              <a:t>Number of “n</a:t>
            </a:r>
            <a:r>
              <a:rPr lang="en-US" baseline="30000" dirty="0" smtClean="0"/>
              <a:t>2</a:t>
            </a:r>
            <a:r>
              <a:rPr lang="en-US" dirty="0" smtClean="0"/>
              <a:t>” digit multiplications</a:t>
            </a:r>
          </a:p>
          <a:p>
            <a:r>
              <a:rPr lang="en-US" dirty="0" smtClean="0"/>
              <a:t>Improvement</a:t>
            </a:r>
          </a:p>
          <a:p>
            <a:pPr lvl="1"/>
            <a:r>
              <a:rPr lang="en-US" dirty="0" smtClean="0"/>
              <a:t>Divide and Conquer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7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</a:t>
            </a:r>
            <a:r>
              <a:rPr lang="en-US" sz="2700" dirty="0" smtClean="0"/>
              <a:t>(Example)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r>
              <a:rPr lang="en-US" dirty="0" smtClean="0"/>
              <a:t>Multiply 23 and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38400"/>
            <a:ext cx="647700" cy="333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362200"/>
            <a:ext cx="838200" cy="3905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438400"/>
            <a:ext cx="247650" cy="238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2403764"/>
            <a:ext cx="800100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2075" y="2774373"/>
            <a:ext cx="2571750" cy="381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909" y="3431598"/>
            <a:ext cx="1209675" cy="3333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325" y="3398260"/>
            <a:ext cx="2114550" cy="390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5439" y="3388734"/>
            <a:ext cx="2362200" cy="4095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38325" y="3937288"/>
            <a:ext cx="1495425" cy="3238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4532" y="3923000"/>
            <a:ext cx="2438400" cy="3524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2932" y="3905250"/>
            <a:ext cx="15621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4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</a:t>
            </a:r>
            <a:r>
              <a:rPr lang="en-US" sz="2700" dirty="0" smtClean="0"/>
              <a:t>(Example-2digits)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28800"/>
            <a:ext cx="6248400" cy="4343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24175"/>
            <a:ext cx="5667375" cy="4286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61055"/>
            <a:ext cx="1104900" cy="3524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866684"/>
            <a:ext cx="1066800" cy="3429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184" y="2381899"/>
            <a:ext cx="3762375" cy="4000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449566"/>
            <a:ext cx="5953125" cy="381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3997794"/>
            <a:ext cx="4524375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6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</a:t>
            </a:r>
            <a:r>
              <a:rPr lang="en-US" sz="2700" dirty="0" smtClean="0"/>
              <a:t>(Example-</a:t>
            </a:r>
            <a:r>
              <a:rPr lang="en-US" sz="2700" b="1" dirty="0" smtClean="0">
                <a:solidFill>
                  <a:srgbClr val="0000FF"/>
                </a:solidFill>
              </a:rPr>
              <a:t>n digits</a:t>
            </a:r>
            <a:r>
              <a:rPr lang="en-US" sz="270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5558518" cy="1447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10000"/>
            <a:ext cx="7214667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0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3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2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1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2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1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119" y="3752650"/>
            <a:ext cx="1009650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0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119" y="3752650"/>
            <a:ext cx="100965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7119" y="4187010"/>
            <a:ext cx="14668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57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119" y="3752650"/>
            <a:ext cx="100965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7119" y="4187010"/>
            <a:ext cx="1466850" cy="29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748" y="4604437"/>
            <a:ext cx="189547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8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119" y="3752650"/>
            <a:ext cx="100965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7119" y="4187010"/>
            <a:ext cx="1466850" cy="29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748" y="4604437"/>
            <a:ext cx="1895475" cy="247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059225"/>
            <a:ext cx="12668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8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9342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Integer Multiplication  </a:t>
            </a:r>
            <a:r>
              <a:rPr lang="en-US" sz="2700" dirty="0" smtClean="0"/>
              <a:t>(Analysis)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905000"/>
            <a:ext cx="4336473" cy="1129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34500"/>
            <a:ext cx="4724400" cy="94806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249" y="1918334"/>
            <a:ext cx="4317551" cy="408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415929"/>
            <a:ext cx="1261695" cy="4517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850" y="2906482"/>
            <a:ext cx="1504950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8748" y="3429175"/>
            <a:ext cx="1190625" cy="314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119" y="3752650"/>
            <a:ext cx="100965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87119" y="4187010"/>
            <a:ext cx="1466850" cy="2952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748" y="4604437"/>
            <a:ext cx="1895475" cy="247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059225"/>
            <a:ext cx="1266825" cy="361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9653" y="4366546"/>
            <a:ext cx="3586547" cy="4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9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Multiplication of Large Integers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Student Exercise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9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Multiplication of Large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the efficiency of the algorithm including all operations i.e. Multiplication, Addition and Subtraction</a:t>
            </a:r>
          </a:p>
          <a:p>
            <a:r>
              <a:rPr lang="en-US" dirty="0" smtClean="0"/>
              <a:t>Recurrence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257800"/>
            <a:ext cx="3981450" cy="333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509" y="5682528"/>
            <a:ext cx="105727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950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Strassen’s Matrix Multiplication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Strassen’s </a:t>
            </a:r>
            <a:r>
              <a:rPr lang="en-US" b="1" dirty="0" smtClean="0">
                <a:solidFill>
                  <a:srgbClr val="00823B"/>
                </a:solidFill>
              </a:rPr>
              <a:t>Matrix Multiplication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800"/>
            <a:ext cx="1484026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214562"/>
            <a:ext cx="328296" cy="223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87236"/>
            <a:ext cx="3554605" cy="9620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3181488"/>
            <a:ext cx="4419600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3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Strassen’s </a:t>
            </a:r>
            <a:r>
              <a:rPr lang="en-US" b="1" dirty="0" smtClean="0">
                <a:solidFill>
                  <a:srgbClr val="00823B"/>
                </a:solidFill>
              </a:rPr>
              <a:t>Matrix Multiplication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28800"/>
            <a:ext cx="1484026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214562"/>
            <a:ext cx="328296" cy="2238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787236"/>
            <a:ext cx="3554605" cy="9620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2934998"/>
            <a:ext cx="60007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Strassen’s </a:t>
            </a:r>
            <a:r>
              <a:rPr lang="en-US" b="1" dirty="0" smtClean="0">
                <a:solidFill>
                  <a:srgbClr val="00823B"/>
                </a:solidFill>
              </a:rPr>
              <a:t>Matrix Multiplication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52600"/>
            <a:ext cx="4648200" cy="38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8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192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Strassen’s </a:t>
            </a:r>
            <a:r>
              <a:rPr lang="en-US" b="1" dirty="0" smtClean="0">
                <a:solidFill>
                  <a:srgbClr val="00823B"/>
                </a:solidFill>
              </a:rPr>
              <a:t>Matrix Multiplication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1200"/>
            <a:ext cx="4924425" cy="409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57450"/>
            <a:ext cx="1571625" cy="514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147580"/>
            <a:ext cx="6657975" cy="95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00080"/>
            <a:ext cx="2038350" cy="428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717040"/>
            <a:ext cx="38671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9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Strassen’s Matrix Multiplication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Student Exercise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8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823B"/>
                </a:solidFill>
              </a:rPr>
              <a:t>Strassen’s Matrix Multiplication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efficiency of the algorithm including all operations i.e. Multiplication, Addition and Subtraction</a:t>
            </a:r>
          </a:p>
          <a:p>
            <a:r>
              <a:rPr lang="en-US" dirty="0"/>
              <a:t>Recurrence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5181600"/>
            <a:ext cx="4791075" cy="400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692054"/>
            <a:ext cx="10858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173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Closest Pair Problem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7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Closest-Pair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Find the two closest points in a set of n points (in the two-dimensional Cartesian plane</a:t>
            </a:r>
            <a:r>
              <a:rPr lang="en-US" sz="2400" dirty="0" smtClean="0"/>
              <a:t>).</a:t>
            </a:r>
          </a:p>
          <a:p>
            <a:endParaRPr lang="en-US" sz="2400" dirty="0" smtClean="0"/>
          </a:p>
          <a:p>
            <a:r>
              <a:rPr lang="en-US" sz="2400" b="1" dirty="0">
                <a:solidFill>
                  <a:srgbClr val="0000FF"/>
                </a:solidFill>
              </a:rPr>
              <a:t>Brute-force algorithm</a:t>
            </a:r>
          </a:p>
          <a:p>
            <a:pPr lvl="1"/>
            <a:r>
              <a:rPr lang="en-US" sz="2000" dirty="0" smtClean="0"/>
              <a:t>Compute </a:t>
            </a:r>
            <a:r>
              <a:rPr lang="en-US" sz="2000" dirty="0"/>
              <a:t>the distance between every pair of distinct points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and </a:t>
            </a:r>
            <a:r>
              <a:rPr lang="en-US" sz="2000" dirty="0"/>
              <a:t>return the indexes of the points for which the distance is the smallest.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8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Closest-Pair Algorithm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3335482"/>
            <a:ext cx="2019300" cy="2667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35382"/>
            <a:ext cx="4010025" cy="342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09" y="3030682"/>
            <a:ext cx="781050" cy="285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634" y="3770169"/>
            <a:ext cx="2009775" cy="247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6232" y="4208319"/>
            <a:ext cx="3895725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109" y="4595813"/>
            <a:ext cx="857250" cy="257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4986880"/>
            <a:ext cx="1422256" cy="87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4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r>
              <a:rPr lang="en-US" altLang="en-US" b="1" dirty="0">
                <a:solidFill>
                  <a:srgbClr val="00823B"/>
                </a:solidFill>
              </a:rPr>
              <a:t>Closest-Pair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Let </a:t>
            </a:r>
            <a:r>
              <a:rPr lang="en-US" i="1" dirty="0"/>
              <a:t>P </a:t>
            </a:r>
            <a:r>
              <a:rPr lang="en-US" dirty="0"/>
              <a:t>be a set of </a:t>
            </a:r>
            <a:r>
              <a:rPr lang="en-US" i="1" dirty="0"/>
              <a:t>n &gt; </a:t>
            </a:r>
            <a:r>
              <a:rPr lang="en-US" dirty="0"/>
              <a:t>1 points in the Cartesian </a:t>
            </a:r>
            <a:r>
              <a:rPr lang="en-US" dirty="0" smtClean="0"/>
              <a:t>plane</a:t>
            </a:r>
          </a:p>
          <a:p>
            <a:pPr algn="just"/>
            <a:r>
              <a:rPr lang="en-US" dirty="0" smtClean="0"/>
              <a:t>Points </a:t>
            </a:r>
            <a:r>
              <a:rPr lang="en-US" dirty="0"/>
              <a:t>are </a:t>
            </a:r>
            <a:r>
              <a:rPr lang="en-US" dirty="0" smtClean="0"/>
              <a:t>distinct</a:t>
            </a:r>
          </a:p>
          <a:p>
            <a:pPr algn="just"/>
            <a:r>
              <a:rPr lang="en-US" dirty="0" smtClean="0"/>
              <a:t>Points are ordered in non-decreasing </a:t>
            </a:r>
            <a:r>
              <a:rPr lang="en-US" dirty="0"/>
              <a:t>order of their </a:t>
            </a:r>
            <a:r>
              <a:rPr lang="en-US" i="1" dirty="0"/>
              <a:t>x </a:t>
            </a:r>
            <a:r>
              <a:rPr lang="en-US" dirty="0" smtClean="0"/>
              <a:t>coordinate</a:t>
            </a:r>
          </a:p>
          <a:p>
            <a:pPr algn="just"/>
            <a:r>
              <a:rPr lang="en-US" dirty="0" smtClean="0"/>
              <a:t>Make a list Q</a:t>
            </a:r>
          </a:p>
          <a:p>
            <a:pPr lvl="1" algn="just"/>
            <a:r>
              <a:rPr lang="en-US" dirty="0"/>
              <a:t>Points are ordered in non-decreasing order of their </a:t>
            </a:r>
            <a:r>
              <a:rPr lang="en-US" i="1" dirty="0" smtClean="0"/>
              <a:t>y </a:t>
            </a:r>
            <a:r>
              <a:rPr lang="en-US" dirty="0"/>
              <a:t>coordinate</a:t>
            </a:r>
          </a:p>
          <a:p>
            <a:pPr lvl="1"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28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AA21-AE9A-40DF-A922-D01930014425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4" y="1233487"/>
            <a:ext cx="7534276" cy="685800"/>
          </a:xfrm>
        </p:spPr>
        <p:txBody>
          <a:bodyPr/>
          <a:lstStyle/>
          <a:p>
            <a:pPr algn="l"/>
            <a:r>
              <a:rPr lang="en-US" altLang="en-US" sz="3200" b="1" dirty="0">
                <a:solidFill>
                  <a:srgbClr val="00823B"/>
                </a:solidFill>
              </a:rPr>
              <a:t>Closest-Pair </a:t>
            </a:r>
            <a:r>
              <a:rPr lang="en-US" altLang="en-US" sz="3200" b="1" dirty="0" smtClean="0">
                <a:solidFill>
                  <a:srgbClr val="00823B"/>
                </a:solidFill>
              </a:rPr>
              <a:t>Problem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3200400" cy="4953000"/>
          </a:xfrm>
        </p:spPr>
        <p:txBody>
          <a:bodyPr>
            <a:normAutofit/>
          </a:bodyPr>
          <a:lstStyle/>
          <a:p>
            <a:pPr marL="609600" indent="-609600">
              <a:buFont typeface="Monotype Sorts" pitchFamily="2" charset="2"/>
              <a:buNone/>
            </a:pPr>
            <a:r>
              <a:rPr lang="en-US" altLang="en-US" dirty="0"/>
              <a:t>Step </a:t>
            </a:r>
            <a:r>
              <a:rPr lang="en-US" altLang="en-US" dirty="0" smtClean="0"/>
              <a:t>1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en-US" sz="2800" dirty="0" smtClean="0"/>
              <a:t>Divide </a:t>
            </a:r>
            <a:r>
              <a:rPr lang="en-US" altLang="en-US" sz="2800" dirty="0"/>
              <a:t>the points given into two subsets P</a:t>
            </a:r>
            <a:r>
              <a:rPr lang="en-US" altLang="en-US" sz="2800" baseline="-25000" dirty="0"/>
              <a:t>l</a:t>
            </a:r>
            <a:r>
              <a:rPr lang="en-US" altLang="en-US" sz="2800" dirty="0"/>
              <a:t> and P</a:t>
            </a:r>
            <a:r>
              <a:rPr lang="en-US" altLang="en-US" sz="2800" baseline="-25000" dirty="0"/>
              <a:t>r</a:t>
            </a:r>
            <a:r>
              <a:rPr lang="en-US" altLang="en-US" sz="2800" dirty="0"/>
              <a:t> by a vertical line x = m so that half the points lie to the left or on the line and half the points lie to the right or on the line.</a:t>
            </a:r>
          </a:p>
          <a:p>
            <a:pPr marL="609600" indent="-609600"/>
            <a:endParaRPr lang="en-US" alt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5475287" y="1981200"/>
            <a:ext cx="593725" cy="3662363"/>
            <a:chOff x="5262563" y="1652588"/>
            <a:chExt cx="593725" cy="3662363"/>
          </a:xfrm>
        </p:grpSpPr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5487988" y="1936751"/>
              <a:ext cx="0" cy="33782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262563" y="1652588"/>
              <a:ext cx="5937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 = m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884612" y="2185988"/>
            <a:ext cx="3735388" cy="3309937"/>
            <a:chOff x="3671888" y="1857376"/>
            <a:chExt cx="3735388" cy="3309937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954463" y="4151313"/>
              <a:ext cx="66675" cy="66675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954463" y="4151313"/>
              <a:ext cx="66675" cy="66675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6735763" y="2832101"/>
              <a:ext cx="66675" cy="66675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6735763" y="2832101"/>
              <a:ext cx="66675" cy="66675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7275513" y="3808413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7275513" y="3808413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7026276" y="4830763"/>
              <a:ext cx="66675" cy="66675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7026276" y="4830763"/>
              <a:ext cx="66675" cy="66675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7342188" y="1857376"/>
              <a:ext cx="65088" cy="66675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7342188" y="1857376"/>
              <a:ext cx="65088" cy="66675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5549901" y="2278063"/>
              <a:ext cx="66675" cy="66675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5549901" y="2278063"/>
              <a:ext cx="66675" cy="66675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4941888" y="4322763"/>
              <a:ext cx="65088" cy="65088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4941888" y="4322763"/>
              <a:ext cx="65088" cy="65088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4816476" y="1909763"/>
              <a:ext cx="66675" cy="66675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4816476" y="1909763"/>
              <a:ext cx="66675" cy="66675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4354513" y="3089276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4354513" y="3089276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3671888" y="3321051"/>
              <a:ext cx="66675" cy="65088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3671888" y="3321051"/>
              <a:ext cx="66675" cy="65088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5176838" y="3517901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5176838" y="3517901"/>
              <a:ext cx="66675" cy="66675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5627688" y="4768851"/>
              <a:ext cx="65088" cy="65088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5627688" y="4768851"/>
              <a:ext cx="65088" cy="65088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5256213" y="5100638"/>
              <a:ext cx="66675" cy="66675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5256213" y="5100638"/>
              <a:ext cx="66675" cy="66675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5451476" y="2574926"/>
              <a:ext cx="66675" cy="66675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5451476" y="2574926"/>
              <a:ext cx="66675" cy="66675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5999163" y="3287713"/>
              <a:ext cx="66675" cy="66675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5999163" y="3287713"/>
              <a:ext cx="66675" cy="66675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705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AA21-AE9A-40DF-A922-D01930014425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6" y="2278063"/>
            <a:ext cx="3200400" cy="3549650"/>
          </a:xfrm>
        </p:spPr>
        <p:txBody>
          <a:bodyPr>
            <a:normAutofit/>
          </a:bodyPr>
          <a:lstStyle/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Step </a:t>
            </a:r>
            <a:r>
              <a:rPr lang="en-US" altLang="en-US" dirty="0" smtClean="0"/>
              <a:t>2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Find recursively the closest pairs for the left </a:t>
            </a:r>
            <a:r>
              <a:rPr lang="en-US" altLang="en-US" dirty="0" smtClean="0"/>
              <a:t>and right subsets.</a:t>
            </a:r>
            <a:endParaRPr lang="en-US" altLang="en-US" dirty="0"/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703634" y="1981200"/>
            <a:ext cx="3763966" cy="3984630"/>
            <a:chOff x="2304" y="1014"/>
            <a:chExt cx="2371" cy="2510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04" y="1014"/>
              <a:ext cx="2371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3457" y="1220"/>
              <a:ext cx="0" cy="212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315" y="1041"/>
              <a:ext cx="37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 = m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509" y="1846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596" y="1897"/>
              <a:ext cx="7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4050" y="1933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4112" y="2021"/>
              <a:ext cx="88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49" name="Straight Connector 48"/>
          <p:cNvCxnSpPr>
            <a:stCxn id="28" idx="31"/>
            <a:endCxn id="26" idx="19"/>
          </p:cNvCxnSpPr>
          <p:nvPr/>
        </p:nvCxnSpPr>
        <p:spPr>
          <a:xfrm flipV="1">
            <a:off x="3784597" y="3515377"/>
            <a:ext cx="623888" cy="212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2" idx="31"/>
          </p:cNvCxnSpPr>
          <p:nvPr/>
        </p:nvCxnSpPr>
        <p:spPr>
          <a:xfrm flipV="1">
            <a:off x="6111080" y="3236914"/>
            <a:ext cx="670719" cy="4587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2"/>
          <p:cNvSpPr txBox="1">
            <a:spLocks noChangeArrowheads="1"/>
          </p:cNvSpPr>
          <p:nvPr/>
        </p:nvSpPr>
        <p:spPr>
          <a:xfrm>
            <a:off x="85724" y="1233487"/>
            <a:ext cx="753427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rgbClr val="00823B"/>
                </a:solidFill>
              </a:rPr>
              <a:t>Closest-Pair Problem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96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AA21-AE9A-40DF-A922-D01930014425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11339"/>
            <a:ext cx="3359151" cy="4513262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Step </a:t>
            </a:r>
            <a:r>
              <a:rPr lang="en-US" altLang="en-US" dirty="0" smtClean="0"/>
              <a:t>3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Set </a:t>
            </a:r>
            <a:r>
              <a:rPr lang="en-US" altLang="en-US" i="1" dirty="0"/>
              <a:t>d</a:t>
            </a:r>
            <a:r>
              <a:rPr lang="en-US" altLang="en-US" dirty="0"/>
              <a:t> = min{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l</a:t>
            </a:r>
            <a:r>
              <a:rPr lang="en-US" altLang="en-US" dirty="0"/>
              <a:t>,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r</a:t>
            </a:r>
            <a:r>
              <a:rPr lang="en-US" altLang="en-US" dirty="0"/>
              <a:t>}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en-US" dirty="0" smtClean="0"/>
              <a:t>We </a:t>
            </a:r>
            <a:r>
              <a:rPr lang="en-US" altLang="en-US" dirty="0"/>
              <a:t>can limit our attention to the points in </a:t>
            </a:r>
            <a:r>
              <a:rPr lang="en-US" altLang="en-US" dirty="0" smtClean="0"/>
              <a:t>the symmetric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 smtClean="0"/>
              <a:t>vertical </a:t>
            </a:r>
            <a:r>
              <a:rPr lang="en-US" altLang="en-US" dirty="0"/>
              <a:t>strip </a:t>
            </a:r>
            <a:r>
              <a:rPr lang="en-US" altLang="en-US" i="1" dirty="0"/>
              <a:t>S </a:t>
            </a:r>
            <a:r>
              <a:rPr lang="en-US" altLang="en-US" dirty="0"/>
              <a:t>of width 2</a:t>
            </a:r>
            <a:r>
              <a:rPr lang="en-US" altLang="en-US" i="1" dirty="0"/>
              <a:t>d</a:t>
            </a:r>
            <a:r>
              <a:rPr lang="en-US" altLang="en-US" dirty="0"/>
              <a:t> as possible closest pair</a:t>
            </a:r>
            <a:r>
              <a:rPr lang="en-US" altLang="en-US" dirty="0" smtClean="0"/>
              <a:t>. </a:t>
            </a:r>
            <a:r>
              <a:rPr lang="en-US" altLang="en-US" sz="2400" dirty="0" smtClean="0"/>
              <a:t>(The</a:t>
            </a:r>
            <a:br>
              <a:rPr lang="en-US" altLang="en-US" sz="2400" dirty="0" smtClean="0"/>
            </a:br>
            <a:r>
              <a:rPr lang="en-US" altLang="en-US" sz="2400" dirty="0" smtClean="0"/>
              <a:t>points </a:t>
            </a:r>
            <a:r>
              <a:rPr lang="en-US" altLang="en-US" sz="2400" dirty="0"/>
              <a:t>are stored and processed in increasing </a:t>
            </a:r>
            <a:r>
              <a:rPr lang="en-US" altLang="en-US" sz="2400" dirty="0" smtClean="0"/>
              <a:t>order of their </a:t>
            </a:r>
            <a:r>
              <a:rPr lang="en-US" altLang="en-US" sz="2400" i="1" dirty="0"/>
              <a:t>y</a:t>
            </a:r>
            <a:r>
              <a:rPr lang="en-US" altLang="en-US" sz="2400" dirty="0"/>
              <a:t> coordinates.)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657600" y="1609725"/>
            <a:ext cx="3763963" cy="4006850"/>
            <a:chOff x="2304" y="1014"/>
            <a:chExt cx="2371" cy="2524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04" y="1014"/>
              <a:ext cx="2371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3457" y="1220"/>
              <a:ext cx="0" cy="212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2313" y="1960"/>
              <a:ext cx="472" cy="15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315" y="1041"/>
              <a:ext cx="37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 = m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509" y="1846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596" y="1897"/>
              <a:ext cx="7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4050" y="1933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4112" y="2021"/>
              <a:ext cx="88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2960" y="3348"/>
              <a:ext cx="99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3"/>
            <p:cNvSpPr>
              <a:spLocks noEditPoints="1"/>
            </p:cNvSpPr>
            <p:nvPr/>
          </p:nvSpPr>
          <p:spPr bwMode="auto">
            <a:xfrm>
              <a:off x="2957" y="1218"/>
              <a:ext cx="4" cy="2132"/>
            </a:xfrm>
            <a:custGeom>
              <a:avLst/>
              <a:gdLst>
                <a:gd name="T0" fmla="*/ 4 w 8"/>
                <a:gd name="T1" fmla="*/ 0 h 4265"/>
                <a:gd name="T2" fmla="*/ 0 w 8"/>
                <a:gd name="T3" fmla="*/ 155 h 4265"/>
                <a:gd name="T4" fmla="*/ 5 w 8"/>
                <a:gd name="T5" fmla="*/ 255 h 4265"/>
                <a:gd name="T6" fmla="*/ 8 w 8"/>
                <a:gd name="T7" fmla="*/ 195 h 4265"/>
                <a:gd name="T8" fmla="*/ 4 w 8"/>
                <a:gd name="T9" fmla="*/ 287 h 4265"/>
                <a:gd name="T10" fmla="*/ 0 w 8"/>
                <a:gd name="T11" fmla="*/ 442 h 4265"/>
                <a:gd name="T12" fmla="*/ 5 w 8"/>
                <a:gd name="T13" fmla="*/ 541 h 4265"/>
                <a:gd name="T14" fmla="*/ 8 w 8"/>
                <a:gd name="T15" fmla="*/ 482 h 4265"/>
                <a:gd name="T16" fmla="*/ 4 w 8"/>
                <a:gd name="T17" fmla="*/ 574 h 4265"/>
                <a:gd name="T18" fmla="*/ 0 w 8"/>
                <a:gd name="T19" fmla="*/ 728 h 4265"/>
                <a:gd name="T20" fmla="*/ 5 w 8"/>
                <a:gd name="T21" fmla="*/ 828 h 4265"/>
                <a:gd name="T22" fmla="*/ 8 w 8"/>
                <a:gd name="T23" fmla="*/ 768 h 4265"/>
                <a:gd name="T24" fmla="*/ 4 w 8"/>
                <a:gd name="T25" fmla="*/ 860 h 4265"/>
                <a:gd name="T26" fmla="*/ 0 w 8"/>
                <a:gd name="T27" fmla="*/ 1015 h 4265"/>
                <a:gd name="T28" fmla="*/ 5 w 8"/>
                <a:gd name="T29" fmla="*/ 1115 h 4265"/>
                <a:gd name="T30" fmla="*/ 8 w 8"/>
                <a:gd name="T31" fmla="*/ 1055 h 4265"/>
                <a:gd name="T32" fmla="*/ 4 w 8"/>
                <a:gd name="T33" fmla="*/ 1147 h 4265"/>
                <a:gd name="T34" fmla="*/ 0 w 8"/>
                <a:gd name="T35" fmla="*/ 1302 h 4265"/>
                <a:gd name="T36" fmla="*/ 5 w 8"/>
                <a:gd name="T37" fmla="*/ 1401 h 4265"/>
                <a:gd name="T38" fmla="*/ 8 w 8"/>
                <a:gd name="T39" fmla="*/ 1342 h 4265"/>
                <a:gd name="T40" fmla="*/ 4 w 8"/>
                <a:gd name="T41" fmla="*/ 1433 h 4265"/>
                <a:gd name="T42" fmla="*/ 0 w 8"/>
                <a:gd name="T43" fmla="*/ 1588 h 4265"/>
                <a:gd name="T44" fmla="*/ 5 w 8"/>
                <a:gd name="T45" fmla="*/ 1688 h 4265"/>
                <a:gd name="T46" fmla="*/ 8 w 8"/>
                <a:gd name="T47" fmla="*/ 1628 h 4265"/>
                <a:gd name="T48" fmla="*/ 4 w 8"/>
                <a:gd name="T49" fmla="*/ 1720 h 4265"/>
                <a:gd name="T50" fmla="*/ 0 w 8"/>
                <a:gd name="T51" fmla="*/ 1875 h 4265"/>
                <a:gd name="T52" fmla="*/ 5 w 8"/>
                <a:gd name="T53" fmla="*/ 1975 h 4265"/>
                <a:gd name="T54" fmla="*/ 8 w 8"/>
                <a:gd name="T55" fmla="*/ 1915 h 4265"/>
                <a:gd name="T56" fmla="*/ 4 w 8"/>
                <a:gd name="T57" fmla="*/ 2007 h 4265"/>
                <a:gd name="T58" fmla="*/ 0 w 8"/>
                <a:gd name="T59" fmla="*/ 2162 h 4265"/>
                <a:gd name="T60" fmla="*/ 5 w 8"/>
                <a:gd name="T61" fmla="*/ 2261 h 4265"/>
                <a:gd name="T62" fmla="*/ 8 w 8"/>
                <a:gd name="T63" fmla="*/ 2201 h 4265"/>
                <a:gd name="T64" fmla="*/ 4 w 8"/>
                <a:gd name="T65" fmla="*/ 2293 h 4265"/>
                <a:gd name="T66" fmla="*/ 0 w 8"/>
                <a:gd name="T67" fmla="*/ 2448 h 4265"/>
                <a:gd name="T68" fmla="*/ 5 w 8"/>
                <a:gd name="T69" fmla="*/ 2548 h 4265"/>
                <a:gd name="T70" fmla="*/ 8 w 8"/>
                <a:gd name="T71" fmla="*/ 2488 h 4265"/>
                <a:gd name="T72" fmla="*/ 4 w 8"/>
                <a:gd name="T73" fmla="*/ 2580 h 4265"/>
                <a:gd name="T74" fmla="*/ 0 w 8"/>
                <a:gd name="T75" fmla="*/ 2735 h 4265"/>
                <a:gd name="T76" fmla="*/ 5 w 8"/>
                <a:gd name="T77" fmla="*/ 2833 h 4265"/>
                <a:gd name="T78" fmla="*/ 8 w 8"/>
                <a:gd name="T79" fmla="*/ 2775 h 4265"/>
                <a:gd name="T80" fmla="*/ 4 w 8"/>
                <a:gd name="T81" fmla="*/ 2867 h 4265"/>
                <a:gd name="T82" fmla="*/ 0 w 8"/>
                <a:gd name="T83" fmla="*/ 3022 h 4265"/>
                <a:gd name="T84" fmla="*/ 5 w 8"/>
                <a:gd name="T85" fmla="*/ 3120 h 4265"/>
                <a:gd name="T86" fmla="*/ 8 w 8"/>
                <a:gd name="T87" fmla="*/ 3061 h 4265"/>
                <a:gd name="T88" fmla="*/ 4 w 8"/>
                <a:gd name="T89" fmla="*/ 3153 h 4265"/>
                <a:gd name="T90" fmla="*/ 0 w 8"/>
                <a:gd name="T91" fmla="*/ 3308 h 4265"/>
                <a:gd name="T92" fmla="*/ 5 w 8"/>
                <a:gd name="T93" fmla="*/ 3407 h 4265"/>
                <a:gd name="T94" fmla="*/ 8 w 8"/>
                <a:gd name="T95" fmla="*/ 3348 h 4265"/>
                <a:gd name="T96" fmla="*/ 4 w 8"/>
                <a:gd name="T97" fmla="*/ 3439 h 4265"/>
                <a:gd name="T98" fmla="*/ 0 w 8"/>
                <a:gd name="T99" fmla="*/ 3595 h 4265"/>
                <a:gd name="T100" fmla="*/ 5 w 8"/>
                <a:gd name="T101" fmla="*/ 3693 h 4265"/>
                <a:gd name="T102" fmla="*/ 8 w 8"/>
                <a:gd name="T103" fmla="*/ 3635 h 4265"/>
                <a:gd name="T104" fmla="*/ 4 w 8"/>
                <a:gd name="T105" fmla="*/ 3725 h 4265"/>
                <a:gd name="T106" fmla="*/ 0 w 8"/>
                <a:gd name="T107" fmla="*/ 3881 h 4265"/>
                <a:gd name="T108" fmla="*/ 5 w 8"/>
                <a:gd name="T109" fmla="*/ 3980 h 4265"/>
                <a:gd name="T110" fmla="*/ 8 w 8"/>
                <a:gd name="T111" fmla="*/ 3921 h 4265"/>
                <a:gd name="T112" fmla="*/ 4 w 8"/>
                <a:gd name="T113" fmla="*/ 4012 h 4265"/>
                <a:gd name="T114" fmla="*/ 0 w 8"/>
                <a:gd name="T115" fmla="*/ 4168 h 4265"/>
                <a:gd name="T116" fmla="*/ 5 w 8"/>
                <a:gd name="T117" fmla="*/ 4264 h 4265"/>
                <a:gd name="T118" fmla="*/ 8 w 8"/>
                <a:gd name="T119" fmla="*/ 4208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" h="4265">
                  <a:moveTo>
                    <a:pt x="8" y="5"/>
                  </a:moveTo>
                  <a:lnTo>
                    <a:pt x="8" y="60"/>
                  </a:lnTo>
                  <a:lnTo>
                    <a:pt x="8" y="61"/>
                  </a:lnTo>
                  <a:lnTo>
                    <a:pt x="6" y="63"/>
                  </a:lnTo>
                  <a:lnTo>
                    <a:pt x="5" y="63"/>
                  </a:lnTo>
                  <a:lnTo>
                    <a:pt x="4" y="64"/>
                  </a:lnTo>
                  <a:lnTo>
                    <a:pt x="2" y="63"/>
                  </a:lnTo>
                  <a:lnTo>
                    <a:pt x="1" y="63"/>
                  </a:lnTo>
                  <a:lnTo>
                    <a:pt x="0" y="61"/>
                  </a:lnTo>
                  <a:lnTo>
                    <a:pt x="0" y="60"/>
                  </a:lnTo>
                  <a:lnTo>
                    <a:pt x="0" y="5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close/>
                  <a:moveTo>
                    <a:pt x="8" y="100"/>
                  </a:moveTo>
                  <a:lnTo>
                    <a:pt x="8" y="155"/>
                  </a:lnTo>
                  <a:lnTo>
                    <a:pt x="8" y="157"/>
                  </a:lnTo>
                  <a:lnTo>
                    <a:pt x="6" y="159"/>
                  </a:lnTo>
                  <a:lnTo>
                    <a:pt x="5" y="160"/>
                  </a:lnTo>
                  <a:lnTo>
                    <a:pt x="4" y="160"/>
                  </a:lnTo>
                  <a:lnTo>
                    <a:pt x="2" y="160"/>
                  </a:lnTo>
                  <a:lnTo>
                    <a:pt x="1" y="159"/>
                  </a:lnTo>
                  <a:lnTo>
                    <a:pt x="0" y="157"/>
                  </a:lnTo>
                  <a:lnTo>
                    <a:pt x="0" y="155"/>
                  </a:lnTo>
                  <a:lnTo>
                    <a:pt x="0" y="100"/>
                  </a:lnTo>
                  <a:lnTo>
                    <a:pt x="0" y="99"/>
                  </a:lnTo>
                  <a:lnTo>
                    <a:pt x="1" y="97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5" y="97"/>
                  </a:lnTo>
                  <a:lnTo>
                    <a:pt x="6" y="97"/>
                  </a:lnTo>
                  <a:lnTo>
                    <a:pt x="8" y="99"/>
                  </a:lnTo>
                  <a:lnTo>
                    <a:pt x="8" y="100"/>
                  </a:lnTo>
                  <a:lnTo>
                    <a:pt x="8" y="100"/>
                  </a:lnTo>
                  <a:close/>
                  <a:moveTo>
                    <a:pt x="8" y="195"/>
                  </a:moveTo>
                  <a:lnTo>
                    <a:pt x="8" y="251"/>
                  </a:lnTo>
                  <a:lnTo>
                    <a:pt x="8" y="253"/>
                  </a:lnTo>
                  <a:lnTo>
                    <a:pt x="6" y="254"/>
                  </a:lnTo>
                  <a:lnTo>
                    <a:pt x="5" y="255"/>
                  </a:lnTo>
                  <a:lnTo>
                    <a:pt x="4" y="255"/>
                  </a:lnTo>
                  <a:lnTo>
                    <a:pt x="2" y="255"/>
                  </a:lnTo>
                  <a:lnTo>
                    <a:pt x="1" y="254"/>
                  </a:lnTo>
                  <a:lnTo>
                    <a:pt x="0" y="253"/>
                  </a:lnTo>
                  <a:lnTo>
                    <a:pt x="0" y="251"/>
                  </a:lnTo>
                  <a:lnTo>
                    <a:pt x="0" y="195"/>
                  </a:lnTo>
                  <a:lnTo>
                    <a:pt x="0" y="194"/>
                  </a:lnTo>
                  <a:lnTo>
                    <a:pt x="1" y="193"/>
                  </a:lnTo>
                  <a:lnTo>
                    <a:pt x="2" y="192"/>
                  </a:lnTo>
                  <a:lnTo>
                    <a:pt x="4" y="192"/>
                  </a:lnTo>
                  <a:lnTo>
                    <a:pt x="5" y="192"/>
                  </a:lnTo>
                  <a:lnTo>
                    <a:pt x="6" y="193"/>
                  </a:lnTo>
                  <a:lnTo>
                    <a:pt x="8" y="194"/>
                  </a:lnTo>
                  <a:lnTo>
                    <a:pt x="8" y="195"/>
                  </a:lnTo>
                  <a:lnTo>
                    <a:pt x="8" y="195"/>
                  </a:lnTo>
                  <a:close/>
                  <a:moveTo>
                    <a:pt x="8" y="291"/>
                  </a:moveTo>
                  <a:lnTo>
                    <a:pt x="8" y="347"/>
                  </a:lnTo>
                  <a:lnTo>
                    <a:pt x="8" y="348"/>
                  </a:lnTo>
                  <a:lnTo>
                    <a:pt x="6" y="350"/>
                  </a:lnTo>
                  <a:lnTo>
                    <a:pt x="5" y="350"/>
                  </a:lnTo>
                  <a:lnTo>
                    <a:pt x="4" y="351"/>
                  </a:lnTo>
                  <a:lnTo>
                    <a:pt x="2" y="350"/>
                  </a:lnTo>
                  <a:lnTo>
                    <a:pt x="1" y="350"/>
                  </a:lnTo>
                  <a:lnTo>
                    <a:pt x="0" y="348"/>
                  </a:lnTo>
                  <a:lnTo>
                    <a:pt x="0" y="347"/>
                  </a:lnTo>
                  <a:lnTo>
                    <a:pt x="0" y="291"/>
                  </a:lnTo>
                  <a:lnTo>
                    <a:pt x="0" y="289"/>
                  </a:lnTo>
                  <a:lnTo>
                    <a:pt x="1" y="288"/>
                  </a:lnTo>
                  <a:lnTo>
                    <a:pt x="2" y="287"/>
                  </a:lnTo>
                  <a:lnTo>
                    <a:pt x="4" y="287"/>
                  </a:lnTo>
                  <a:lnTo>
                    <a:pt x="5" y="287"/>
                  </a:lnTo>
                  <a:lnTo>
                    <a:pt x="6" y="288"/>
                  </a:lnTo>
                  <a:lnTo>
                    <a:pt x="8" y="289"/>
                  </a:lnTo>
                  <a:lnTo>
                    <a:pt x="8" y="291"/>
                  </a:lnTo>
                  <a:lnTo>
                    <a:pt x="8" y="291"/>
                  </a:lnTo>
                  <a:close/>
                  <a:moveTo>
                    <a:pt x="8" y="387"/>
                  </a:moveTo>
                  <a:lnTo>
                    <a:pt x="8" y="442"/>
                  </a:lnTo>
                  <a:lnTo>
                    <a:pt x="8" y="444"/>
                  </a:lnTo>
                  <a:lnTo>
                    <a:pt x="6" y="445"/>
                  </a:lnTo>
                  <a:lnTo>
                    <a:pt x="5" y="446"/>
                  </a:lnTo>
                  <a:lnTo>
                    <a:pt x="4" y="446"/>
                  </a:lnTo>
                  <a:lnTo>
                    <a:pt x="2" y="446"/>
                  </a:lnTo>
                  <a:lnTo>
                    <a:pt x="1" y="445"/>
                  </a:lnTo>
                  <a:lnTo>
                    <a:pt x="0" y="444"/>
                  </a:lnTo>
                  <a:lnTo>
                    <a:pt x="0" y="442"/>
                  </a:lnTo>
                  <a:lnTo>
                    <a:pt x="0" y="387"/>
                  </a:lnTo>
                  <a:lnTo>
                    <a:pt x="0" y="385"/>
                  </a:lnTo>
                  <a:lnTo>
                    <a:pt x="1" y="383"/>
                  </a:lnTo>
                  <a:lnTo>
                    <a:pt x="2" y="383"/>
                  </a:lnTo>
                  <a:lnTo>
                    <a:pt x="4" y="382"/>
                  </a:lnTo>
                  <a:lnTo>
                    <a:pt x="5" y="383"/>
                  </a:lnTo>
                  <a:lnTo>
                    <a:pt x="6" y="383"/>
                  </a:lnTo>
                  <a:lnTo>
                    <a:pt x="8" y="385"/>
                  </a:lnTo>
                  <a:lnTo>
                    <a:pt x="8" y="387"/>
                  </a:lnTo>
                  <a:lnTo>
                    <a:pt x="8" y="387"/>
                  </a:lnTo>
                  <a:close/>
                  <a:moveTo>
                    <a:pt x="8" y="482"/>
                  </a:moveTo>
                  <a:lnTo>
                    <a:pt x="8" y="538"/>
                  </a:lnTo>
                  <a:lnTo>
                    <a:pt x="8" y="539"/>
                  </a:lnTo>
                  <a:lnTo>
                    <a:pt x="6" y="540"/>
                  </a:lnTo>
                  <a:lnTo>
                    <a:pt x="5" y="541"/>
                  </a:lnTo>
                  <a:lnTo>
                    <a:pt x="4" y="541"/>
                  </a:lnTo>
                  <a:lnTo>
                    <a:pt x="2" y="541"/>
                  </a:lnTo>
                  <a:lnTo>
                    <a:pt x="1" y="540"/>
                  </a:lnTo>
                  <a:lnTo>
                    <a:pt x="0" y="539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0" y="481"/>
                  </a:lnTo>
                  <a:lnTo>
                    <a:pt x="1" y="479"/>
                  </a:lnTo>
                  <a:lnTo>
                    <a:pt x="2" y="478"/>
                  </a:lnTo>
                  <a:lnTo>
                    <a:pt x="4" y="478"/>
                  </a:lnTo>
                  <a:lnTo>
                    <a:pt x="5" y="478"/>
                  </a:lnTo>
                  <a:lnTo>
                    <a:pt x="6" y="479"/>
                  </a:lnTo>
                  <a:lnTo>
                    <a:pt x="8" y="481"/>
                  </a:lnTo>
                  <a:lnTo>
                    <a:pt x="8" y="482"/>
                  </a:lnTo>
                  <a:lnTo>
                    <a:pt x="8" y="482"/>
                  </a:lnTo>
                  <a:close/>
                  <a:moveTo>
                    <a:pt x="8" y="578"/>
                  </a:moveTo>
                  <a:lnTo>
                    <a:pt x="8" y="633"/>
                  </a:lnTo>
                  <a:lnTo>
                    <a:pt x="8" y="634"/>
                  </a:lnTo>
                  <a:lnTo>
                    <a:pt x="6" y="636"/>
                  </a:lnTo>
                  <a:lnTo>
                    <a:pt x="5" y="637"/>
                  </a:lnTo>
                  <a:lnTo>
                    <a:pt x="4" y="638"/>
                  </a:lnTo>
                  <a:lnTo>
                    <a:pt x="2" y="637"/>
                  </a:lnTo>
                  <a:lnTo>
                    <a:pt x="1" y="636"/>
                  </a:lnTo>
                  <a:lnTo>
                    <a:pt x="0" y="634"/>
                  </a:lnTo>
                  <a:lnTo>
                    <a:pt x="0" y="633"/>
                  </a:lnTo>
                  <a:lnTo>
                    <a:pt x="0" y="578"/>
                  </a:lnTo>
                  <a:lnTo>
                    <a:pt x="0" y="576"/>
                  </a:lnTo>
                  <a:lnTo>
                    <a:pt x="1" y="575"/>
                  </a:lnTo>
                  <a:lnTo>
                    <a:pt x="2" y="574"/>
                  </a:lnTo>
                  <a:lnTo>
                    <a:pt x="4" y="574"/>
                  </a:lnTo>
                  <a:lnTo>
                    <a:pt x="5" y="574"/>
                  </a:lnTo>
                  <a:lnTo>
                    <a:pt x="6" y="575"/>
                  </a:lnTo>
                  <a:lnTo>
                    <a:pt x="8" y="576"/>
                  </a:lnTo>
                  <a:lnTo>
                    <a:pt x="8" y="578"/>
                  </a:lnTo>
                  <a:lnTo>
                    <a:pt x="8" y="578"/>
                  </a:lnTo>
                  <a:close/>
                  <a:moveTo>
                    <a:pt x="8" y="673"/>
                  </a:moveTo>
                  <a:lnTo>
                    <a:pt x="8" y="728"/>
                  </a:lnTo>
                  <a:lnTo>
                    <a:pt x="8" y="731"/>
                  </a:lnTo>
                  <a:lnTo>
                    <a:pt x="6" y="732"/>
                  </a:lnTo>
                  <a:lnTo>
                    <a:pt x="5" y="733"/>
                  </a:lnTo>
                  <a:lnTo>
                    <a:pt x="4" y="733"/>
                  </a:lnTo>
                  <a:lnTo>
                    <a:pt x="2" y="733"/>
                  </a:lnTo>
                  <a:lnTo>
                    <a:pt x="1" y="732"/>
                  </a:lnTo>
                  <a:lnTo>
                    <a:pt x="0" y="731"/>
                  </a:lnTo>
                  <a:lnTo>
                    <a:pt x="0" y="728"/>
                  </a:lnTo>
                  <a:lnTo>
                    <a:pt x="0" y="673"/>
                  </a:lnTo>
                  <a:lnTo>
                    <a:pt x="0" y="671"/>
                  </a:lnTo>
                  <a:lnTo>
                    <a:pt x="1" y="670"/>
                  </a:lnTo>
                  <a:lnTo>
                    <a:pt x="2" y="670"/>
                  </a:lnTo>
                  <a:lnTo>
                    <a:pt x="4" y="669"/>
                  </a:lnTo>
                  <a:lnTo>
                    <a:pt x="5" y="670"/>
                  </a:lnTo>
                  <a:lnTo>
                    <a:pt x="6" y="670"/>
                  </a:lnTo>
                  <a:lnTo>
                    <a:pt x="8" y="671"/>
                  </a:lnTo>
                  <a:lnTo>
                    <a:pt x="8" y="673"/>
                  </a:lnTo>
                  <a:lnTo>
                    <a:pt x="8" y="673"/>
                  </a:lnTo>
                  <a:close/>
                  <a:moveTo>
                    <a:pt x="8" y="768"/>
                  </a:moveTo>
                  <a:lnTo>
                    <a:pt x="8" y="825"/>
                  </a:lnTo>
                  <a:lnTo>
                    <a:pt x="8" y="826"/>
                  </a:lnTo>
                  <a:lnTo>
                    <a:pt x="6" y="827"/>
                  </a:lnTo>
                  <a:lnTo>
                    <a:pt x="5" y="828"/>
                  </a:lnTo>
                  <a:lnTo>
                    <a:pt x="4" y="828"/>
                  </a:lnTo>
                  <a:lnTo>
                    <a:pt x="2" y="828"/>
                  </a:lnTo>
                  <a:lnTo>
                    <a:pt x="1" y="827"/>
                  </a:lnTo>
                  <a:lnTo>
                    <a:pt x="0" y="826"/>
                  </a:lnTo>
                  <a:lnTo>
                    <a:pt x="0" y="825"/>
                  </a:lnTo>
                  <a:lnTo>
                    <a:pt x="0" y="768"/>
                  </a:lnTo>
                  <a:lnTo>
                    <a:pt x="0" y="767"/>
                  </a:lnTo>
                  <a:lnTo>
                    <a:pt x="1" y="766"/>
                  </a:lnTo>
                  <a:lnTo>
                    <a:pt x="2" y="765"/>
                  </a:lnTo>
                  <a:lnTo>
                    <a:pt x="4" y="765"/>
                  </a:lnTo>
                  <a:lnTo>
                    <a:pt x="5" y="765"/>
                  </a:lnTo>
                  <a:lnTo>
                    <a:pt x="6" y="766"/>
                  </a:lnTo>
                  <a:lnTo>
                    <a:pt x="8" y="767"/>
                  </a:lnTo>
                  <a:lnTo>
                    <a:pt x="8" y="768"/>
                  </a:lnTo>
                  <a:lnTo>
                    <a:pt x="8" y="768"/>
                  </a:lnTo>
                  <a:close/>
                  <a:moveTo>
                    <a:pt x="8" y="865"/>
                  </a:moveTo>
                  <a:lnTo>
                    <a:pt x="8" y="920"/>
                  </a:lnTo>
                  <a:lnTo>
                    <a:pt x="8" y="921"/>
                  </a:lnTo>
                  <a:lnTo>
                    <a:pt x="6" y="922"/>
                  </a:lnTo>
                  <a:lnTo>
                    <a:pt x="5" y="923"/>
                  </a:lnTo>
                  <a:lnTo>
                    <a:pt x="4" y="924"/>
                  </a:lnTo>
                  <a:lnTo>
                    <a:pt x="2" y="923"/>
                  </a:lnTo>
                  <a:lnTo>
                    <a:pt x="1" y="922"/>
                  </a:lnTo>
                  <a:lnTo>
                    <a:pt x="0" y="921"/>
                  </a:lnTo>
                  <a:lnTo>
                    <a:pt x="0" y="920"/>
                  </a:lnTo>
                  <a:lnTo>
                    <a:pt x="0" y="865"/>
                  </a:lnTo>
                  <a:lnTo>
                    <a:pt x="0" y="862"/>
                  </a:lnTo>
                  <a:lnTo>
                    <a:pt x="1" y="861"/>
                  </a:lnTo>
                  <a:lnTo>
                    <a:pt x="2" y="860"/>
                  </a:lnTo>
                  <a:lnTo>
                    <a:pt x="4" y="860"/>
                  </a:lnTo>
                  <a:lnTo>
                    <a:pt x="5" y="860"/>
                  </a:lnTo>
                  <a:lnTo>
                    <a:pt x="6" y="861"/>
                  </a:lnTo>
                  <a:lnTo>
                    <a:pt x="8" y="862"/>
                  </a:lnTo>
                  <a:lnTo>
                    <a:pt x="8" y="865"/>
                  </a:lnTo>
                  <a:lnTo>
                    <a:pt x="8" y="865"/>
                  </a:lnTo>
                  <a:close/>
                  <a:moveTo>
                    <a:pt x="8" y="960"/>
                  </a:moveTo>
                  <a:lnTo>
                    <a:pt x="8" y="1015"/>
                  </a:lnTo>
                  <a:lnTo>
                    <a:pt x="8" y="1016"/>
                  </a:lnTo>
                  <a:lnTo>
                    <a:pt x="6" y="1018"/>
                  </a:lnTo>
                  <a:lnTo>
                    <a:pt x="5" y="1018"/>
                  </a:lnTo>
                  <a:lnTo>
                    <a:pt x="4" y="1020"/>
                  </a:lnTo>
                  <a:lnTo>
                    <a:pt x="2" y="1018"/>
                  </a:lnTo>
                  <a:lnTo>
                    <a:pt x="1" y="1018"/>
                  </a:lnTo>
                  <a:lnTo>
                    <a:pt x="0" y="1016"/>
                  </a:lnTo>
                  <a:lnTo>
                    <a:pt x="0" y="1015"/>
                  </a:lnTo>
                  <a:lnTo>
                    <a:pt x="0" y="960"/>
                  </a:lnTo>
                  <a:lnTo>
                    <a:pt x="0" y="958"/>
                  </a:lnTo>
                  <a:lnTo>
                    <a:pt x="1" y="956"/>
                  </a:lnTo>
                  <a:lnTo>
                    <a:pt x="2" y="956"/>
                  </a:lnTo>
                  <a:lnTo>
                    <a:pt x="4" y="955"/>
                  </a:lnTo>
                  <a:lnTo>
                    <a:pt x="5" y="956"/>
                  </a:lnTo>
                  <a:lnTo>
                    <a:pt x="6" y="956"/>
                  </a:lnTo>
                  <a:lnTo>
                    <a:pt x="8" y="958"/>
                  </a:lnTo>
                  <a:lnTo>
                    <a:pt x="8" y="960"/>
                  </a:lnTo>
                  <a:lnTo>
                    <a:pt x="8" y="960"/>
                  </a:lnTo>
                  <a:close/>
                  <a:moveTo>
                    <a:pt x="8" y="1055"/>
                  </a:moveTo>
                  <a:lnTo>
                    <a:pt x="8" y="1111"/>
                  </a:lnTo>
                  <a:lnTo>
                    <a:pt x="8" y="1113"/>
                  </a:lnTo>
                  <a:lnTo>
                    <a:pt x="6" y="1114"/>
                  </a:lnTo>
                  <a:lnTo>
                    <a:pt x="5" y="1115"/>
                  </a:lnTo>
                  <a:lnTo>
                    <a:pt x="4" y="1115"/>
                  </a:lnTo>
                  <a:lnTo>
                    <a:pt x="2" y="1115"/>
                  </a:lnTo>
                  <a:lnTo>
                    <a:pt x="1" y="1114"/>
                  </a:lnTo>
                  <a:lnTo>
                    <a:pt x="0" y="1113"/>
                  </a:lnTo>
                  <a:lnTo>
                    <a:pt x="0" y="1111"/>
                  </a:lnTo>
                  <a:lnTo>
                    <a:pt x="0" y="1055"/>
                  </a:lnTo>
                  <a:lnTo>
                    <a:pt x="0" y="1054"/>
                  </a:lnTo>
                  <a:lnTo>
                    <a:pt x="1" y="1053"/>
                  </a:lnTo>
                  <a:lnTo>
                    <a:pt x="2" y="1052"/>
                  </a:lnTo>
                  <a:lnTo>
                    <a:pt x="4" y="1052"/>
                  </a:lnTo>
                  <a:lnTo>
                    <a:pt x="5" y="1052"/>
                  </a:lnTo>
                  <a:lnTo>
                    <a:pt x="6" y="1053"/>
                  </a:lnTo>
                  <a:lnTo>
                    <a:pt x="8" y="1054"/>
                  </a:lnTo>
                  <a:lnTo>
                    <a:pt x="8" y="1055"/>
                  </a:lnTo>
                  <a:lnTo>
                    <a:pt x="8" y="1055"/>
                  </a:lnTo>
                  <a:close/>
                  <a:moveTo>
                    <a:pt x="8" y="1151"/>
                  </a:moveTo>
                  <a:lnTo>
                    <a:pt x="8" y="1207"/>
                  </a:lnTo>
                  <a:lnTo>
                    <a:pt x="8" y="1208"/>
                  </a:lnTo>
                  <a:lnTo>
                    <a:pt x="6" y="1209"/>
                  </a:lnTo>
                  <a:lnTo>
                    <a:pt x="5" y="1210"/>
                  </a:lnTo>
                  <a:lnTo>
                    <a:pt x="4" y="1210"/>
                  </a:lnTo>
                  <a:lnTo>
                    <a:pt x="2" y="1210"/>
                  </a:lnTo>
                  <a:lnTo>
                    <a:pt x="1" y="1209"/>
                  </a:lnTo>
                  <a:lnTo>
                    <a:pt x="0" y="1208"/>
                  </a:lnTo>
                  <a:lnTo>
                    <a:pt x="0" y="1207"/>
                  </a:lnTo>
                  <a:lnTo>
                    <a:pt x="0" y="1151"/>
                  </a:lnTo>
                  <a:lnTo>
                    <a:pt x="0" y="1149"/>
                  </a:lnTo>
                  <a:lnTo>
                    <a:pt x="1" y="1148"/>
                  </a:lnTo>
                  <a:lnTo>
                    <a:pt x="2" y="1147"/>
                  </a:lnTo>
                  <a:lnTo>
                    <a:pt x="4" y="1147"/>
                  </a:lnTo>
                  <a:lnTo>
                    <a:pt x="5" y="1147"/>
                  </a:lnTo>
                  <a:lnTo>
                    <a:pt x="6" y="1148"/>
                  </a:lnTo>
                  <a:lnTo>
                    <a:pt x="8" y="1149"/>
                  </a:lnTo>
                  <a:lnTo>
                    <a:pt x="8" y="1151"/>
                  </a:lnTo>
                  <a:lnTo>
                    <a:pt x="8" y="1151"/>
                  </a:lnTo>
                  <a:close/>
                  <a:moveTo>
                    <a:pt x="8" y="1246"/>
                  </a:moveTo>
                  <a:lnTo>
                    <a:pt x="8" y="1302"/>
                  </a:lnTo>
                  <a:lnTo>
                    <a:pt x="8" y="1303"/>
                  </a:lnTo>
                  <a:lnTo>
                    <a:pt x="6" y="1305"/>
                  </a:lnTo>
                  <a:lnTo>
                    <a:pt x="5" y="1305"/>
                  </a:lnTo>
                  <a:lnTo>
                    <a:pt x="4" y="1306"/>
                  </a:lnTo>
                  <a:lnTo>
                    <a:pt x="2" y="1305"/>
                  </a:lnTo>
                  <a:lnTo>
                    <a:pt x="1" y="1305"/>
                  </a:lnTo>
                  <a:lnTo>
                    <a:pt x="0" y="1303"/>
                  </a:lnTo>
                  <a:lnTo>
                    <a:pt x="0" y="1302"/>
                  </a:lnTo>
                  <a:lnTo>
                    <a:pt x="0" y="1246"/>
                  </a:lnTo>
                  <a:lnTo>
                    <a:pt x="0" y="1244"/>
                  </a:lnTo>
                  <a:lnTo>
                    <a:pt x="1" y="1243"/>
                  </a:lnTo>
                  <a:lnTo>
                    <a:pt x="2" y="1242"/>
                  </a:lnTo>
                  <a:lnTo>
                    <a:pt x="4" y="1242"/>
                  </a:lnTo>
                  <a:lnTo>
                    <a:pt x="5" y="1242"/>
                  </a:lnTo>
                  <a:lnTo>
                    <a:pt x="6" y="1243"/>
                  </a:lnTo>
                  <a:lnTo>
                    <a:pt x="8" y="1244"/>
                  </a:lnTo>
                  <a:lnTo>
                    <a:pt x="8" y="1246"/>
                  </a:lnTo>
                  <a:lnTo>
                    <a:pt x="8" y="1246"/>
                  </a:lnTo>
                  <a:close/>
                  <a:moveTo>
                    <a:pt x="8" y="1342"/>
                  </a:moveTo>
                  <a:lnTo>
                    <a:pt x="8" y="1398"/>
                  </a:lnTo>
                  <a:lnTo>
                    <a:pt x="8" y="1399"/>
                  </a:lnTo>
                  <a:lnTo>
                    <a:pt x="6" y="1400"/>
                  </a:lnTo>
                  <a:lnTo>
                    <a:pt x="5" y="1401"/>
                  </a:lnTo>
                  <a:lnTo>
                    <a:pt x="4" y="1401"/>
                  </a:lnTo>
                  <a:lnTo>
                    <a:pt x="2" y="1401"/>
                  </a:lnTo>
                  <a:lnTo>
                    <a:pt x="1" y="1400"/>
                  </a:lnTo>
                  <a:lnTo>
                    <a:pt x="0" y="1399"/>
                  </a:lnTo>
                  <a:lnTo>
                    <a:pt x="0" y="1398"/>
                  </a:lnTo>
                  <a:lnTo>
                    <a:pt x="0" y="1342"/>
                  </a:lnTo>
                  <a:lnTo>
                    <a:pt x="0" y="1340"/>
                  </a:lnTo>
                  <a:lnTo>
                    <a:pt x="1" y="1339"/>
                  </a:lnTo>
                  <a:lnTo>
                    <a:pt x="2" y="1338"/>
                  </a:lnTo>
                  <a:lnTo>
                    <a:pt x="4" y="1338"/>
                  </a:lnTo>
                  <a:lnTo>
                    <a:pt x="5" y="1338"/>
                  </a:lnTo>
                  <a:lnTo>
                    <a:pt x="6" y="1339"/>
                  </a:lnTo>
                  <a:lnTo>
                    <a:pt x="8" y="1340"/>
                  </a:lnTo>
                  <a:lnTo>
                    <a:pt x="8" y="1342"/>
                  </a:lnTo>
                  <a:lnTo>
                    <a:pt x="8" y="1342"/>
                  </a:lnTo>
                  <a:close/>
                  <a:moveTo>
                    <a:pt x="8" y="1437"/>
                  </a:moveTo>
                  <a:lnTo>
                    <a:pt x="8" y="1493"/>
                  </a:lnTo>
                  <a:lnTo>
                    <a:pt x="8" y="1494"/>
                  </a:lnTo>
                  <a:lnTo>
                    <a:pt x="6" y="1495"/>
                  </a:lnTo>
                  <a:lnTo>
                    <a:pt x="5" y="1497"/>
                  </a:lnTo>
                  <a:lnTo>
                    <a:pt x="4" y="1497"/>
                  </a:lnTo>
                  <a:lnTo>
                    <a:pt x="2" y="1497"/>
                  </a:lnTo>
                  <a:lnTo>
                    <a:pt x="1" y="1495"/>
                  </a:lnTo>
                  <a:lnTo>
                    <a:pt x="0" y="1494"/>
                  </a:lnTo>
                  <a:lnTo>
                    <a:pt x="0" y="1493"/>
                  </a:lnTo>
                  <a:lnTo>
                    <a:pt x="0" y="1437"/>
                  </a:lnTo>
                  <a:lnTo>
                    <a:pt x="0" y="1436"/>
                  </a:lnTo>
                  <a:lnTo>
                    <a:pt x="1" y="1435"/>
                  </a:lnTo>
                  <a:lnTo>
                    <a:pt x="2" y="1433"/>
                  </a:lnTo>
                  <a:lnTo>
                    <a:pt x="4" y="1433"/>
                  </a:lnTo>
                  <a:lnTo>
                    <a:pt x="5" y="1433"/>
                  </a:lnTo>
                  <a:lnTo>
                    <a:pt x="6" y="1435"/>
                  </a:lnTo>
                  <a:lnTo>
                    <a:pt x="8" y="1436"/>
                  </a:lnTo>
                  <a:lnTo>
                    <a:pt x="8" y="1437"/>
                  </a:lnTo>
                  <a:lnTo>
                    <a:pt x="8" y="1437"/>
                  </a:lnTo>
                  <a:close/>
                  <a:moveTo>
                    <a:pt x="8" y="1533"/>
                  </a:moveTo>
                  <a:lnTo>
                    <a:pt x="8" y="1588"/>
                  </a:lnTo>
                  <a:lnTo>
                    <a:pt x="8" y="1589"/>
                  </a:lnTo>
                  <a:lnTo>
                    <a:pt x="6" y="1592"/>
                  </a:lnTo>
                  <a:lnTo>
                    <a:pt x="5" y="1592"/>
                  </a:lnTo>
                  <a:lnTo>
                    <a:pt x="4" y="1593"/>
                  </a:lnTo>
                  <a:lnTo>
                    <a:pt x="2" y="1592"/>
                  </a:lnTo>
                  <a:lnTo>
                    <a:pt x="1" y="1592"/>
                  </a:lnTo>
                  <a:lnTo>
                    <a:pt x="0" y="1589"/>
                  </a:lnTo>
                  <a:lnTo>
                    <a:pt x="0" y="1588"/>
                  </a:lnTo>
                  <a:lnTo>
                    <a:pt x="0" y="1533"/>
                  </a:lnTo>
                  <a:lnTo>
                    <a:pt x="0" y="1531"/>
                  </a:lnTo>
                  <a:lnTo>
                    <a:pt x="1" y="1530"/>
                  </a:lnTo>
                  <a:lnTo>
                    <a:pt x="2" y="1529"/>
                  </a:lnTo>
                  <a:lnTo>
                    <a:pt x="4" y="1529"/>
                  </a:lnTo>
                  <a:lnTo>
                    <a:pt x="5" y="1529"/>
                  </a:lnTo>
                  <a:lnTo>
                    <a:pt x="6" y="1530"/>
                  </a:lnTo>
                  <a:lnTo>
                    <a:pt x="8" y="1531"/>
                  </a:lnTo>
                  <a:lnTo>
                    <a:pt x="8" y="1533"/>
                  </a:lnTo>
                  <a:lnTo>
                    <a:pt x="8" y="1533"/>
                  </a:lnTo>
                  <a:close/>
                  <a:moveTo>
                    <a:pt x="8" y="1628"/>
                  </a:moveTo>
                  <a:lnTo>
                    <a:pt x="8" y="1684"/>
                  </a:lnTo>
                  <a:lnTo>
                    <a:pt x="8" y="1686"/>
                  </a:lnTo>
                  <a:lnTo>
                    <a:pt x="6" y="1687"/>
                  </a:lnTo>
                  <a:lnTo>
                    <a:pt x="5" y="1688"/>
                  </a:lnTo>
                  <a:lnTo>
                    <a:pt x="4" y="1688"/>
                  </a:lnTo>
                  <a:lnTo>
                    <a:pt x="2" y="1688"/>
                  </a:lnTo>
                  <a:lnTo>
                    <a:pt x="1" y="1687"/>
                  </a:lnTo>
                  <a:lnTo>
                    <a:pt x="0" y="1686"/>
                  </a:lnTo>
                  <a:lnTo>
                    <a:pt x="0" y="1684"/>
                  </a:lnTo>
                  <a:lnTo>
                    <a:pt x="0" y="1628"/>
                  </a:lnTo>
                  <a:lnTo>
                    <a:pt x="0" y="1627"/>
                  </a:lnTo>
                  <a:lnTo>
                    <a:pt x="1" y="1626"/>
                  </a:lnTo>
                  <a:lnTo>
                    <a:pt x="2" y="1625"/>
                  </a:lnTo>
                  <a:lnTo>
                    <a:pt x="4" y="1625"/>
                  </a:lnTo>
                  <a:lnTo>
                    <a:pt x="5" y="1625"/>
                  </a:lnTo>
                  <a:lnTo>
                    <a:pt x="6" y="1626"/>
                  </a:lnTo>
                  <a:lnTo>
                    <a:pt x="8" y="1627"/>
                  </a:lnTo>
                  <a:lnTo>
                    <a:pt x="8" y="1628"/>
                  </a:lnTo>
                  <a:lnTo>
                    <a:pt x="8" y="1628"/>
                  </a:lnTo>
                  <a:close/>
                  <a:moveTo>
                    <a:pt x="8" y="1723"/>
                  </a:moveTo>
                  <a:lnTo>
                    <a:pt x="8" y="1780"/>
                  </a:lnTo>
                  <a:lnTo>
                    <a:pt x="8" y="1781"/>
                  </a:lnTo>
                  <a:lnTo>
                    <a:pt x="6" y="1782"/>
                  </a:lnTo>
                  <a:lnTo>
                    <a:pt x="5" y="1783"/>
                  </a:lnTo>
                  <a:lnTo>
                    <a:pt x="4" y="1783"/>
                  </a:lnTo>
                  <a:lnTo>
                    <a:pt x="2" y="1783"/>
                  </a:lnTo>
                  <a:lnTo>
                    <a:pt x="1" y="1782"/>
                  </a:lnTo>
                  <a:lnTo>
                    <a:pt x="0" y="1781"/>
                  </a:lnTo>
                  <a:lnTo>
                    <a:pt x="0" y="1780"/>
                  </a:lnTo>
                  <a:lnTo>
                    <a:pt x="0" y="1723"/>
                  </a:lnTo>
                  <a:lnTo>
                    <a:pt x="0" y="1722"/>
                  </a:lnTo>
                  <a:lnTo>
                    <a:pt x="1" y="1721"/>
                  </a:lnTo>
                  <a:lnTo>
                    <a:pt x="2" y="1720"/>
                  </a:lnTo>
                  <a:lnTo>
                    <a:pt x="4" y="1720"/>
                  </a:lnTo>
                  <a:lnTo>
                    <a:pt x="5" y="1720"/>
                  </a:lnTo>
                  <a:lnTo>
                    <a:pt x="6" y="1721"/>
                  </a:lnTo>
                  <a:lnTo>
                    <a:pt x="8" y="1722"/>
                  </a:lnTo>
                  <a:lnTo>
                    <a:pt x="8" y="1723"/>
                  </a:lnTo>
                  <a:lnTo>
                    <a:pt x="8" y="1723"/>
                  </a:lnTo>
                  <a:close/>
                  <a:moveTo>
                    <a:pt x="8" y="1820"/>
                  </a:moveTo>
                  <a:lnTo>
                    <a:pt x="8" y="1875"/>
                  </a:lnTo>
                  <a:lnTo>
                    <a:pt x="8" y="1876"/>
                  </a:lnTo>
                  <a:lnTo>
                    <a:pt x="6" y="1878"/>
                  </a:lnTo>
                  <a:lnTo>
                    <a:pt x="5" y="1878"/>
                  </a:lnTo>
                  <a:lnTo>
                    <a:pt x="4" y="1879"/>
                  </a:lnTo>
                  <a:lnTo>
                    <a:pt x="2" y="1878"/>
                  </a:lnTo>
                  <a:lnTo>
                    <a:pt x="1" y="1878"/>
                  </a:lnTo>
                  <a:lnTo>
                    <a:pt x="0" y="1876"/>
                  </a:lnTo>
                  <a:lnTo>
                    <a:pt x="0" y="1875"/>
                  </a:lnTo>
                  <a:lnTo>
                    <a:pt x="0" y="1820"/>
                  </a:lnTo>
                  <a:lnTo>
                    <a:pt x="0" y="1817"/>
                  </a:lnTo>
                  <a:lnTo>
                    <a:pt x="1" y="1816"/>
                  </a:lnTo>
                  <a:lnTo>
                    <a:pt x="2" y="1815"/>
                  </a:lnTo>
                  <a:lnTo>
                    <a:pt x="4" y="1815"/>
                  </a:lnTo>
                  <a:lnTo>
                    <a:pt x="5" y="1815"/>
                  </a:lnTo>
                  <a:lnTo>
                    <a:pt x="6" y="1816"/>
                  </a:lnTo>
                  <a:lnTo>
                    <a:pt x="8" y="1817"/>
                  </a:lnTo>
                  <a:lnTo>
                    <a:pt x="8" y="1820"/>
                  </a:lnTo>
                  <a:lnTo>
                    <a:pt x="8" y="1820"/>
                  </a:lnTo>
                  <a:close/>
                  <a:moveTo>
                    <a:pt x="8" y="1915"/>
                  </a:moveTo>
                  <a:lnTo>
                    <a:pt x="8" y="1970"/>
                  </a:lnTo>
                  <a:lnTo>
                    <a:pt x="8" y="1972"/>
                  </a:lnTo>
                  <a:lnTo>
                    <a:pt x="6" y="1974"/>
                  </a:lnTo>
                  <a:lnTo>
                    <a:pt x="5" y="1975"/>
                  </a:lnTo>
                  <a:lnTo>
                    <a:pt x="4" y="1975"/>
                  </a:lnTo>
                  <a:lnTo>
                    <a:pt x="2" y="1975"/>
                  </a:lnTo>
                  <a:lnTo>
                    <a:pt x="1" y="1974"/>
                  </a:lnTo>
                  <a:lnTo>
                    <a:pt x="0" y="1972"/>
                  </a:lnTo>
                  <a:lnTo>
                    <a:pt x="0" y="1970"/>
                  </a:lnTo>
                  <a:lnTo>
                    <a:pt x="0" y="1915"/>
                  </a:lnTo>
                  <a:lnTo>
                    <a:pt x="0" y="1914"/>
                  </a:lnTo>
                  <a:lnTo>
                    <a:pt x="1" y="1912"/>
                  </a:lnTo>
                  <a:lnTo>
                    <a:pt x="2" y="1912"/>
                  </a:lnTo>
                  <a:lnTo>
                    <a:pt x="4" y="1910"/>
                  </a:lnTo>
                  <a:lnTo>
                    <a:pt x="5" y="1912"/>
                  </a:lnTo>
                  <a:lnTo>
                    <a:pt x="6" y="1912"/>
                  </a:lnTo>
                  <a:lnTo>
                    <a:pt x="8" y="1914"/>
                  </a:lnTo>
                  <a:lnTo>
                    <a:pt x="8" y="1915"/>
                  </a:lnTo>
                  <a:lnTo>
                    <a:pt x="8" y="1915"/>
                  </a:lnTo>
                  <a:close/>
                  <a:moveTo>
                    <a:pt x="8" y="2010"/>
                  </a:moveTo>
                  <a:lnTo>
                    <a:pt x="8" y="2066"/>
                  </a:lnTo>
                  <a:lnTo>
                    <a:pt x="8" y="2068"/>
                  </a:lnTo>
                  <a:lnTo>
                    <a:pt x="6" y="2069"/>
                  </a:lnTo>
                  <a:lnTo>
                    <a:pt x="5" y="2070"/>
                  </a:lnTo>
                  <a:lnTo>
                    <a:pt x="4" y="2070"/>
                  </a:lnTo>
                  <a:lnTo>
                    <a:pt x="2" y="2070"/>
                  </a:lnTo>
                  <a:lnTo>
                    <a:pt x="1" y="2069"/>
                  </a:lnTo>
                  <a:lnTo>
                    <a:pt x="0" y="2068"/>
                  </a:lnTo>
                  <a:lnTo>
                    <a:pt x="0" y="2066"/>
                  </a:lnTo>
                  <a:lnTo>
                    <a:pt x="0" y="2010"/>
                  </a:lnTo>
                  <a:lnTo>
                    <a:pt x="0" y="2009"/>
                  </a:lnTo>
                  <a:lnTo>
                    <a:pt x="1" y="2008"/>
                  </a:lnTo>
                  <a:lnTo>
                    <a:pt x="2" y="2007"/>
                  </a:lnTo>
                  <a:lnTo>
                    <a:pt x="4" y="2007"/>
                  </a:lnTo>
                  <a:lnTo>
                    <a:pt x="5" y="2007"/>
                  </a:lnTo>
                  <a:lnTo>
                    <a:pt x="6" y="2008"/>
                  </a:lnTo>
                  <a:lnTo>
                    <a:pt x="8" y="2009"/>
                  </a:lnTo>
                  <a:lnTo>
                    <a:pt x="8" y="2010"/>
                  </a:lnTo>
                  <a:lnTo>
                    <a:pt x="8" y="2010"/>
                  </a:lnTo>
                  <a:close/>
                  <a:moveTo>
                    <a:pt x="8" y="2106"/>
                  </a:moveTo>
                  <a:lnTo>
                    <a:pt x="8" y="2162"/>
                  </a:lnTo>
                  <a:lnTo>
                    <a:pt x="8" y="2163"/>
                  </a:lnTo>
                  <a:lnTo>
                    <a:pt x="6" y="2165"/>
                  </a:lnTo>
                  <a:lnTo>
                    <a:pt x="5" y="2165"/>
                  </a:lnTo>
                  <a:lnTo>
                    <a:pt x="4" y="2166"/>
                  </a:lnTo>
                  <a:lnTo>
                    <a:pt x="2" y="2165"/>
                  </a:lnTo>
                  <a:lnTo>
                    <a:pt x="1" y="2165"/>
                  </a:lnTo>
                  <a:lnTo>
                    <a:pt x="0" y="2163"/>
                  </a:lnTo>
                  <a:lnTo>
                    <a:pt x="0" y="2162"/>
                  </a:lnTo>
                  <a:lnTo>
                    <a:pt x="0" y="2106"/>
                  </a:lnTo>
                  <a:lnTo>
                    <a:pt x="0" y="2104"/>
                  </a:lnTo>
                  <a:lnTo>
                    <a:pt x="1" y="2103"/>
                  </a:lnTo>
                  <a:lnTo>
                    <a:pt x="2" y="2102"/>
                  </a:lnTo>
                  <a:lnTo>
                    <a:pt x="4" y="2102"/>
                  </a:lnTo>
                  <a:lnTo>
                    <a:pt x="5" y="2102"/>
                  </a:lnTo>
                  <a:lnTo>
                    <a:pt x="6" y="2103"/>
                  </a:lnTo>
                  <a:lnTo>
                    <a:pt x="8" y="2104"/>
                  </a:lnTo>
                  <a:lnTo>
                    <a:pt x="8" y="2106"/>
                  </a:lnTo>
                  <a:lnTo>
                    <a:pt x="8" y="2106"/>
                  </a:lnTo>
                  <a:close/>
                  <a:moveTo>
                    <a:pt x="8" y="2201"/>
                  </a:moveTo>
                  <a:lnTo>
                    <a:pt x="8" y="2257"/>
                  </a:lnTo>
                  <a:lnTo>
                    <a:pt x="8" y="2259"/>
                  </a:lnTo>
                  <a:lnTo>
                    <a:pt x="6" y="2260"/>
                  </a:lnTo>
                  <a:lnTo>
                    <a:pt x="5" y="2261"/>
                  </a:lnTo>
                  <a:lnTo>
                    <a:pt x="4" y="2261"/>
                  </a:lnTo>
                  <a:lnTo>
                    <a:pt x="2" y="2261"/>
                  </a:lnTo>
                  <a:lnTo>
                    <a:pt x="1" y="2260"/>
                  </a:lnTo>
                  <a:lnTo>
                    <a:pt x="0" y="2259"/>
                  </a:lnTo>
                  <a:lnTo>
                    <a:pt x="0" y="2257"/>
                  </a:lnTo>
                  <a:lnTo>
                    <a:pt x="0" y="2201"/>
                  </a:lnTo>
                  <a:lnTo>
                    <a:pt x="0" y="2199"/>
                  </a:lnTo>
                  <a:lnTo>
                    <a:pt x="1" y="2198"/>
                  </a:lnTo>
                  <a:lnTo>
                    <a:pt x="2" y="2198"/>
                  </a:lnTo>
                  <a:lnTo>
                    <a:pt x="4" y="2197"/>
                  </a:lnTo>
                  <a:lnTo>
                    <a:pt x="5" y="2198"/>
                  </a:lnTo>
                  <a:lnTo>
                    <a:pt x="6" y="2198"/>
                  </a:lnTo>
                  <a:lnTo>
                    <a:pt x="8" y="2199"/>
                  </a:lnTo>
                  <a:lnTo>
                    <a:pt x="8" y="2201"/>
                  </a:lnTo>
                  <a:lnTo>
                    <a:pt x="8" y="2201"/>
                  </a:lnTo>
                  <a:close/>
                  <a:moveTo>
                    <a:pt x="8" y="2297"/>
                  </a:moveTo>
                  <a:lnTo>
                    <a:pt x="8" y="2353"/>
                  </a:lnTo>
                  <a:lnTo>
                    <a:pt x="8" y="2354"/>
                  </a:lnTo>
                  <a:lnTo>
                    <a:pt x="6" y="2355"/>
                  </a:lnTo>
                  <a:lnTo>
                    <a:pt x="5" y="2356"/>
                  </a:lnTo>
                  <a:lnTo>
                    <a:pt x="4" y="2356"/>
                  </a:lnTo>
                  <a:lnTo>
                    <a:pt x="2" y="2356"/>
                  </a:lnTo>
                  <a:lnTo>
                    <a:pt x="1" y="2355"/>
                  </a:lnTo>
                  <a:lnTo>
                    <a:pt x="0" y="2354"/>
                  </a:lnTo>
                  <a:lnTo>
                    <a:pt x="0" y="2353"/>
                  </a:lnTo>
                  <a:lnTo>
                    <a:pt x="0" y="2297"/>
                  </a:lnTo>
                  <a:lnTo>
                    <a:pt x="0" y="2296"/>
                  </a:lnTo>
                  <a:lnTo>
                    <a:pt x="1" y="2294"/>
                  </a:lnTo>
                  <a:lnTo>
                    <a:pt x="2" y="2293"/>
                  </a:lnTo>
                  <a:lnTo>
                    <a:pt x="4" y="2293"/>
                  </a:lnTo>
                  <a:lnTo>
                    <a:pt x="5" y="2293"/>
                  </a:lnTo>
                  <a:lnTo>
                    <a:pt x="6" y="2294"/>
                  </a:lnTo>
                  <a:lnTo>
                    <a:pt x="8" y="2296"/>
                  </a:lnTo>
                  <a:lnTo>
                    <a:pt x="8" y="2297"/>
                  </a:lnTo>
                  <a:lnTo>
                    <a:pt x="8" y="2297"/>
                  </a:lnTo>
                  <a:close/>
                  <a:moveTo>
                    <a:pt x="8" y="2393"/>
                  </a:moveTo>
                  <a:lnTo>
                    <a:pt x="8" y="2448"/>
                  </a:lnTo>
                  <a:lnTo>
                    <a:pt x="8" y="2449"/>
                  </a:lnTo>
                  <a:lnTo>
                    <a:pt x="6" y="2451"/>
                  </a:lnTo>
                  <a:lnTo>
                    <a:pt x="5" y="2452"/>
                  </a:lnTo>
                  <a:lnTo>
                    <a:pt x="4" y="2453"/>
                  </a:lnTo>
                  <a:lnTo>
                    <a:pt x="2" y="2452"/>
                  </a:lnTo>
                  <a:lnTo>
                    <a:pt x="1" y="2451"/>
                  </a:lnTo>
                  <a:lnTo>
                    <a:pt x="0" y="2449"/>
                  </a:lnTo>
                  <a:lnTo>
                    <a:pt x="0" y="2448"/>
                  </a:lnTo>
                  <a:lnTo>
                    <a:pt x="0" y="2393"/>
                  </a:lnTo>
                  <a:lnTo>
                    <a:pt x="0" y="2391"/>
                  </a:lnTo>
                  <a:lnTo>
                    <a:pt x="1" y="2390"/>
                  </a:lnTo>
                  <a:lnTo>
                    <a:pt x="2" y="2389"/>
                  </a:lnTo>
                  <a:lnTo>
                    <a:pt x="4" y="2389"/>
                  </a:lnTo>
                  <a:lnTo>
                    <a:pt x="5" y="2389"/>
                  </a:lnTo>
                  <a:lnTo>
                    <a:pt x="6" y="2390"/>
                  </a:lnTo>
                  <a:lnTo>
                    <a:pt x="8" y="2391"/>
                  </a:lnTo>
                  <a:lnTo>
                    <a:pt x="8" y="2393"/>
                  </a:lnTo>
                  <a:lnTo>
                    <a:pt x="8" y="2393"/>
                  </a:lnTo>
                  <a:close/>
                  <a:moveTo>
                    <a:pt x="8" y="2488"/>
                  </a:moveTo>
                  <a:lnTo>
                    <a:pt x="8" y="2543"/>
                  </a:lnTo>
                  <a:lnTo>
                    <a:pt x="8" y="2546"/>
                  </a:lnTo>
                  <a:lnTo>
                    <a:pt x="6" y="2547"/>
                  </a:lnTo>
                  <a:lnTo>
                    <a:pt x="5" y="2548"/>
                  </a:lnTo>
                  <a:lnTo>
                    <a:pt x="4" y="2548"/>
                  </a:lnTo>
                  <a:lnTo>
                    <a:pt x="2" y="2548"/>
                  </a:lnTo>
                  <a:lnTo>
                    <a:pt x="1" y="2547"/>
                  </a:lnTo>
                  <a:lnTo>
                    <a:pt x="0" y="2546"/>
                  </a:lnTo>
                  <a:lnTo>
                    <a:pt x="0" y="2543"/>
                  </a:lnTo>
                  <a:lnTo>
                    <a:pt x="0" y="2488"/>
                  </a:lnTo>
                  <a:lnTo>
                    <a:pt x="0" y="2486"/>
                  </a:lnTo>
                  <a:lnTo>
                    <a:pt x="1" y="2485"/>
                  </a:lnTo>
                  <a:lnTo>
                    <a:pt x="2" y="2485"/>
                  </a:lnTo>
                  <a:lnTo>
                    <a:pt x="4" y="2484"/>
                  </a:lnTo>
                  <a:lnTo>
                    <a:pt x="5" y="2485"/>
                  </a:lnTo>
                  <a:lnTo>
                    <a:pt x="6" y="2485"/>
                  </a:lnTo>
                  <a:lnTo>
                    <a:pt x="8" y="2486"/>
                  </a:lnTo>
                  <a:lnTo>
                    <a:pt x="8" y="2488"/>
                  </a:lnTo>
                  <a:lnTo>
                    <a:pt x="8" y="2488"/>
                  </a:lnTo>
                  <a:close/>
                  <a:moveTo>
                    <a:pt x="8" y="2583"/>
                  </a:moveTo>
                  <a:lnTo>
                    <a:pt x="8" y="2640"/>
                  </a:lnTo>
                  <a:lnTo>
                    <a:pt x="8" y="2641"/>
                  </a:lnTo>
                  <a:lnTo>
                    <a:pt x="6" y="2642"/>
                  </a:lnTo>
                  <a:lnTo>
                    <a:pt x="5" y="2643"/>
                  </a:lnTo>
                  <a:lnTo>
                    <a:pt x="4" y="2643"/>
                  </a:lnTo>
                  <a:lnTo>
                    <a:pt x="2" y="2643"/>
                  </a:lnTo>
                  <a:lnTo>
                    <a:pt x="1" y="2642"/>
                  </a:lnTo>
                  <a:lnTo>
                    <a:pt x="0" y="2641"/>
                  </a:lnTo>
                  <a:lnTo>
                    <a:pt x="0" y="2640"/>
                  </a:lnTo>
                  <a:lnTo>
                    <a:pt x="0" y="2583"/>
                  </a:lnTo>
                  <a:lnTo>
                    <a:pt x="0" y="2582"/>
                  </a:lnTo>
                  <a:lnTo>
                    <a:pt x="1" y="2581"/>
                  </a:lnTo>
                  <a:lnTo>
                    <a:pt x="2" y="2580"/>
                  </a:lnTo>
                  <a:lnTo>
                    <a:pt x="4" y="2580"/>
                  </a:lnTo>
                  <a:lnTo>
                    <a:pt x="5" y="2580"/>
                  </a:lnTo>
                  <a:lnTo>
                    <a:pt x="6" y="2581"/>
                  </a:lnTo>
                  <a:lnTo>
                    <a:pt x="8" y="2582"/>
                  </a:lnTo>
                  <a:lnTo>
                    <a:pt x="8" y="2583"/>
                  </a:lnTo>
                  <a:lnTo>
                    <a:pt x="8" y="2583"/>
                  </a:lnTo>
                  <a:close/>
                  <a:moveTo>
                    <a:pt x="8" y="2680"/>
                  </a:moveTo>
                  <a:lnTo>
                    <a:pt x="8" y="2735"/>
                  </a:lnTo>
                  <a:lnTo>
                    <a:pt x="8" y="2736"/>
                  </a:lnTo>
                  <a:lnTo>
                    <a:pt x="6" y="2737"/>
                  </a:lnTo>
                  <a:lnTo>
                    <a:pt x="5" y="2738"/>
                  </a:lnTo>
                  <a:lnTo>
                    <a:pt x="4" y="2739"/>
                  </a:lnTo>
                  <a:lnTo>
                    <a:pt x="2" y="2738"/>
                  </a:lnTo>
                  <a:lnTo>
                    <a:pt x="1" y="2737"/>
                  </a:lnTo>
                  <a:lnTo>
                    <a:pt x="0" y="2736"/>
                  </a:lnTo>
                  <a:lnTo>
                    <a:pt x="0" y="2735"/>
                  </a:lnTo>
                  <a:lnTo>
                    <a:pt x="0" y="2680"/>
                  </a:lnTo>
                  <a:lnTo>
                    <a:pt x="0" y="2677"/>
                  </a:lnTo>
                  <a:lnTo>
                    <a:pt x="1" y="2676"/>
                  </a:lnTo>
                  <a:lnTo>
                    <a:pt x="2" y="2675"/>
                  </a:lnTo>
                  <a:lnTo>
                    <a:pt x="4" y="2675"/>
                  </a:lnTo>
                  <a:lnTo>
                    <a:pt x="5" y="2675"/>
                  </a:lnTo>
                  <a:lnTo>
                    <a:pt x="6" y="2676"/>
                  </a:lnTo>
                  <a:lnTo>
                    <a:pt x="8" y="2677"/>
                  </a:lnTo>
                  <a:lnTo>
                    <a:pt x="8" y="2680"/>
                  </a:lnTo>
                  <a:lnTo>
                    <a:pt x="8" y="2680"/>
                  </a:lnTo>
                  <a:close/>
                  <a:moveTo>
                    <a:pt x="8" y="2775"/>
                  </a:moveTo>
                  <a:lnTo>
                    <a:pt x="8" y="2830"/>
                  </a:lnTo>
                  <a:lnTo>
                    <a:pt x="8" y="2831"/>
                  </a:lnTo>
                  <a:lnTo>
                    <a:pt x="6" y="2833"/>
                  </a:lnTo>
                  <a:lnTo>
                    <a:pt x="5" y="2833"/>
                  </a:lnTo>
                  <a:lnTo>
                    <a:pt x="4" y="2835"/>
                  </a:lnTo>
                  <a:lnTo>
                    <a:pt x="2" y="2833"/>
                  </a:lnTo>
                  <a:lnTo>
                    <a:pt x="1" y="2833"/>
                  </a:lnTo>
                  <a:lnTo>
                    <a:pt x="0" y="2831"/>
                  </a:lnTo>
                  <a:lnTo>
                    <a:pt x="0" y="2830"/>
                  </a:lnTo>
                  <a:lnTo>
                    <a:pt x="0" y="2775"/>
                  </a:lnTo>
                  <a:lnTo>
                    <a:pt x="0" y="2773"/>
                  </a:lnTo>
                  <a:lnTo>
                    <a:pt x="1" y="2771"/>
                  </a:lnTo>
                  <a:lnTo>
                    <a:pt x="2" y="2771"/>
                  </a:lnTo>
                  <a:lnTo>
                    <a:pt x="4" y="2770"/>
                  </a:lnTo>
                  <a:lnTo>
                    <a:pt x="5" y="2771"/>
                  </a:lnTo>
                  <a:lnTo>
                    <a:pt x="6" y="2771"/>
                  </a:lnTo>
                  <a:lnTo>
                    <a:pt x="8" y="2773"/>
                  </a:lnTo>
                  <a:lnTo>
                    <a:pt x="8" y="2775"/>
                  </a:lnTo>
                  <a:lnTo>
                    <a:pt x="8" y="2775"/>
                  </a:lnTo>
                  <a:close/>
                  <a:moveTo>
                    <a:pt x="8" y="2870"/>
                  </a:moveTo>
                  <a:lnTo>
                    <a:pt x="8" y="2926"/>
                  </a:lnTo>
                  <a:lnTo>
                    <a:pt x="8" y="2927"/>
                  </a:lnTo>
                  <a:lnTo>
                    <a:pt x="6" y="2929"/>
                  </a:lnTo>
                  <a:lnTo>
                    <a:pt x="5" y="2930"/>
                  </a:lnTo>
                  <a:lnTo>
                    <a:pt x="4" y="2930"/>
                  </a:lnTo>
                  <a:lnTo>
                    <a:pt x="2" y="2930"/>
                  </a:lnTo>
                  <a:lnTo>
                    <a:pt x="1" y="2929"/>
                  </a:lnTo>
                  <a:lnTo>
                    <a:pt x="0" y="2927"/>
                  </a:lnTo>
                  <a:lnTo>
                    <a:pt x="0" y="2926"/>
                  </a:lnTo>
                  <a:lnTo>
                    <a:pt x="0" y="2870"/>
                  </a:lnTo>
                  <a:lnTo>
                    <a:pt x="0" y="2869"/>
                  </a:lnTo>
                  <a:lnTo>
                    <a:pt x="1" y="2868"/>
                  </a:lnTo>
                  <a:lnTo>
                    <a:pt x="2" y="2867"/>
                  </a:lnTo>
                  <a:lnTo>
                    <a:pt x="4" y="2867"/>
                  </a:lnTo>
                  <a:lnTo>
                    <a:pt x="5" y="2867"/>
                  </a:lnTo>
                  <a:lnTo>
                    <a:pt x="6" y="2868"/>
                  </a:lnTo>
                  <a:lnTo>
                    <a:pt x="8" y="2869"/>
                  </a:lnTo>
                  <a:lnTo>
                    <a:pt x="8" y="2870"/>
                  </a:lnTo>
                  <a:lnTo>
                    <a:pt x="8" y="2870"/>
                  </a:lnTo>
                  <a:close/>
                  <a:moveTo>
                    <a:pt x="8" y="2966"/>
                  </a:moveTo>
                  <a:lnTo>
                    <a:pt x="8" y="3022"/>
                  </a:lnTo>
                  <a:lnTo>
                    <a:pt x="8" y="3023"/>
                  </a:lnTo>
                  <a:lnTo>
                    <a:pt x="6" y="3024"/>
                  </a:lnTo>
                  <a:lnTo>
                    <a:pt x="5" y="3025"/>
                  </a:lnTo>
                  <a:lnTo>
                    <a:pt x="4" y="3025"/>
                  </a:lnTo>
                  <a:lnTo>
                    <a:pt x="2" y="3025"/>
                  </a:lnTo>
                  <a:lnTo>
                    <a:pt x="1" y="3024"/>
                  </a:lnTo>
                  <a:lnTo>
                    <a:pt x="0" y="3023"/>
                  </a:lnTo>
                  <a:lnTo>
                    <a:pt x="0" y="3022"/>
                  </a:lnTo>
                  <a:lnTo>
                    <a:pt x="0" y="2966"/>
                  </a:lnTo>
                  <a:lnTo>
                    <a:pt x="0" y="2964"/>
                  </a:lnTo>
                  <a:lnTo>
                    <a:pt x="1" y="2963"/>
                  </a:lnTo>
                  <a:lnTo>
                    <a:pt x="2" y="2962"/>
                  </a:lnTo>
                  <a:lnTo>
                    <a:pt x="4" y="2962"/>
                  </a:lnTo>
                  <a:lnTo>
                    <a:pt x="5" y="2962"/>
                  </a:lnTo>
                  <a:lnTo>
                    <a:pt x="6" y="2963"/>
                  </a:lnTo>
                  <a:lnTo>
                    <a:pt x="8" y="2964"/>
                  </a:lnTo>
                  <a:lnTo>
                    <a:pt x="8" y="2966"/>
                  </a:lnTo>
                  <a:lnTo>
                    <a:pt x="8" y="2966"/>
                  </a:lnTo>
                  <a:close/>
                  <a:moveTo>
                    <a:pt x="8" y="3061"/>
                  </a:moveTo>
                  <a:lnTo>
                    <a:pt x="8" y="3117"/>
                  </a:lnTo>
                  <a:lnTo>
                    <a:pt x="8" y="3118"/>
                  </a:lnTo>
                  <a:lnTo>
                    <a:pt x="6" y="3120"/>
                  </a:lnTo>
                  <a:lnTo>
                    <a:pt x="5" y="3120"/>
                  </a:lnTo>
                  <a:lnTo>
                    <a:pt x="4" y="3121"/>
                  </a:lnTo>
                  <a:lnTo>
                    <a:pt x="2" y="3120"/>
                  </a:lnTo>
                  <a:lnTo>
                    <a:pt x="1" y="3120"/>
                  </a:lnTo>
                  <a:lnTo>
                    <a:pt x="0" y="3118"/>
                  </a:lnTo>
                  <a:lnTo>
                    <a:pt x="0" y="3117"/>
                  </a:lnTo>
                  <a:lnTo>
                    <a:pt x="0" y="3061"/>
                  </a:lnTo>
                  <a:lnTo>
                    <a:pt x="0" y="3059"/>
                  </a:lnTo>
                  <a:lnTo>
                    <a:pt x="1" y="3058"/>
                  </a:lnTo>
                  <a:lnTo>
                    <a:pt x="2" y="3057"/>
                  </a:lnTo>
                  <a:lnTo>
                    <a:pt x="4" y="3057"/>
                  </a:lnTo>
                  <a:lnTo>
                    <a:pt x="5" y="3057"/>
                  </a:lnTo>
                  <a:lnTo>
                    <a:pt x="6" y="3058"/>
                  </a:lnTo>
                  <a:lnTo>
                    <a:pt x="8" y="3059"/>
                  </a:lnTo>
                  <a:lnTo>
                    <a:pt x="8" y="3061"/>
                  </a:lnTo>
                  <a:lnTo>
                    <a:pt x="8" y="3061"/>
                  </a:lnTo>
                  <a:close/>
                  <a:moveTo>
                    <a:pt x="8" y="3157"/>
                  </a:moveTo>
                  <a:lnTo>
                    <a:pt x="8" y="3212"/>
                  </a:lnTo>
                  <a:lnTo>
                    <a:pt x="8" y="3214"/>
                  </a:lnTo>
                  <a:lnTo>
                    <a:pt x="6" y="3215"/>
                  </a:lnTo>
                  <a:lnTo>
                    <a:pt x="5" y="3216"/>
                  </a:lnTo>
                  <a:lnTo>
                    <a:pt x="4" y="3216"/>
                  </a:lnTo>
                  <a:lnTo>
                    <a:pt x="2" y="3216"/>
                  </a:lnTo>
                  <a:lnTo>
                    <a:pt x="1" y="3215"/>
                  </a:lnTo>
                  <a:lnTo>
                    <a:pt x="0" y="3214"/>
                  </a:lnTo>
                  <a:lnTo>
                    <a:pt x="0" y="3212"/>
                  </a:lnTo>
                  <a:lnTo>
                    <a:pt x="0" y="3157"/>
                  </a:lnTo>
                  <a:lnTo>
                    <a:pt x="0" y="3155"/>
                  </a:lnTo>
                  <a:lnTo>
                    <a:pt x="1" y="3154"/>
                  </a:lnTo>
                  <a:lnTo>
                    <a:pt x="2" y="3153"/>
                  </a:lnTo>
                  <a:lnTo>
                    <a:pt x="4" y="3153"/>
                  </a:lnTo>
                  <a:lnTo>
                    <a:pt x="5" y="3153"/>
                  </a:lnTo>
                  <a:lnTo>
                    <a:pt x="6" y="3154"/>
                  </a:lnTo>
                  <a:lnTo>
                    <a:pt x="8" y="3155"/>
                  </a:lnTo>
                  <a:lnTo>
                    <a:pt x="8" y="3157"/>
                  </a:lnTo>
                  <a:lnTo>
                    <a:pt x="8" y="3157"/>
                  </a:lnTo>
                  <a:close/>
                  <a:moveTo>
                    <a:pt x="8" y="3252"/>
                  </a:moveTo>
                  <a:lnTo>
                    <a:pt x="8" y="3308"/>
                  </a:lnTo>
                  <a:lnTo>
                    <a:pt x="8" y="3309"/>
                  </a:lnTo>
                  <a:lnTo>
                    <a:pt x="6" y="3310"/>
                  </a:lnTo>
                  <a:lnTo>
                    <a:pt x="5" y="3312"/>
                  </a:lnTo>
                  <a:lnTo>
                    <a:pt x="4" y="3312"/>
                  </a:lnTo>
                  <a:lnTo>
                    <a:pt x="2" y="3312"/>
                  </a:lnTo>
                  <a:lnTo>
                    <a:pt x="1" y="3310"/>
                  </a:lnTo>
                  <a:lnTo>
                    <a:pt x="0" y="3309"/>
                  </a:lnTo>
                  <a:lnTo>
                    <a:pt x="0" y="3308"/>
                  </a:lnTo>
                  <a:lnTo>
                    <a:pt x="0" y="3252"/>
                  </a:lnTo>
                  <a:lnTo>
                    <a:pt x="0" y="3251"/>
                  </a:lnTo>
                  <a:lnTo>
                    <a:pt x="1" y="3250"/>
                  </a:lnTo>
                  <a:lnTo>
                    <a:pt x="2" y="3248"/>
                  </a:lnTo>
                  <a:lnTo>
                    <a:pt x="4" y="3248"/>
                  </a:lnTo>
                  <a:lnTo>
                    <a:pt x="5" y="3248"/>
                  </a:lnTo>
                  <a:lnTo>
                    <a:pt x="6" y="3250"/>
                  </a:lnTo>
                  <a:lnTo>
                    <a:pt x="8" y="3251"/>
                  </a:lnTo>
                  <a:lnTo>
                    <a:pt x="8" y="3252"/>
                  </a:lnTo>
                  <a:lnTo>
                    <a:pt x="8" y="3252"/>
                  </a:lnTo>
                  <a:close/>
                  <a:moveTo>
                    <a:pt x="8" y="3348"/>
                  </a:moveTo>
                  <a:lnTo>
                    <a:pt x="8" y="3403"/>
                  </a:lnTo>
                  <a:lnTo>
                    <a:pt x="8" y="3404"/>
                  </a:lnTo>
                  <a:lnTo>
                    <a:pt x="6" y="3407"/>
                  </a:lnTo>
                  <a:lnTo>
                    <a:pt x="5" y="3407"/>
                  </a:lnTo>
                  <a:lnTo>
                    <a:pt x="4" y="3408"/>
                  </a:lnTo>
                  <a:lnTo>
                    <a:pt x="2" y="3407"/>
                  </a:lnTo>
                  <a:lnTo>
                    <a:pt x="1" y="3407"/>
                  </a:lnTo>
                  <a:lnTo>
                    <a:pt x="0" y="3404"/>
                  </a:lnTo>
                  <a:lnTo>
                    <a:pt x="0" y="3403"/>
                  </a:lnTo>
                  <a:lnTo>
                    <a:pt x="0" y="3348"/>
                  </a:lnTo>
                  <a:lnTo>
                    <a:pt x="0" y="3346"/>
                  </a:lnTo>
                  <a:lnTo>
                    <a:pt x="1" y="3345"/>
                  </a:lnTo>
                  <a:lnTo>
                    <a:pt x="2" y="3344"/>
                  </a:lnTo>
                  <a:lnTo>
                    <a:pt x="4" y="3344"/>
                  </a:lnTo>
                  <a:lnTo>
                    <a:pt x="5" y="3344"/>
                  </a:lnTo>
                  <a:lnTo>
                    <a:pt x="6" y="3345"/>
                  </a:lnTo>
                  <a:lnTo>
                    <a:pt x="8" y="3346"/>
                  </a:lnTo>
                  <a:lnTo>
                    <a:pt x="8" y="3348"/>
                  </a:lnTo>
                  <a:lnTo>
                    <a:pt x="8" y="3348"/>
                  </a:lnTo>
                  <a:close/>
                  <a:moveTo>
                    <a:pt x="8" y="3443"/>
                  </a:moveTo>
                  <a:lnTo>
                    <a:pt x="8" y="3499"/>
                  </a:lnTo>
                  <a:lnTo>
                    <a:pt x="8" y="3501"/>
                  </a:lnTo>
                  <a:lnTo>
                    <a:pt x="6" y="3502"/>
                  </a:lnTo>
                  <a:lnTo>
                    <a:pt x="5" y="3503"/>
                  </a:lnTo>
                  <a:lnTo>
                    <a:pt x="4" y="3503"/>
                  </a:lnTo>
                  <a:lnTo>
                    <a:pt x="2" y="3503"/>
                  </a:lnTo>
                  <a:lnTo>
                    <a:pt x="1" y="3502"/>
                  </a:lnTo>
                  <a:lnTo>
                    <a:pt x="0" y="3501"/>
                  </a:lnTo>
                  <a:lnTo>
                    <a:pt x="0" y="3499"/>
                  </a:lnTo>
                  <a:lnTo>
                    <a:pt x="0" y="3443"/>
                  </a:lnTo>
                  <a:lnTo>
                    <a:pt x="0" y="3442"/>
                  </a:lnTo>
                  <a:lnTo>
                    <a:pt x="1" y="3440"/>
                  </a:lnTo>
                  <a:lnTo>
                    <a:pt x="2" y="3440"/>
                  </a:lnTo>
                  <a:lnTo>
                    <a:pt x="4" y="3439"/>
                  </a:lnTo>
                  <a:lnTo>
                    <a:pt x="5" y="3440"/>
                  </a:lnTo>
                  <a:lnTo>
                    <a:pt x="6" y="3440"/>
                  </a:lnTo>
                  <a:lnTo>
                    <a:pt x="8" y="3442"/>
                  </a:lnTo>
                  <a:lnTo>
                    <a:pt x="8" y="3443"/>
                  </a:lnTo>
                  <a:lnTo>
                    <a:pt x="8" y="3443"/>
                  </a:lnTo>
                  <a:close/>
                  <a:moveTo>
                    <a:pt x="8" y="3538"/>
                  </a:moveTo>
                  <a:lnTo>
                    <a:pt x="8" y="3595"/>
                  </a:lnTo>
                  <a:lnTo>
                    <a:pt x="8" y="3596"/>
                  </a:lnTo>
                  <a:lnTo>
                    <a:pt x="6" y="3597"/>
                  </a:lnTo>
                  <a:lnTo>
                    <a:pt x="5" y="3598"/>
                  </a:lnTo>
                  <a:lnTo>
                    <a:pt x="4" y="3598"/>
                  </a:lnTo>
                  <a:lnTo>
                    <a:pt x="2" y="3598"/>
                  </a:lnTo>
                  <a:lnTo>
                    <a:pt x="1" y="3597"/>
                  </a:lnTo>
                  <a:lnTo>
                    <a:pt x="0" y="3596"/>
                  </a:lnTo>
                  <a:lnTo>
                    <a:pt x="0" y="3595"/>
                  </a:lnTo>
                  <a:lnTo>
                    <a:pt x="0" y="3538"/>
                  </a:lnTo>
                  <a:lnTo>
                    <a:pt x="0" y="3537"/>
                  </a:lnTo>
                  <a:lnTo>
                    <a:pt x="1" y="3536"/>
                  </a:lnTo>
                  <a:lnTo>
                    <a:pt x="2" y="3535"/>
                  </a:lnTo>
                  <a:lnTo>
                    <a:pt x="4" y="3535"/>
                  </a:lnTo>
                  <a:lnTo>
                    <a:pt x="5" y="3535"/>
                  </a:lnTo>
                  <a:lnTo>
                    <a:pt x="6" y="3536"/>
                  </a:lnTo>
                  <a:lnTo>
                    <a:pt x="8" y="3537"/>
                  </a:lnTo>
                  <a:lnTo>
                    <a:pt x="8" y="3538"/>
                  </a:lnTo>
                  <a:lnTo>
                    <a:pt x="8" y="3538"/>
                  </a:lnTo>
                  <a:close/>
                  <a:moveTo>
                    <a:pt x="8" y="3635"/>
                  </a:moveTo>
                  <a:lnTo>
                    <a:pt x="8" y="3690"/>
                  </a:lnTo>
                  <a:lnTo>
                    <a:pt x="8" y="3691"/>
                  </a:lnTo>
                  <a:lnTo>
                    <a:pt x="6" y="3693"/>
                  </a:lnTo>
                  <a:lnTo>
                    <a:pt x="5" y="3693"/>
                  </a:lnTo>
                  <a:lnTo>
                    <a:pt x="4" y="3694"/>
                  </a:lnTo>
                  <a:lnTo>
                    <a:pt x="2" y="3693"/>
                  </a:lnTo>
                  <a:lnTo>
                    <a:pt x="1" y="3693"/>
                  </a:lnTo>
                  <a:lnTo>
                    <a:pt x="0" y="3691"/>
                  </a:lnTo>
                  <a:lnTo>
                    <a:pt x="0" y="3690"/>
                  </a:lnTo>
                  <a:lnTo>
                    <a:pt x="0" y="3635"/>
                  </a:lnTo>
                  <a:lnTo>
                    <a:pt x="0" y="3632"/>
                  </a:lnTo>
                  <a:lnTo>
                    <a:pt x="1" y="3631"/>
                  </a:lnTo>
                  <a:lnTo>
                    <a:pt x="2" y="3630"/>
                  </a:lnTo>
                  <a:lnTo>
                    <a:pt x="4" y="3630"/>
                  </a:lnTo>
                  <a:lnTo>
                    <a:pt x="5" y="3630"/>
                  </a:lnTo>
                  <a:lnTo>
                    <a:pt x="6" y="3631"/>
                  </a:lnTo>
                  <a:lnTo>
                    <a:pt x="8" y="3632"/>
                  </a:lnTo>
                  <a:lnTo>
                    <a:pt x="8" y="3635"/>
                  </a:lnTo>
                  <a:lnTo>
                    <a:pt x="8" y="3635"/>
                  </a:lnTo>
                  <a:close/>
                  <a:moveTo>
                    <a:pt x="8" y="3730"/>
                  </a:moveTo>
                  <a:lnTo>
                    <a:pt x="8" y="3785"/>
                  </a:lnTo>
                  <a:lnTo>
                    <a:pt x="8" y="3787"/>
                  </a:lnTo>
                  <a:lnTo>
                    <a:pt x="6" y="3789"/>
                  </a:lnTo>
                  <a:lnTo>
                    <a:pt x="5" y="3790"/>
                  </a:lnTo>
                  <a:lnTo>
                    <a:pt x="4" y="3790"/>
                  </a:lnTo>
                  <a:lnTo>
                    <a:pt x="2" y="3790"/>
                  </a:lnTo>
                  <a:lnTo>
                    <a:pt x="1" y="3789"/>
                  </a:lnTo>
                  <a:lnTo>
                    <a:pt x="0" y="3787"/>
                  </a:lnTo>
                  <a:lnTo>
                    <a:pt x="0" y="3785"/>
                  </a:lnTo>
                  <a:lnTo>
                    <a:pt x="0" y="3730"/>
                  </a:lnTo>
                  <a:lnTo>
                    <a:pt x="0" y="3729"/>
                  </a:lnTo>
                  <a:lnTo>
                    <a:pt x="1" y="3727"/>
                  </a:lnTo>
                  <a:lnTo>
                    <a:pt x="2" y="3727"/>
                  </a:lnTo>
                  <a:lnTo>
                    <a:pt x="4" y="3725"/>
                  </a:lnTo>
                  <a:lnTo>
                    <a:pt x="5" y="3727"/>
                  </a:lnTo>
                  <a:lnTo>
                    <a:pt x="6" y="3727"/>
                  </a:lnTo>
                  <a:lnTo>
                    <a:pt x="8" y="3729"/>
                  </a:lnTo>
                  <a:lnTo>
                    <a:pt x="8" y="3730"/>
                  </a:lnTo>
                  <a:lnTo>
                    <a:pt x="8" y="3730"/>
                  </a:lnTo>
                  <a:close/>
                  <a:moveTo>
                    <a:pt x="8" y="3825"/>
                  </a:moveTo>
                  <a:lnTo>
                    <a:pt x="8" y="3881"/>
                  </a:lnTo>
                  <a:lnTo>
                    <a:pt x="8" y="3883"/>
                  </a:lnTo>
                  <a:lnTo>
                    <a:pt x="6" y="3884"/>
                  </a:lnTo>
                  <a:lnTo>
                    <a:pt x="5" y="3885"/>
                  </a:lnTo>
                  <a:lnTo>
                    <a:pt x="4" y="3885"/>
                  </a:lnTo>
                  <a:lnTo>
                    <a:pt x="2" y="3885"/>
                  </a:lnTo>
                  <a:lnTo>
                    <a:pt x="1" y="3884"/>
                  </a:lnTo>
                  <a:lnTo>
                    <a:pt x="0" y="3883"/>
                  </a:lnTo>
                  <a:lnTo>
                    <a:pt x="0" y="3881"/>
                  </a:lnTo>
                  <a:lnTo>
                    <a:pt x="0" y="3825"/>
                  </a:lnTo>
                  <a:lnTo>
                    <a:pt x="0" y="3824"/>
                  </a:lnTo>
                  <a:lnTo>
                    <a:pt x="1" y="3823"/>
                  </a:lnTo>
                  <a:lnTo>
                    <a:pt x="2" y="3822"/>
                  </a:lnTo>
                  <a:lnTo>
                    <a:pt x="4" y="3822"/>
                  </a:lnTo>
                  <a:lnTo>
                    <a:pt x="5" y="3822"/>
                  </a:lnTo>
                  <a:lnTo>
                    <a:pt x="6" y="3823"/>
                  </a:lnTo>
                  <a:lnTo>
                    <a:pt x="8" y="3824"/>
                  </a:lnTo>
                  <a:lnTo>
                    <a:pt x="8" y="3825"/>
                  </a:lnTo>
                  <a:lnTo>
                    <a:pt x="8" y="3825"/>
                  </a:lnTo>
                  <a:close/>
                  <a:moveTo>
                    <a:pt x="8" y="3921"/>
                  </a:moveTo>
                  <a:lnTo>
                    <a:pt x="8" y="3977"/>
                  </a:lnTo>
                  <a:lnTo>
                    <a:pt x="8" y="3978"/>
                  </a:lnTo>
                  <a:lnTo>
                    <a:pt x="6" y="3979"/>
                  </a:lnTo>
                  <a:lnTo>
                    <a:pt x="5" y="3980"/>
                  </a:lnTo>
                  <a:lnTo>
                    <a:pt x="4" y="3981"/>
                  </a:lnTo>
                  <a:lnTo>
                    <a:pt x="2" y="3980"/>
                  </a:lnTo>
                  <a:lnTo>
                    <a:pt x="1" y="3979"/>
                  </a:lnTo>
                  <a:lnTo>
                    <a:pt x="0" y="3978"/>
                  </a:lnTo>
                  <a:lnTo>
                    <a:pt x="0" y="3977"/>
                  </a:lnTo>
                  <a:lnTo>
                    <a:pt x="0" y="3921"/>
                  </a:lnTo>
                  <a:lnTo>
                    <a:pt x="0" y="3919"/>
                  </a:lnTo>
                  <a:lnTo>
                    <a:pt x="1" y="3918"/>
                  </a:lnTo>
                  <a:lnTo>
                    <a:pt x="2" y="3917"/>
                  </a:lnTo>
                  <a:lnTo>
                    <a:pt x="4" y="3917"/>
                  </a:lnTo>
                  <a:lnTo>
                    <a:pt x="5" y="3917"/>
                  </a:lnTo>
                  <a:lnTo>
                    <a:pt x="6" y="3918"/>
                  </a:lnTo>
                  <a:lnTo>
                    <a:pt x="8" y="3919"/>
                  </a:lnTo>
                  <a:lnTo>
                    <a:pt x="8" y="3921"/>
                  </a:lnTo>
                  <a:lnTo>
                    <a:pt x="8" y="3921"/>
                  </a:lnTo>
                  <a:close/>
                  <a:moveTo>
                    <a:pt x="8" y="4016"/>
                  </a:moveTo>
                  <a:lnTo>
                    <a:pt x="8" y="4072"/>
                  </a:lnTo>
                  <a:lnTo>
                    <a:pt x="8" y="4074"/>
                  </a:lnTo>
                  <a:lnTo>
                    <a:pt x="6" y="4075"/>
                  </a:lnTo>
                  <a:lnTo>
                    <a:pt x="5" y="4076"/>
                  </a:lnTo>
                  <a:lnTo>
                    <a:pt x="4" y="4076"/>
                  </a:lnTo>
                  <a:lnTo>
                    <a:pt x="2" y="4076"/>
                  </a:lnTo>
                  <a:lnTo>
                    <a:pt x="1" y="4075"/>
                  </a:lnTo>
                  <a:lnTo>
                    <a:pt x="0" y="4074"/>
                  </a:lnTo>
                  <a:lnTo>
                    <a:pt x="0" y="4072"/>
                  </a:lnTo>
                  <a:lnTo>
                    <a:pt x="0" y="4016"/>
                  </a:lnTo>
                  <a:lnTo>
                    <a:pt x="0" y="4014"/>
                  </a:lnTo>
                  <a:lnTo>
                    <a:pt x="1" y="4013"/>
                  </a:lnTo>
                  <a:lnTo>
                    <a:pt x="2" y="4013"/>
                  </a:lnTo>
                  <a:lnTo>
                    <a:pt x="4" y="4012"/>
                  </a:lnTo>
                  <a:lnTo>
                    <a:pt x="5" y="4013"/>
                  </a:lnTo>
                  <a:lnTo>
                    <a:pt x="6" y="4013"/>
                  </a:lnTo>
                  <a:lnTo>
                    <a:pt x="8" y="4014"/>
                  </a:lnTo>
                  <a:lnTo>
                    <a:pt x="8" y="4016"/>
                  </a:lnTo>
                  <a:lnTo>
                    <a:pt x="8" y="4016"/>
                  </a:lnTo>
                  <a:close/>
                  <a:moveTo>
                    <a:pt x="8" y="4112"/>
                  </a:moveTo>
                  <a:lnTo>
                    <a:pt x="8" y="4168"/>
                  </a:lnTo>
                  <a:lnTo>
                    <a:pt x="8" y="4169"/>
                  </a:lnTo>
                  <a:lnTo>
                    <a:pt x="6" y="4170"/>
                  </a:lnTo>
                  <a:lnTo>
                    <a:pt x="5" y="4171"/>
                  </a:lnTo>
                  <a:lnTo>
                    <a:pt x="4" y="4171"/>
                  </a:lnTo>
                  <a:lnTo>
                    <a:pt x="2" y="4171"/>
                  </a:lnTo>
                  <a:lnTo>
                    <a:pt x="1" y="4170"/>
                  </a:lnTo>
                  <a:lnTo>
                    <a:pt x="0" y="4169"/>
                  </a:lnTo>
                  <a:lnTo>
                    <a:pt x="0" y="4168"/>
                  </a:lnTo>
                  <a:lnTo>
                    <a:pt x="0" y="4112"/>
                  </a:lnTo>
                  <a:lnTo>
                    <a:pt x="0" y="4111"/>
                  </a:lnTo>
                  <a:lnTo>
                    <a:pt x="1" y="4109"/>
                  </a:lnTo>
                  <a:lnTo>
                    <a:pt x="2" y="4108"/>
                  </a:lnTo>
                  <a:lnTo>
                    <a:pt x="4" y="4108"/>
                  </a:lnTo>
                  <a:lnTo>
                    <a:pt x="5" y="4108"/>
                  </a:lnTo>
                  <a:lnTo>
                    <a:pt x="6" y="4109"/>
                  </a:lnTo>
                  <a:lnTo>
                    <a:pt x="8" y="4111"/>
                  </a:lnTo>
                  <a:lnTo>
                    <a:pt x="8" y="4112"/>
                  </a:lnTo>
                  <a:lnTo>
                    <a:pt x="8" y="4112"/>
                  </a:lnTo>
                  <a:close/>
                  <a:moveTo>
                    <a:pt x="8" y="4208"/>
                  </a:moveTo>
                  <a:lnTo>
                    <a:pt x="8" y="4261"/>
                  </a:lnTo>
                  <a:lnTo>
                    <a:pt x="8" y="4262"/>
                  </a:lnTo>
                  <a:lnTo>
                    <a:pt x="6" y="4264"/>
                  </a:lnTo>
                  <a:lnTo>
                    <a:pt x="5" y="4264"/>
                  </a:lnTo>
                  <a:lnTo>
                    <a:pt x="4" y="4265"/>
                  </a:lnTo>
                  <a:lnTo>
                    <a:pt x="2" y="4264"/>
                  </a:lnTo>
                  <a:lnTo>
                    <a:pt x="1" y="4264"/>
                  </a:lnTo>
                  <a:lnTo>
                    <a:pt x="0" y="4262"/>
                  </a:lnTo>
                  <a:lnTo>
                    <a:pt x="0" y="4261"/>
                  </a:lnTo>
                  <a:lnTo>
                    <a:pt x="0" y="4208"/>
                  </a:lnTo>
                  <a:lnTo>
                    <a:pt x="0" y="4206"/>
                  </a:lnTo>
                  <a:lnTo>
                    <a:pt x="1" y="4205"/>
                  </a:lnTo>
                  <a:lnTo>
                    <a:pt x="2" y="4204"/>
                  </a:lnTo>
                  <a:lnTo>
                    <a:pt x="4" y="4204"/>
                  </a:lnTo>
                  <a:lnTo>
                    <a:pt x="5" y="4204"/>
                  </a:lnTo>
                  <a:lnTo>
                    <a:pt x="6" y="4205"/>
                  </a:lnTo>
                  <a:lnTo>
                    <a:pt x="8" y="4206"/>
                  </a:lnTo>
                  <a:lnTo>
                    <a:pt x="8" y="4208"/>
                  </a:lnTo>
                  <a:lnTo>
                    <a:pt x="8" y="420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3951" y="1218"/>
              <a:ext cx="5" cy="2132"/>
            </a:xfrm>
            <a:custGeom>
              <a:avLst/>
              <a:gdLst>
                <a:gd name="T0" fmla="*/ 4 w 9"/>
                <a:gd name="T1" fmla="*/ 0 h 4265"/>
                <a:gd name="T2" fmla="*/ 0 w 9"/>
                <a:gd name="T3" fmla="*/ 155 h 4265"/>
                <a:gd name="T4" fmla="*/ 5 w 9"/>
                <a:gd name="T5" fmla="*/ 255 h 4265"/>
                <a:gd name="T6" fmla="*/ 9 w 9"/>
                <a:gd name="T7" fmla="*/ 195 h 4265"/>
                <a:gd name="T8" fmla="*/ 4 w 9"/>
                <a:gd name="T9" fmla="*/ 287 h 4265"/>
                <a:gd name="T10" fmla="*/ 0 w 9"/>
                <a:gd name="T11" fmla="*/ 442 h 4265"/>
                <a:gd name="T12" fmla="*/ 5 w 9"/>
                <a:gd name="T13" fmla="*/ 541 h 4265"/>
                <a:gd name="T14" fmla="*/ 9 w 9"/>
                <a:gd name="T15" fmla="*/ 482 h 4265"/>
                <a:gd name="T16" fmla="*/ 4 w 9"/>
                <a:gd name="T17" fmla="*/ 574 h 4265"/>
                <a:gd name="T18" fmla="*/ 0 w 9"/>
                <a:gd name="T19" fmla="*/ 728 h 4265"/>
                <a:gd name="T20" fmla="*/ 5 w 9"/>
                <a:gd name="T21" fmla="*/ 828 h 4265"/>
                <a:gd name="T22" fmla="*/ 9 w 9"/>
                <a:gd name="T23" fmla="*/ 768 h 4265"/>
                <a:gd name="T24" fmla="*/ 4 w 9"/>
                <a:gd name="T25" fmla="*/ 860 h 4265"/>
                <a:gd name="T26" fmla="*/ 0 w 9"/>
                <a:gd name="T27" fmla="*/ 1015 h 4265"/>
                <a:gd name="T28" fmla="*/ 5 w 9"/>
                <a:gd name="T29" fmla="*/ 1115 h 4265"/>
                <a:gd name="T30" fmla="*/ 9 w 9"/>
                <a:gd name="T31" fmla="*/ 1055 h 4265"/>
                <a:gd name="T32" fmla="*/ 4 w 9"/>
                <a:gd name="T33" fmla="*/ 1147 h 4265"/>
                <a:gd name="T34" fmla="*/ 0 w 9"/>
                <a:gd name="T35" fmla="*/ 1302 h 4265"/>
                <a:gd name="T36" fmla="*/ 5 w 9"/>
                <a:gd name="T37" fmla="*/ 1401 h 4265"/>
                <a:gd name="T38" fmla="*/ 9 w 9"/>
                <a:gd name="T39" fmla="*/ 1342 h 4265"/>
                <a:gd name="T40" fmla="*/ 4 w 9"/>
                <a:gd name="T41" fmla="*/ 1433 h 4265"/>
                <a:gd name="T42" fmla="*/ 0 w 9"/>
                <a:gd name="T43" fmla="*/ 1588 h 4265"/>
                <a:gd name="T44" fmla="*/ 5 w 9"/>
                <a:gd name="T45" fmla="*/ 1688 h 4265"/>
                <a:gd name="T46" fmla="*/ 9 w 9"/>
                <a:gd name="T47" fmla="*/ 1628 h 4265"/>
                <a:gd name="T48" fmla="*/ 4 w 9"/>
                <a:gd name="T49" fmla="*/ 1720 h 4265"/>
                <a:gd name="T50" fmla="*/ 0 w 9"/>
                <a:gd name="T51" fmla="*/ 1875 h 4265"/>
                <a:gd name="T52" fmla="*/ 5 w 9"/>
                <a:gd name="T53" fmla="*/ 1975 h 4265"/>
                <a:gd name="T54" fmla="*/ 9 w 9"/>
                <a:gd name="T55" fmla="*/ 1915 h 4265"/>
                <a:gd name="T56" fmla="*/ 4 w 9"/>
                <a:gd name="T57" fmla="*/ 2007 h 4265"/>
                <a:gd name="T58" fmla="*/ 0 w 9"/>
                <a:gd name="T59" fmla="*/ 2162 h 4265"/>
                <a:gd name="T60" fmla="*/ 5 w 9"/>
                <a:gd name="T61" fmla="*/ 2261 h 4265"/>
                <a:gd name="T62" fmla="*/ 9 w 9"/>
                <a:gd name="T63" fmla="*/ 2201 h 4265"/>
                <a:gd name="T64" fmla="*/ 4 w 9"/>
                <a:gd name="T65" fmla="*/ 2293 h 4265"/>
                <a:gd name="T66" fmla="*/ 0 w 9"/>
                <a:gd name="T67" fmla="*/ 2448 h 4265"/>
                <a:gd name="T68" fmla="*/ 5 w 9"/>
                <a:gd name="T69" fmla="*/ 2548 h 4265"/>
                <a:gd name="T70" fmla="*/ 9 w 9"/>
                <a:gd name="T71" fmla="*/ 2488 h 4265"/>
                <a:gd name="T72" fmla="*/ 4 w 9"/>
                <a:gd name="T73" fmla="*/ 2580 h 4265"/>
                <a:gd name="T74" fmla="*/ 0 w 9"/>
                <a:gd name="T75" fmla="*/ 2735 h 4265"/>
                <a:gd name="T76" fmla="*/ 5 w 9"/>
                <a:gd name="T77" fmla="*/ 2833 h 4265"/>
                <a:gd name="T78" fmla="*/ 9 w 9"/>
                <a:gd name="T79" fmla="*/ 2775 h 4265"/>
                <a:gd name="T80" fmla="*/ 4 w 9"/>
                <a:gd name="T81" fmla="*/ 2867 h 4265"/>
                <a:gd name="T82" fmla="*/ 0 w 9"/>
                <a:gd name="T83" fmla="*/ 3022 h 4265"/>
                <a:gd name="T84" fmla="*/ 5 w 9"/>
                <a:gd name="T85" fmla="*/ 3120 h 4265"/>
                <a:gd name="T86" fmla="*/ 9 w 9"/>
                <a:gd name="T87" fmla="*/ 3061 h 4265"/>
                <a:gd name="T88" fmla="*/ 4 w 9"/>
                <a:gd name="T89" fmla="*/ 3153 h 4265"/>
                <a:gd name="T90" fmla="*/ 0 w 9"/>
                <a:gd name="T91" fmla="*/ 3308 h 4265"/>
                <a:gd name="T92" fmla="*/ 5 w 9"/>
                <a:gd name="T93" fmla="*/ 3407 h 4265"/>
                <a:gd name="T94" fmla="*/ 9 w 9"/>
                <a:gd name="T95" fmla="*/ 3348 h 4265"/>
                <a:gd name="T96" fmla="*/ 4 w 9"/>
                <a:gd name="T97" fmla="*/ 3439 h 4265"/>
                <a:gd name="T98" fmla="*/ 0 w 9"/>
                <a:gd name="T99" fmla="*/ 3595 h 4265"/>
                <a:gd name="T100" fmla="*/ 5 w 9"/>
                <a:gd name="T101" fmla="*/ 3693 h 4265"/>
                <a:gd name="T102" fmla="*/ 9 w 9"/>
                <a:gd name="T103" fmla="*/ 3635 h 4265"/>
                <a:gd name="T104" fmla="*/ 4 w 9"/>
                <a:gd name="T105" fmla="*/ 3725 h 4265"/>
                <a:gd name="T106" fmla="*/ 0 w 9"/>
                <a:gd name="T107" fmla="*/ 3881 h 4265"/>
                <a:gd name="T108" fmla="*/ 5 w 9"/>
                <a:gd name="T109" fmla="*/ 3980 h 4265"/>
                <a:gd name="T110" fmla="*/ 9 w 9"/>
                <a:gd name="T111" fmla="*/ 3921 h 4265"/>
                <a:gd name="T112" fmla="*/ 4 w 9"/>
                <a:gd name="T113" fmla="*/ 4012 h 4265"/>
                <a:gd name="T114" fmla="*/ 0 w 9"/>
                <a:gd name="T115" fmla="*/ 4168 h 4265"/>
                <a:gd name="T116" fmla="*/ 5 w 9"/>
                <a:gd name="T117" fmla="*/ 4264 h 4265"/>
                <a:gd name="T118" fmla="*/ 9 w 9"/>
                <a:gd name="T119" fmla="*/ 4208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" h="4265">
                  <a:moveTo>
                    <a:pt x="9" y="5"/>
                  </a:moveTo>
                  <a:lnTo>
                    <a:pt x="9" y="60"/>
                  </a:lnTo>
                  <a:lnTo>
                    <a:pt x="7" y="61"/>
                  </a:lnTo>
                  <a:lnTo>
                    <a:pt x="6" y="63"/>
                  </a:lnTo>
                  <a:lnTo>
                    <a:pt x="5" y="63"/>
                  </a:lnTo>
                  <a:lnTo>
                    <a:pt x="4" y="64"/>
                  </a:lnTo>
                  <a:lnTo>
                    <a:pt x="2" y="63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0" y="60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2"/>
                  </a:lnTo>
                  <a:lnTo>
                    <a:pt x="9" y="5"/>
                  </a:lnTo>
                  <a:lnTo>
                    <a:pt x="9" y="5"/>
                  </a:lnTo>
                  <a:close/>
                  <a:moveTo>
                    <a:pt x="9" y="100"/>
                  </a:moveTo>
                  <a:lnTo>
                    <a:pt x="9" y="155"/>
                  </a:lnTo>
                  <a:lnTo>
                    <a:pt x="7" y="157"/>
                  </a:lnTo>
                  <a:lnTo>
                    <a:pt x="6" y="159"/>
                  </a:lnTo>
                  <a:lnTo>
                    <a:pt x="5" y="160"/>
                  </a:lnTo>
                  <a:lnTo>
                    <a:pt x="4" y="160"/>
                  </a:lnTo>
                  <a:lnTo>
                    <a:pt x="2" y="160"/>
                  </a:lnTo>
                  <a:lnTo>
                    <a:pt x="1" y="159"/>
                  </a:lnTo>
                  <a:lnTo>
                    <a:pt x="1" y="157"/>
                  </a:lnTo>
                  <a:lnTo>
                    <a:pt x="0" y="155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1" y="97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5" y="97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0"/>
                  </a:lnTo>
                  <a:lnTo>
                    <a:pt x="9" y="100"/>
                  </a:lnTo>
                  <a:close/>
                  <a:moveTo>
                    <a:pt x="9" y="195"/>
                  </a:moveTo>
                  <a:lnTo>
                    <a:pt x="9" y="251"/>
                  </a:lnTo>
                  <a:lnTo>
                    <a:pt x="7" y="253"/>
                  </a:lnTo>
                  <a:lnTo>
                    <a:pt x="6" y="254"/>
                  </a:lnTo>
                  <a:lnTo>
                    <a:pt x="5" y="255"/>
                  </a:lnTo>
                  <a:lnTo>
                    <a:pt x="4" y="255"/>
                  </a:lnTo>
                  <a:lnTo>
                    <a:pt x="2" y="255"/>
                  </a:lnTo>
                  <a:lnTo>
                    <a:pt x="1" y="254"/>
                  </a:lnTo>
                  <a:lnTo>
                    <a:pt x="1" y="253"/>
                  </a:lnTo>
                  <a:lnTo>
                    <a:pt x="0" y="251"/>
                  </a:lnTo>
                  <a:lnTo>
                    <a:pt x="0" y="195"/>
                  </a:lnTo>
                  <a:lnTo>
                    <a:pt x="1" y="194"/>
                  </a:lnTo>
                  <a:lnTo>
                    <a:pt x="1" y="193"/>
                  </a:lnTo>
                  <a:lnTo>
                    <a:pt x="2" y="192"/>
                  </a:lnTo>
                  <a:lnTo>
                    <a:pt x="4" y="192"/>
                  </a:lnTo>
                  <a:lnTo>
                    <a:pt x="5" y="192"/>
                  </a:lnTo>
                  <a:lnTo>
                    <a:pt x="6" y="193"/>
                  </a:lnTo>
                  <a:lnTo>
                    <a:pt x="7" y="194"/>
                  </a:lnTo>
                  <a:lnTo>
                    <a:pt x="9" y="195"/>
                  </a:lnTo>
                  <a:lnTo>
                    <a:pt x="9" y="195"/>
                  </a:lnTo>
                  <a:close/>
                  <a:moveTo>
                    <a:pt x="9" y="291"/>
                  </a:moveTo>
                  <a:lnTo>
                    <a:pt x="9" y="347"/>
                  </a:lnTo>
                  <a:lnTo>
                    <a:pt x="7" y="348"/>
                  </a:lnTo>
                  <a:lnTo>
                    <a:pt x="6" y="350"/>
                  </a:lnTo>
                  <a:lnTo>
                    <a:pt x="5" y="350"/>
                  </a:lnTo>
                  <a:lnTo>
                    <a:pt x="4" y="351"/>
                  </a:lnTo>
                  <a:lnTo>
                    <a:pt x="2" y="350"/>
                  </a:lnTo>
                  <a:lnTo>
                    <a:pt x="1" y="350"/>
                  </a:lnTo>
                  <a:lnTo>
                    <a:pt x="1" y="348"/>
                  </a:lnTo>
                  <a:lnTo>
                    <a:pt x="0" y="347"/>
                  </a:lnTo>
                  <a:lnTo>
                    <a:pt x="0" y="291"/>
                  </a:lnTo>
                  <a:lnTo>
                    <a:pt x="1" y="289"/>
                  </a:lnTo>
                  <a:lnTo>
                    <a:pt x="1" y="288"/>
                  </a:lnTo>
                  <a:lnTo>
                    <a:pt x="2" y="287"/>
                  </a:lnTo>
                  <a:lnTo>
                    <a:pt x="4" y="287"/>
                  </a:lnTo>
                  <a:lnTo>
                    <a:pt x="5" y="287"/>
                  </a:lnTo>
                  <a:lnTo>
                    <a:pt x="6" y="288"/>
                  </a:lnTo>
                  <a:lnTo>
                    <a:pt x="7" y="289"/>
                  </a:lnTo>
                  <a:lnTo>
                    <a:pt x="9" y="291"/>
                  </a:lnTo>
                  <a:lnTo>
                    <a:pt x="9" y="291"/>
                  </a:lnTo>
                  <a:close/>
                  <a:moveTo>
                    <a:pt x="9" y="387"/>
                  </a:moveTo>
                  <a:lnTo>
                    <a:pt x="9" y="442"/>
                  </a:lnTo>
                  <a:lnTo>
                    <a:pt x="7" y="444"/>
                  </a:lnTo>
                  <a:lnTo>
                    <a:pt x="6" y="445"/>
                  </a:lnTo>
                  <a:lnTo>
                    <a:pt x="5" y="446"/>
                  </a:lnTo>
                  <a:lnTo>
                    <a:pt x="4" y="446"/>
                  </a:lnTo>
                  <a:lnTo>
                    <a:pt x="2" y="446"/>
                  </a:lnTo>
                  <a:lnTo>
                    <a:pt x="1" y="445"/>
                  </a:lnTo>
                  <a:lnTo>
                    <a:pt x="1" y="444"/>
                  </a:lnTo>
                  <a:lnTo>
                    <a:pt x="0" y="442"/>
                  </a:lnTo>
                  <a:lnTo>
                    <a:pt x="0" y="387"/>
                  </a:lnTo>
                  <a:lnTo>
                    <a:pt x="1" y="385"/>
                  </a:lnTo>
                  <a:lnTo>
                    <a:pt x="1" y="383"/>
                  </a:lnTo>
                  <a:lnTo>
                    <a:pt x="2" y="383"/>
                  </a:lnTo>
                  <a:lnTo>
                    <a:pt x="4" y="382"/>
                  </a:lnTo>
                  <a:lnTo>
                    <a:pt x="5" y="383"/>
                  </a:lnTo>
                  <a:lnTo>
                    <a:pt x="6" y="383"/>
                  </a:lnTo>
                  <a:lnTo>
                    <a:pt x="7" y="385"/>
                  </a:lnTo>
                  <a:lnTo>
                    <a:pt x="9" y="387"/>
                  </a:lnTo>
                  <a:lnTo>
                    <a:pt x="9" y="387"/>
                  </a:lnTo>
                  <a:close/>
                  <a:moveTo>
                    <a:pt x="9" y="482"/>
                  </a:moveTo>
                  <a:lnTo>
                    <a:pt x="9" y="538"/>
                  </a:lnTo>
                  <a:lnTo>
                    <a:pt x="7" y="539"/>
                  </a:lnTo>
                  <a:lnTo>
                    <a:pt x="6" y="540"/>
                  </a:lnTo>
                  <a:lnTo>
                    <a:pt x="5" y="541"/>
                  </a:lnTo>
                  <a:lnTo>
                    <a:pt x="4" y="541"/>
                  </a:lnTo>
                  <a:lnTo>
                    <a:pt x="2" y="541"/>
                  </a:lnTo>
                  <a:lnTo>
                    <a:pt x="1" y="540"/>
                  </a:lnTo>
                  <a:lnTo>
                    <a:pt x="1" y="539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1" y="481"/>
                  </a:lnTo>
                  <a:lnTo>
                    <a:pt x="1" y="479"/>
                  </a:lnTo>
                  <a:lnTo>
                    <a:pt x="2" y="478"/>
                  </a:lnTo>
                  <a:lnTo>
                    <a:pt x="4" y="478"/>
                  </a:lnTo>
                  <a:lnTo>
                    <a:pt x="5" y="478"/>
                  </a:lnTo>
                  <a:lnTo>
                    <a:pt x="6" y="479"/>
                  </a:lnTo>
                  <a:lnTo>
                    <a:pt x="7" y="481"/>
                  </a:lnTo>
                  <a:lnTo>
                    <a:pt x="9" y="482"/>
                  </a:lnTo>
                  <a:lnTo>
                    <a:pt x="9" y="482"/>
                  </a:lnTo>
                  <a:close/>
                  <a:moveTo>
                    <a:pt x="9" y="578"/>
                  </a:moveTo>
                  <a:lnTo>
                    <a:pt x="9" y="633"/>
                  </a:lnTo>
                  <a:lnTo>
                    <a:pt x="7" y="634"/>
                  </a:lnTo>
                  <a:lnTo>
                    <a:pt x="6" y="636"/>
                  </a:lnTo>
                  <a:lnTo>
                    <a:pt x="5" y="637"/>
                  </a:lnTo>
                  <a:lnTo>
                    <a:pt x="4" y="638"/>
                  </a:lnTo>
                  <a:lnTo>
                    <a:pt x="2" y="637"/>
                  </a:lnTo>
                  <a:lnTo>
                    <a:pt x="1" y="636"/>
                  </a:lnTo>
                  <a:lnTo>
                    <a:pt x="1" y="634"/>
                  </a:lnTo>
                  <a:lnTo>
                    <a:pt x="0" y="633"/>
                  </a:lnTo>
                  <a:lnTo>
                    <a:pt x="0" y="578"/>
                  </a:lnTo>
                  <a:lnTo>
                    <a:pt x="1" y="576"/>
                  </a:lnTo>
                  <a:lnTo>
                    <a:pt x="1" y="575"/>
                  </a:lnTo>
                  <a:lnTo>
                    <a:pt x="2" y="574"/>
                  </a:lnTo>
                  <a:lnTo>
                    <a:pt x="4" y="574"/>
                  </a:lnTo>
                  <a:lnTo>
                    <a:pt x="5" y="574"/>
                  </a:lnTo>
                  <a:lnTo>
                    <a:pt x="6" y="575"/>
                  </a:lnTo>
                  <a:lnTo>
                    <a:pt x="7" y="576"/>
                  </a:lnTo>
                  <a:lnTo>
                    <a:pt x="9" y="578"/>
                  </a:lnTo>
                  <a:lnTo>
                    <a:pt x="9" y="578"/>
                  </a:lnTo>
                  <a:close/>
                  <a:moveTo>
                    <a:pt x="9" y="673"/>
                  </a:moveTo>
                  <a:lnTo>
                    <a:pt x="9" y="728"/>
                  </a:lnTo>
                  <a:lnTo>
                    <a:pt x="7" y="731"/>
                  </a:lnTo>
                  <a:lnTo>
                    <a:pt x="6" y="732"/>
                  </a:lnTo>
                  <a:lnTo>
                    <a:pt x="5" y="733"/>
                  </a:lnTo>
                  <a:lnTo>
                    <a:pt x="4" y="733"/>
                  </a:lnTo>
                  <a:lnTo>
                    <a:pt x="2" y="733"/>
                  </a:lnTo>
                  <a:lnTo>
                    <a:pt x="1" y="732"/>
                  </a:lnTo>
                  <a:lnTo>
                    <a:pt x="1" y="731"/>
                  </a:lnTo>
                  <a:lnTo>
                    <a:pt x="0" y="728"/>
                  </a:lnTo>
                  <a:lnTo>
                    <a:pt x="0" y="673"/>
                  </a:lnTo>
                  <a:lnTo>
                    <a:pt x="1" y="671"/>
                  </a:lnTo>
                  <a:lnTo>
                    <a:pt x="1" y="670"/>
                  </a:lnTo>
                  <a:lnTo>
                    <a:pt x="2" y="670"/>
                  </a:lnTo>
                  <a:lnTo>
                    <a:pt x="4" y="669"/>
                  </a:lnTo>
                  <a:lnTo>
                    <a:pt x="5" y="670"/>
                  </a:lnTo>
                  <a:lnTo>
                    <a:pt x="6" y="670"/>
                  </a:lnTo>
                  <a:lnTo>
                    <a:pt x="7" y="671"/>
                  </a:lnTo>
                  <a:lnTo>
                    <a:pt x="9" y="673"/>
                  </a:lnTo>
                  <a:lnTo>
                    <a:pt x="9" y="673"/>
                  </a:lnTo>
                  <a:close/>
                  <a:moveTo>
                    <a:pt x="9" y="768"/>
                  </a:moveTo>
                  <a:lnTo>
                    <a:pt x="9" y="825"/>
                  </a:lnTo>
                  <a:lnTo>
                    <a:pt x="7" y="826"/>
                  </a:lnTo>
                  <a:lnTo>
                    <a:pt x="6" y="827"/>
                  </a:lnTo>
                  <a:lnTo>
                    <a:pt x="5" y="828"/>
                  </a:lnTo>
                  <a:lnTo>
                    <a:pt x="4" y="828"/>
                  </a:lnTo>
                  <a:lnTo>
                    <a:pt x="2" y="828"/>
                  </a:lnTo>
                  <a:lnTo>
                    <a:pt x="1" y="827"/>
                  </a:lnTo>
                  <a:lnTo>
                    <a:pt x="1" y="826"/>
                  </a:lnTo>
                  <a:lnTo>
                    <a:pt x="0" y="825"/>
                  </a:lnTo>
                  <a:lnTo>
                    <a:pt x="0" y="768"/>
                  </a:lnTo>
                  <a:lnTo>
                    <a:pt x="1" y="767"/>
                  </a:lnTo>
                  <a:lnTo>
                    <a:pt x="1" y="766"/>
                  </a:lnTo>
                  <a:lnTo>
                    <a:pt x="2" y="765"/>
                  </a:lnTo>
                  <a:lnTo>
                    <a:pt x="4" y="765"/>
                  </a:lnTo>
                  <a:lnTo>
                    <a:pt x="5" y="765"/>
                  </a:lnTo>
                  <a:lnTo>
                    <a:pt x="6" y="766"/>
                  </a:lnTo>
                  <a:lnTo>
                    <a:pt x="7" y="767"/>
                  </a:lnTo>
                  <a:lnTo>
                    <a:pt x="9" y="768"/>
                  </a:lnTo>
                  <a:lnTo>
                    <a:pt x="9" y="768"/>
                  </a:lnTo>
                  <a:close/>
                  <a:moveTo>
                    <a:pt x="9" y="865"/>
                  </a:moveTo>
                  <a:lnTo>
                    <a:pt x="9" y="920"/>
                  </a:lnTo>
                  <a:lnTo>
                    <a:pt x="7" y="921"/>
                  </a:lnTo>
                  <a:lnTo>
                    <a:pt x="6" y="922"/>
                  </a:lnTo>
                  <a:lnTo>
                    <a:pt x="5" y="923"/>
                  </a:lnTo>
                  <a:lnTo>
                    <a:pt x="4" y="924"/>
                  </a:lnTo>
                  <a:lnTo>
                    <a:pt x="2" y="923"/>
                  </a:lnTo>
                  <a:lnTo>
                    <a:pt x="1" y="922"/>
                  </a:lnTo>
                  <a:lnTo>
                    <a:pt x="1" y="921"/>
                  </a:lnTo>
                  <a:lnTo>
                    <a:pt x="0" y="920"/>
                  </a:lnTo>
                  <a:lnTo>
                    <a:pt x="0" y="865"/>
                  </a:lnTo>
                  <a:lnTo>
                    <a:pt x="1" y="862"/>
                  </a:lnTo>
                  <a:lnTo>
                    <a:pt x="1" y="861"/>
                  </a:lnTo>
                  <a:lnTo>
                    <a:pt x="2" y="860"/>
                  </a:lnTo>
                  <a:lnTo>
                    <a:pt x="4" y="860"/>
                  </a:lnTo>
                  <a:lnTo>
                    <a:pt x="5" y="860"/>
                  </a:lnTo>
                  <a:lnTo>
                    <a:pt x="6" y="861"/>
                  </a:lnTo>
                  <a:lnTo>
                    <a:pt x="7" y="862"/>
                  </a:lnTo>
                  <a:lnTo>
                    <a:pt x="9" y="865"/>
                  </a:lnTo>
                  <a:lnTo>
                    <a:pt x="9" y="865"/>
                  </a:lnTo>
                  <a:close/>
                  <a:moveTo>
                    <a:pt x="9" y="960"/>
                  </a:moveTo>
                  <a:lnTo>
                    <a:pt x="9" y="1015"/>
                  </a:lnTo>
                  <a:lnTo>
                    <a:pt x="7" y="1016"/>
                  </a:lnTo>
                  <a:lnTo>
                    <a:pt x="6" y="1018"/>
                  </a:lnTo>
                  <a:lnTo>
                    <a:pt x="5" y="1018"/>
                  </a:lnTo>
                  <a:lnTo>
                    <a:pt x="4" y="1020"/>
                  </a:lnTo>
                  <a:lnTo>
                    <a:pt x="2" y="1018"/>
                  </a:lnTo>
                  <a:lnTo>
                    <a:pt x="1" y="1018"/>
                  </a:lnTo>
                  <a:lnTo>
                    <a:pt x="1" y="1016"/>
                  </a:lnTo>
                  <a:lnTo>
                    <a:pt x="0" y="1015"/>
                  </a:lnTo>
                  <a:lnTo>
                    <a:pt x="0" y="960"/>
                  </a:lnTo>
                  <a:lnTo>
                    <a:pt x="1" y="958"/>
                  </a:lnTo>
                  <a:lnTo>
                    <a:pt x="1" y="956"/>
                  </a:lnTo>
                  <a:lnTo>
                    <a:pt x="2" y="956"/>
                  </a:lnTo>
                  <a:lnTo>
                    <a:pt x="4" y="955"/>
                  </a:lnTo>
                  <a:lnTo>
                    <a:pt x="5" y="956"/>
                  </a:lnTo>
                  <a:lnTo>
                    <a:pt x="6" y="956"/>
                  </a:lnTo>
                  <a:lnTo>
                    <a:pt x="7" y="958"/>
                  </a:lnTo>
                  <a:lnTo>
                    <a:pt x="9" y="960"/>
                  </a:lnTo>
                  <a:lnTo>
                    <a:pt x="9" y="960"/>
                  </a:lnTo>
                  <a:close/>
                  <a:moveTo>
                    <a:pt x="9" y="1055"/>
                  </a:moveTo>
                  <a:lnTo>
                    <a:pt x="9" y="1111"/>
                  </a:lnTo>
                  <a:lnTo>
                    <a:pt x="7" y="1113"/>
                  </a:lnTo>
                  <a:lnTo>
                    <a:pt x="6" y="1114"/>
                  </a:lnTo>
                  <a:lnTo>
                    <a:pt x="5" y="1115"/>
                  </a:lnTo>
                  <a:lnTo>
                    <a:pt x="4" y="1115"/>
                  </a:lnTo>
                  <a:lnTo>
                    <a:pt x="2" y="1115"/>
                  </a:lnTo>
                  <a:lnTo>
                    <a:pt x="1" y="1114"/>
                  </a:lnTo>
                  <a:lnTo>
                    <a:pt x="1" y="1113"/>
                  </a:lnTo>
                  <a:lnTo>
                    <a:pt x="0" y="1111"/>
                  </a:lnTo>
                  <a:lnTo>
                    <a:pt x="0" y="1055"/>
                  </a:lnTo>
                  <a:lnTo>
                    <a:pt x="1" y="1054"/>
                  </a:lnTo>
                  <a:lnTo>
                    <a:pt x="1" y="1053"/>
                  </a:lnTo>
                  <a:lnTo>
                    <a:pt x="2" y="1052"/>
                  </a:lnTo>
                  <a:lnTo>
                    <a:pt x="4" y="1052"/>
                  </a:lnTo>
                  <a:lnTo>
                    <a:pt x="5" y="1052"/>
                  </a:lnTo>
                  <a:lnTo>
                    <a:pt x="6" y="1053"/>
                  </a:lnTo>
                  <a:lnTo>
                    <a:pt x="7" y="1054"/>
                  </a:lnTo>
                  <a:lnTo>
                    <a:pt x="9" y="1055"/>
                  </a:lnTo>
                  <a:lnTo>
                    <a:pt x="9" y="1055"/>
                  </a:lnTo>
                  <a:close/>
                  <a:moveTo>
                    <a:pt x="9" y="1151"/>
                  </a:moveTo>
                  <a:lnTo>
                    <a:pt x="9" y="1207"/>
                  </a:lnTo>
                  <a:lnTo>
                    <a:pt x="7" y="1208"/>
                  </a:lnTo>
                  <a:lnTo>
                    <a:pt x="6" y="1209"/>
                  </a:lnTo>
                  <a:lnTo>
                    <a:pt x="5" y="1210"/>
                  </a:lnTo>
                  <a:lnTo>
                    <a:pt x="4" y="1210"/>
                  </a:lnTo>
                  <a:lnTo>
                    <a:pt x="2" y="1210"/>
                  </a:lnTo>
                  <a:lnTo>
                    <a:pt x="1" y="1209"/>
                  </a:lnTo>
                  <a:lnTo>
                    <a:pt x="1" y="1208"/>
                  </a:lnTo>
                  <a:lnTo>
                    <a:pt x="0" y="1207"/>
                  </a:lnTo>
                  <a:lnTo>
                    <a:pt x="0" y="1151"/>
                  </a:lnTo>
                  <a:lnTo>
                    <a:pt x="1" y="1149"/>
                  </a:lnTo>
                  <a:lnTo>
                    <a:pt x="1" y="1148"/>
                  </a:lnTo>
                  <a:lnTo>
                    <a:pt x="2" y="1147"/>
                  </a:lnTo>
                  <a:lnTo>
                    <a:pt x="4" y="1147"/>
                  </a:lnTo>
                  <a:lnTo>
                    <a:pt x="5" y="1147"/>
                  </a:lnTo>
                  <a:lnTo>
                    <a:pt x="6" y="1148"/>
                  </a:lnTo>
                  <a:lnTo>
                    <a:pt x="7" y="1149"/>
                  </a:lnTo>
                  <a:lnTo>
                    <a:pt x="9" y="1151"/>
                  </a:lnTo>
                  <a:lnTo>
                    <a:pt x="9" y="1151"/>
                  </a:lnTo>
                  <a:close/>
                  <a:moveTo>
                    <a:pt x="9" y="1246"/>
                  </a:moveTo>
                  <a:lnTo>
                    <a:pt x="9" y="1302"/>
                  </a:lnTo>
                  <a:lnTo>
                    <a:pt x="7" y="1303"/>
                  </a:lnTo>
                  <a:lnTo>
                    <a:pt x="6" y="1305"/>
                  </a:lnTo>
                  <a:lnTo>
                    <a:pt x="5" y="1305"/>
                  </a:lnTo>
                  <a:lnTo>
                    <a:pt x="4" y="1306"/>
                  </a:lnTo>
                  <a:lnTo>
                    <a:pt x="2" y="1305"/>
                  </a:lnTo>
                  <a:lnTo>
                    <a:pt x="1" y="1305"/>
                  </a:lnTo>
                  <a:lnTo>
                    <a:pt x="1" y="1303"/>
                  </a:lnTo>
                  <a:lnTo>
                    <a:pt x="0" y="1302"/>
                  </a:lnTo>
                  <a:lnTo>
                    <a:pt x="0" y="1246"/>
                  </a:lnTo>
                  <a:lnTo>
                    <a:pt x="1" y="1244"/>
                  </a:lnTo>
                  <a:lnTo>
                    <a:pt x="1" y="1243"/>
                  </a:lnTo>
                  <a:lnTo>
                    <a:pt x="2" y="1242"/>
                  </a:lnTo>
                  <a:lnTo>
                    <a:pt x="4" y="1242"/>
                  </a:lnTo>
                  <a:lnTo>
                    <a:pt x="5" y="1242"/>
                  </a:lnTo>
                  <a:lnTo>
                    <a:pt x="6" y="1243"/>
                  </a:lnTo>
                  <a:lnTo>
                    <a:pt x="7" y="1244"/>
                  </a:lnTo>
                  <a:lnTo>
                    <a:pt x="9" y="1246"/>
                  </a:lnTo>
                  <a:lnTo>
                    <a:pt x="9" y="1246"/>
                  </a:lnTo>
                  <a:close/>
                  <a:moveTo>
                    <a:pt x="9" y="1342"/>
                  </a:moveTo>
                  <a:lnTo>
                    <a:pt x="9" y="1398"/>
                  </a:lnTo>
                  <a:lnTo>
                    <a:pt x="7" y="1399"/>
                  </a:lnTo>
                  <a:lnTo>
                    <a:pt x="6" y="1400"/>
                  </a:lnTo>
                  <a:lnTo>
                    <a:pt x="5" y="1401"/>
                  </a:lnTo>
                  <a:lnTo>
                    <a:pt x="4" y="1401"/>
                  </a:lnTo>
                  <a:lnTo>
                    <a:pt x="2" y="1401"/>
                  </a:lnTo>
                  <a:lnTo>
                    <a:pt x="1" y="1400"/>
                  </a:lnTo>
                  <a:lnTo>
                    <a:pt x="1" y="1399"/>
                  </a:lnTo>
                  <a:lnTo>
                    <a:pt x="0" y="1398"/>
                  </a:lnTo>
                  <a:lnTo>
                    <a:pt x="0" y="1342"/>
                  </a:lnTo>
                  <a:lnTo>
                    <a:pt x="1" y="1340"/>
                  </a:lnTo>
                  <a:lnTo>
                    <a:pt x="1" y="1339"/>
                  </a:lnTo>
                  <a:lnTo>
                    <a:pt x="2" y="1338"/>
                  </a:lnTo>
                  <a:lnTo>
                    <a:pt x="4" y="1338"/>
                  </a:lnTo>
                  <a:lnTo>
                    <a:pt x="5" y="1338"/>
                  </a:lnTo>
                  <a:lnTo>
                    <a:pt x="6" y="1339"/>
                  </a:lnTo>
                  <a:lnTo>
                    <a:pt x="7" y="1340"/>
                  </a:lnTo>
                  <a:lnTo>
                    <a:pt x="9" y="1342"/>
                  </a:lnTo>
                  <a:lnTo>
                    <a:pt x="9" y="1342"/>
                  </a:lnTo>
                  <a:close/>
                  <a:moveTo>
                    <a:pt x="9" y="1437"/>
                  </a:moveTo>
                  <a:lnTo>
                    <a:pt x="9" y="1493"/>
                  </a:lnTo>
                  <a:lnTo>
                    <a:pt x="7" y="1494"/>
                  </a:lnTo>
                  <a:lnTo>
                    <a:pt x="6" y="1495"/>
                  </a:lnTo>
                  <a:lnTo>
                    <a:pt x="5" y="1497"/>
                  </a:lnTo>
                  <a:lnTo>
                    <a:pt x="4" y="1497"/>
                  </a:lnTo>
                  <a:lnTo>
                    <a:pt x="2" y="1497"/>
                  </a:lnTo>
                  <a:lnTo>
                    <a:pt x="1" y="1495"/>
                  </a:lnTo>
                  <a:lnTo>
                    <a:pt x="1" y="1494"/>
                  </a:lnTo>
                  <a:lnTo>
                    <a:pt x="0" y="1493"/>
                  </a:lnTo>
                  <a:lnTo>
                    <a:pt x="0" y="1437"/>
                  </a:lnTo>
                  <a:lnTo>
                    <a:pt x="1" y="1436"/>
                  </a:lnTo>
                  <a:lnTo>
                    <a:pt x="1" y="1435"/>
                  </a:lnTo>
                  <a:lnTo>
                    <a:pt x="2" y="1433"/>
                  </a:lnTo>
                  <a:lnTo>
                    <a:pt x="4" y="1433"/>
                  </a:lnTo>
                  <a:lnTo>
                    <a:pt x="5" y="1433"/>
                  </a:lnTo>
                  <a:lnTo>
                    <a:pt x="6" y="1435"/>
                  </a:lnTo>
                  <a:lnTo>
                    <a:pt x="7" y="1436"/>
                  </a:lnTo>
                  <a:lnTo>
                    <a:pt x="9" y="1437"/>
                  </a:lnTo>
                  <a:lnTo>
                    <a:pt x="9" y="1437"/>
                  </a:lnTo>
                  <a:close/>
                  <a:moveTo>
                    <a:pt x="9" y="1533"/>
                  </a:moveTo>
                  <a:lnTo>
                    <a:pt x="9" y="1588"/>
                  </a:lnTo>
                  <a:lnTo>
                    <a:pt x="7" y="1589"/>
                  </a:lnTo>
                  <a:lnTo>
                    <a:pt x="6" y="1592"/>
                  </a:lnTo>
                  <a:lnTo>
                    <a:pt x="5" y="1592"/>
                  </a:lnTo>
                  <a:lnTo>
                    <a:pt x="4" y="1593"/>
                  </a:lnTo>
                  <a:lnTo>
                    <a:pt x="2" y="1592"/>
                  </a:lnTo>
                  <a:lnTo>
                    <a:pt x="1" y="1592"/>
                  </a:lnTo>
                  <a:lnTo>
                    <a:pt x="1" y="1589"/>
                  </a:lnTo>
                  <a:lnTo>
                    <a:pt x="0" y="1588"/>
                  </a:lnTo>
                  <a:lnTo>
                    <a:pt x="0" y="1533"/>
                  </a:lnTo>
                  <a:lnTo>
                    <a:pt x="1" y="1531"/>
                  </a:lnTo>
                  <a:lnTo>
                    <a:pt x="1" y="1530"/>
                  </a:lnTo>
                  <a:lnTo>
                    <a:pt x="2" y="1529"/>
                  </a:lnTo>
                  <a:lnTo>
                    <a:pt x="4" y="1529"/>
                  </a:lnTo>
                  <a:lnTo>
                    <a:pt x="5" y="1529"/>
                  </a:lnTo>
                  <a:lnTo>
                    <a:pt x="6" y="1530"/>
                  </a:lnTo>
                  <a:lnTo>
                    <a:pt x="7" y="1531"/>
                  </a:lnTo>
                  <a:lnTo>
                    <a:pt x="9" y="1533"/>
                  </a:lnTo>
                  <a:lnTo>
                    <a:pt x="9" y="1533"/>
                  </a:lnTo>
                  <a:close/>
                  <a:moveTo>
                    <a:pt x="9" y="1628"/>
                  </a:moveTo>
                  <a:lnTo>
                    <a:pt x="9" y="1684"/>
                  </a:lnTo>
                  <a:lnTo>
                    <a:pt x="7" y="1686"/>
                  </a:lnTo>
                  <a:lnTo>
                    <a:pt x="6" y="1687"/>
                  </a:lnTo>
                  <a:lnTo>
                    <a:pt x="5" y="1688"/>
                  </a:lnTo>
                  <a:lnTo>
                    <a:pt x="4" y="1688"/>
                  </a:lnTo>
                  <a:lnTo>
                    <a:pt x="2" y="1688"/>
                  </a:lnTo>
                  <a:lnTo>
                    <a:pt x="1" y="1687"/>
                  </a:lnTo>
                  <a:lnTo>
                    <a:pt x="1" y="1686"/>
                  </a:lnTo>
                  <a:lnTo>
                    <a:pt x="0" y="1684"/>
                  </a:lnTo>
                  <a:lnTo>
                    <a:pt x="0" y="1628"/>
                  </a:lnTo>
                  <a:lnTo>
                    <a:pt x="1" y="1627"/>
                  </a:lnTo>
                  <a:lnTo>
                    <a:pt x="1" y="1626"/>
                  </a:lnTo>
                  <a:lnTo>
                    <a:pt x="2" y="1625"/>
                  </a:lnTo>
                  <a:lnTo>
                    <a:pt x="4" y="1625"/>
                  </a:lnTo>
                  <a:lnTo>
                    <a:pt x="5" y="1625"/>
                  </a:lnTo>
                  <a:lnTo>
                    <a:pt x="6" y="1626"/>
                  </a:lnTo>
                  <a:lnTo>
                    <a:pt x="7" y="1627"/>
                  </a:lnTo>
                  <a:lnTo>
                    <a:pt x="9" y="1628"/>
                  </a:lnTo>
                  <a:lnTo>
                    <a:pt x="9" y="1628"/>
                  </a:lnTo>
                  <a:close/>
                  <a:moveTo>
                    <a:pt x="9" y="1723"/>
                  </a:moveTo>
                  <a:lnTo>
                    <a:pt x="9" y="1780"/>
                  </a:lnTo>
                  <a:lnTo>
                    <a:pt x="7" y="1781"/>
                  </a:lnTo>
                  <a:lnTo>
                    <a:pt x="6" y="1782"/>
                  </a:lnTo>
                  <a:lnTo>
                    <a:pt x="5" y="1783"/>
                  </a:lnTo>
                  <a:lnTo>
                    <a:pt x="4" y="1783"/>
                  </a:lnTo>
                  <a:lnTo>
                    <a:pt x="2" y="1783"/>
                  </a:lnTo>
                  <a:lnTo>
                    <a:pt x="1" y="1782"/>
                  </a:lnTo>
                  <a:lnTo>
                    <a:pt x="1" y="1781"/>
                  </a:lnTo>
                  <a:lnTo>
                    <a:pt x="0" y="1780"/>
                  </a:lnTo>
                  <a:lnTo>
                    <a:pt x="0" y="1723"/>
                  </a:lnTo>
                  <a:lnTo>
                    <a:pt x="1" y="1722"/>
                  </a:lnTo>
                  <a:lnTo>
                    <a:pt x="1" y="1721"/>
                  </a:lnTo>
                  <a:lnTo>
                    <a:pt x="2" y="1720"/>
                  </a:lnTo>
                  <a:lnTo>
                    <a:pt x="4" y="1720"/>
                  </a:lnTo>
                  <a:lnTo>
                    <a:pt x="5" y="1720"/>
                  </a:lnTo>
                  <a:lnTo>
                    <a:pt x="6" y="1721"/>
                  </a:lnTo>
                  <a:lnTo>
                    <a:pt x="7" y="1722"/>
                  </a:lnTo>
                  <a:lnTo>
                    <a:pt x="9" y="1723"/>
                  </a:lnTo>
                  <a:lnTo>
                    <a:pt x="9" y="1723"/>
                  </a:lnTo>
                  <a:close/>
                  <a:moveTo>
                    <a:pt x="9" y="1820"/>
                  </a:moveTo>
                  <a:lnTo>
                    <a:pt x="9" y="1875"/>
                  </a:lnTo>
                  <a:lnTo>
                    <a:pt x="7" y="1876"/>
                  </a:lnTo>
                  <a:lnTo>
                    <a:pt x="6" y="1878"/>
                  </a:lnTo>
                  <a:lnTo>
                    <a:pt x="5" y="1878"/>
                  </a:lnTo>
                  <a:lnTo>
                    <a:pt x="4" y="1879"/>
                  </a:lnTo>
                  <a:lnTo>
                    <a:pt x="2" y="1878"/>
                  </a:lnTo>
                  <a:lnTo>
                    <a:pt x="1" y="1878"/>
                  </a:lnTo>
                  <a:lnTo>
                    <a:pt x="1" y="1876"/>
                  </a:lnTo>
                  <a:lnTo>
                    <a:pt x="0" y="1875"/>
                  </a:lnTo>
                  <a:lnTo>
                    <a:pt x="0" y="1820"/>
                  </a:lnTo>
                  <a:lnTo>
                    <a:pt x="1" y="1817"/>
                  </a:lnTo>
                  <a:lnTo>
                    <a:pt x="1" y="1816"/>
                  </a:lnTo>
                  <a:lnTo>
                    <a:pt x="2" y="1815"/>
                  </a:lnTo>
                  <a:lnTo>
                    <a:pt x="4" y="1815"/>
                  </a:lnTo>
                  <a:lnTo>
                    <a:pt x="5" y="1815"/>
                  </a:lnTo>
                  <a:lnTo>
                    <a:pt x="6" y="1816"/>
                  </a:lnTo>
                  <a:lnTo>
                    <a:pt x="7" y="1817"/>
                  </a:lnTo>
                  <a:lnTo>
                    <a:pt x="9" y="1820"/>
                  </a:lnTo>
                  <a:lnTo>
                    <a:pt x="9" y="1820"/>
                  </a:lnTo>
                  <a:close/>
                  <a:moveTo>
                    <a:pt x="9" y="1915"/>
                  </a:moveTo>
                  <a:lnTo>
                    <a:pt x="9" y="1970"/>
                  </a:lnTo>
                  <a:lnTo>
                    <a:pt x="7" y="1972"/>
                  </a:lnTo>
                  <a:lnTo>
                    <a:pt x="6" y="1974"/>
                  </a:lnTo>
                  <a:lnTo>
                    <a:pt x="5" y="1975"/>
                  </a:lnTo>
                  <a:lnTo>
                    <a:pt x="4" y="1975"/>
                  </a:lnTo>
                  <a:lnTo>
                    <a:pt x="2" y="1975"/>
                  </a:lnTo>
                  <a:lnTo>
                    <a:pt x="1" y="1974"/>
                  </a:lnTo>
                  <a:lnTo>
                    <a:pt x="1" y="1972"/>
                  </a:lnTo>
                  <a:lnTo>
                    <a:pt x="0" y="1970"/>
                  </a:lnTo>
                  <a:lnTo>
                    <a:pt x="0" y="1915"/>
                  </a:lnTo>
                  <a:lnTo>
                    <a:pt x="1" y="1914"/>
                  </a:lnTo>
                  <a:lnTo>
                    <a:pt x="1" y="1912"/>
                  </a:lnTo>
                  <a:lnTo>
                    <a:pt x="2" y="1912"/>
                  </a:lnTo>
                  <a:lnTo>
                    <a:pt x="4" y="1910"/>
                  </a:lnTo>
                  <a:lnTo>
                    <a:pt x="5" y="1912"/>
                  </a:lnTo>
                  <a:lnTo>
                    <a:pt x="6" y="1912"/>
                  </a:lnTo>
                  <a:lnTo>
                    <a:pt x="7" y="1914"/>
                  </a:lnTo>
                  <a:lnTo>
                    <a:pt x="9" y="1915"/>
                  </a:lnTo>
                  <a:lnTo>
                    <a:pt x="9" y="1915"/>
                  </a:lnTo>
                  <a:close/>
                  <a:moveTo>
                    <a:pt x="9" y="2010"/>
                  </a:moveTo>
                  <a:lnTo>
                    <a:pt x="9" y="2066"/>
                  </a:lnTo>
                  <a:lnTo>
                    <a:pt x="7" y="2068"/>
                  </a:lnTo>
                  <a:lnTo>
                    <a:pt x="6" y="2069"/>
                  </a:lnTo>
                  <a:lnTo>
                    <a:pt x="5" y="2070"/>
                  </a:lnTo>
                  <a:lnTo>
                    <a:pt x="4" y="2070"/>
                  </a:lnTo>
                  <a:lnTo>
                    <a:pt x="2" y="2070"/>
                  </a:lnTo>
                  <a:lnTo>
                    <a:pt x="1" y="2069"/>
                  </a:lnTo>
                  <a:lnTo>
                    <a:pt x="1" y="2068"/>
                  </a:lnTo>
                  <a:lnTo>
                    <a:pt x="0" y="2066"/>
                  </a:lnTo>
                  <a:lnTo>
                    <a:pt x="0" y="2010"/>
                  </a:lnTo>
                  <a:lnTo>
                    <a:pt x="1" y="2009"/>
                  </a:lnTo>
                  <a:lnTo>
                    <a:pt x="1" y="2008"/>
                  </a:lnTo>
                  <a:lnTo>
                    <a:pt x="2" y="2007"/>
                  </a:lnTo>
                  <a:lnTo>
                    <a:pt x="4" y="2007"/>
                  </a:lnTo>
                  <a:lnTo>
                    <a:pt x="5" y="2007"/>
                  </a:lnTo>
                  <a:lnTo>
                    <a:pt x="6" y="2008"/>
                  </a:lnTo>
                  <a:lnTo>
                    <a:pt x="7" y="2009"/>
                  </a:lnTo>
                  <a:lnTo>
                    <a:pt x="9" y="2010"/>
                  </a:lnTo>
                  <a:lnTo>
                    <a:pt x="9" y="2010"/>
                  </a:lnTo>
                  <a:close/>
                  <a:moveTo>
                    <a:pt x="9" y="2106"/>
                  </a:moveTo>
                  <a:lnTo>
                    <a:pt x="9" y="2162"/>
                  </a:lnTo>
                  <a:lnTo>
                    <a:pt x="7" y="2163"/>
                  </a:lnTo>
                  <a:lnTo>
                    <a:pt x="6" y="2165"/>
                  </a:lnTo>
                  <a:lnTo>
                    <a:pt x="5" y="2165"/>
                  </a:lnTo>
                  <a:lnTo>
                    <a:pt x="4" y="2166"/>
                  </a:lnTo>
                  <a:lnTo>
                    <a:pt x="2" y="2165"/>
                  </a:lnTo>
                  <a:lnTo>
                    <a:pt x="1" y="2165"/>
                  </a:lnTo>
                  <a:lnTo>
                    <a:pt x="1" y="2163"/>
                  </a:lnTo>
                  <a:lnTo>
                    <a:pt x="0" y="2162"/>
                  </a:lnTo>
                  <a:lnTo>
                    <a:pt x="0" y="2106"/>
                  </a:lnTo>
                  <a:lnTo>
                    <a:pt x="1" y="2104"/>
                  </a:lnTo>
                  <a:lnTo>
                    <a:pt x="1" y="2103"/>
                  </a:lnTo>
                  <a:lnTo>
                    <a:pt x="2" y="2102"/>
                  </a:lnTo>
                  <a:lnTo>
                    <a:pt x="4" y="2102"/>
                  </a:lnTo>
                  <a:lnTo>
                    <a:pt x="5" y="2102"/>
                  </a:lnTo>
                  <a:lnTo>
                    <a:pt x="6" y="2103"/>
                  </a:lnTo>
                  <a:lnTo>
                    <a:pt x="7" y="2104"/>
                  </a:lnTo>
                  <a:lnTo>
                    <a:pt x="9" y="2106"/>
                  </a:lnTo>
                  <a:lnTo>
                    <a:pt x="9" y="2106"/>
                  </a:lnTo>
                  <a:close/>
                  <a:moveTo>
                    <a:pt x="9" y="2201"/>
                  </a:moveTo>
                  <a:lnTo>
                    <a:pt x="9" y="2257"/>
                  </a:lnTo>
                  <a:lnTo>
                    <a:pt x="7" y="2259"/>
                  </a:lnTo>
                  <a:lnTo>
                    <a:pt x="6" y="2260"/>
                  </a:lnTo>
                  <a:lnTo>
                    <a:pt x="5" y="2261"/>
                  </a:lnTo>
                  <a:lnTo>
                    <a:pt x="4" y="2261"/>
                  </a:lnTo>
                  <a:lnTo>
                    <a:pt x="2" y="2261"/>
                  </a:lnTo>
                  <a:lnTo>
                    <a:pt x="1" y="2260"/>
                  </a:lnTo>
                  <a:lnTo>
                    <a:pt x="1" y="2259"/>
                  </a:lnTo>
                  <a:lnTo>
                    <a:pt x="0" y="2257"/>
                  </a:lnTo>
                  <a:lnTo>
                    <a:pt x="0" y="2201"/>
                  </a:lnTo>
                  <a:lnTo>
                    <a:pt x="1" y="2199"/>
                  </a:lnTo>
                  <a:lnTo>
                    <a:pt x="1" y="2198"/>
                  </a:lnTo>
                  <a:lnTo>
                    <a:pt x="2" y="2198"/>
                  </a:lnTo>
                  <a:lnTo>
                    <a:pt x="4" y="2197"/>
                  </a:lnTo>
                  <a:lnTo>
                    <a:pt x="5" y="2198"/>
                  </a:lnTo>
                  <a:lnTo>
                    <a:pt x="6" y="2198"/>
                  </a:lnTo>
                  <a:lnTo>
                    <a:pt x="7" y="2199"/>
                  </a:lnTo>
                  <a:lnTo>
                    <a:pt x="9" y="2201"/>
                  </a:lnTo>
                  <a:lnTo>
                    <a:pt x="9" y="2201"/>
                  </a:lnTo>
                  <a:close/>
                  <a:moveTo>
                    <a:pt x="9" y="2297"/>
                  </a:moveTo>
                  <a:lnTo>
                    <a:pt x="9" y="2353"/>
                  </a:lnTo>
                  <a:lnTo>
                    <a:pt x="7" y="2354"/>
                  </a:lnTo>
                  <a:lnTo>
                    <a:pt x="6" y="2355"/>
                  </a:lnTo>
                  <a:lnTo>
                    <a:pt x="5" y="2356"/>
                  </a:lnTo>
                  <a:lnTo>
                    <a:pt x="4" y="2356"/>
                  </a:lnTo>
                  <a:lnTo>
                    <a:pt x="2" y="2356"/>
                  </a:lnTo>
                  <a:lnTo>
                    <a:pt x="1" y="2355"/>
                  </a:lnTo>
                  <a:lnTo>
                    <a:pt x="1" y="2354"/>
                  </a:lnTo>
                  <a:lnTo>
                    <a:pt x="0" y="2353"/>
                  </a:lnTo>
                  <a:lnTo>
                    <a:pt x="0" y="2297"/>
                  </a:lnTo>
                  <a:lnTo>
                    <a:pt x="1" y="2296"/>
                  </a:lnTo>
                  <a:lnTo>
                    <a:pt x="1" y="2294"/>
                  </a:lnTo>
                  <a:lnTo>
                    <a:pt x="2" y="2293"/>
                  </a:lnTo>
                  <a:lnTo>
                    <a:pt x="4" y="2293"/>
                  </a:lnTo>
                  <a:lnTo>
                    <a:pt x="5" y="2293"/>
                  </a:lnTo>
                  <a:lnTo>
                    <a:pt x="6" y="2294"/>
                  </a:lnTo>
                  <a:lnTo>
                    <a:pt x="7" y="2296"/>
                  </a:lnTo>
                  <a:lnTo>
                    <a:pt x="9" y="2297"/>
                  </a:lnTo>
                  <a:lnTo>
                    <a:pt x="9" y="2297"/>
                  </a:lnTo>
                  <a:close/>
                  <a:moveTo>
                    <a:pt x="9" y="2393"/>
                  </a:moveTo>
                  <a:lnTo>
                    <a:pt x="9" y="2448"/>
                  </a:lnTo>
                  <a:lnTo>
                    <a:pt x="7" y="2449"/>
                  </a:lnTo>
                  <a:lnTo>
                    <a:pt x="6" y="2451"/>
                  </a:lnTo>
                  <a:lnTo>
                    <a:pt x="5" y="2452"/>
                  </a:lnTo>
                  <a:lnTo>
                    <a:pt x="4" y="2453"/>
                  </a:lnTo>
                  <a:lnTo>
                    <a:pt x="2" y="2452"/>
                  </a:lnTo>
                  <a:lnTo>
                    <a:pt x="1" y="2451"/>
                  </a:lnTo>
                  <a:lnTo>
                    <a:pt x="1" y="2449"/>
                  </a:lnTo>
                  <a:lnTo>
                    <a:pt x="0" y="2448"/>
                  </a:lnTo>
                  <a:lnTo>
                    <a:pt x="0" y="2393"/>
                  </a:lnTo>
                  <a:lnTo>
                    <a:pt x="1" y="2391"/>
                  </a:lnTo>
                  <a:lnTo>
                    <a:pt x="1" y="2390"/>
                  </a:lnTo>
                  <a:lnTo>
                    <a:pt x="2" y="2389"/>
                  </a:lnTo>
                  <a:lnTo>
                    <a:pt x="4" y="2389"/>
                  </a:lnTo>
                  <a:lnTo>
                    <a:pt x="5" y="2389"/>
                  </a:lnTo>
                  <a:lnTo>
                    <a:pt x="6" y="2390"/>
                  </a:lnTo>
                  <a:lnTo>
                    <a:pt x="7" y="2391"/>
                  </a:lnTo>
                  <a:lnTo>
                    <a:pt x="9" y="2393"/>
                  </a:lnTo>
                  <a:lnTo>
                    <a:pt x="9" y="2393"/>
                  </a:lnTo>
                  <a:close/>
                  <a:moveTo>
                    <a:pt x="9" y="2488"/>
                  </a:moveTo>
                  <a:lnTo>
                    <a:pt x="9" y="2543"/>
                  </a:lnTo>
                  <a:lnTo>
                    <a:pt x="7" y="2546"/>
                  </a:lnTo>
                  <a:lnTo>
                    <a:pt x="6" y="2547"/>
                  </a:lnTo>
                  <a:lnTo>
                    <a:pt x="5" y="2548"/>
                  </a:lnTo>
                  <a:lnTo>
                    <a:pt x="4" y="2548"/>
                  </a:lnTo>
                  <a:lnTo>
                    <a:pt x="2" y="2548"/>
                  </a:lnTo>
                  <a:lnTo>
                    <a:pt x="1" y="2547"/>
                  </a:lnTo>
                  <a:lnTo>
                    <a:pt x="1" y="2546"/>
                  </a:lnTo>
                  <a:lnTo>
                    <a:pt x="0" y="2543"/>
                  </a:lnTo>
                  <a:lnTo>
                    <a:pt x="0" y="2488"/>
                  </a:lnTo>
                  <a:lnTo>
                    <a:pt x="1" y="2486"/>
                  </a:lnTo>
                  <a:lnTo>
                    <a:pt x="1" y="2485"/>
                  </a:lnTo>
                  <a:lnTo>
                    <a:pt x="2" y="2485"/>
                  </a:lnTo>
                  <a:lnTo>
                    <a:pt x="4" y="2484"/>
                  </a:lnTo>
                  <a:lnTo>
                    <a:pt x="5" y="2485"/>
                  </a:lnTo>
                  <a:lnTo>
                    <a:pt x="6" y="2485"/>
                  </a:lnTo>
                  <a:lnTo>
                    <a:pt x="7" y="2486"/>
                  </a:lnTo>
                  <a:lnTo>
                    <a:pt x="9" y="2488"/>
                  </a:lnTo>
                  <a:lnTo>
                    <a:pt x="9" y="2488"/>
                  </a:lnTo>
                  <a:close/>
                  <a:moveTo>
                    <a:pt x="9" y="2583"/>
                  </a:moveTo>
                  <a:lnTo>
                    <a:pt x="9" y="2640"/>
                  </a:lnTo>
                  <a:lnTo>
                    <a:pt x="7" y="2641"/>
                  </a:lnTo>
                  <a:lnTo>
                    <a:pt x="6" y="2642"/>
                  </a:lnTo>
                  <a:lnTo>
                    <a:pt x="5" y="2643"/>
                  </a:lnTo>
                  <a:lnTo>
                    <a:pt x="4" y="2643"/>
                  </a:lnTo>
                  <a:lnTo>
                    <a:pt x="2" y="2643"/>
                  </a:lnTo>
                  <a:lnTo>
                    <a:pt x="1" y="2642"/>
                  </a:lnTo>
                  <a:lnTo>
                    <a:pt x="1" y="2641"/>
                  </a:lnTo>
                  <a:lnTo>
                    <a:pt x="0" y="2640"/>
                  </a:lnTo>
                  <a:lnTo>
                    <a:pt x="0" y="2583"/>
                  </a:lnTo>
                  <a:lnTo>
                    <a:pt x="1" y="2582"/>
                  </a:lnTo>
                  <a:lnTo>
                    <a:pt x="1" y="2581"/>
                  </a:lnTo>
                  <a:lnTo>
                    <a:pt x="2" y="2580"/>
                  </a:lnTo>
                  <a:lnTo>
                    <a:pt x="4" y="2580"/>
                  </a:lnTo>
                  <a:lnTo>
                    <a:pt x="5" y="2580"/>
                  </a:lnTo>
                  <a:lnTo>
                    <a:pt x="6" y="2581"/>
                  </a:lnTo>
                  <a:lnTo>
                    <a:pt x="7" y="2582"/>
                  </a:lnTo>
                  <a:lnTo>
                    <a:pt x="9" y="2583"/>
                  </a:lnTo>
                  <a:lnTo>
                    <a:pt x="9" y="2583"/>
                  </a:lnTo>
                  <a:close/>
                  <a:moveTo>
                    <a:pt x="9" y="2680"/>
                  </a:moveTo>
                  <a:lnTo>
                    <a:pt x="9" y="2735"/>
                  </a:lnTo>
                  <a:lnTo>
                    <a:pt x="7" y="2736"/>
                  </a:lnTo>
                  <a:lnTo>
                    <a:pt x="6" y="2737"/>
                  </a:lnTo>
                  <a:lnTo>
                    <a:pt x="5" y="2738"/>
                  </a:lnTo>
                  <a:lnTo>
                    <a:pt x="4" y="2739"/>
                  </a:lnTo>
                  <a:lnTo>
                    <a:pt x="2" y="2738"/>
                  </a:lnTo>
                  <a:lnTo>
                    <a:pt x="1" y="2737"/>
                  </a:lnTo>
                  <a:lnTo>
                    <a:pt x="1" y="2736"/>
                  </a:lnTo>
                  <a:lnTo>
                    <a:pt x="0" y="2735"/>
                  </a:lnTo>
                  <a:lnTo>
                    <a:pt x="0" y="2680"/>
                  </a:lnTo>
                  <a:lnTo>
                    <a:pt x="1" y="2677"/>
                  </a:lnTo>
                  <a:lnTo>
                    <a:pt x="1" y="2676"/>
                  </a:lnTo>
                  <a:lnTo>
                    <a:pt x="2" y="2675"/>
                  </a:lnTo>
                  <a:lnTo>
                    <a:pt x="4" y="2675"/>
                  </a:lnTo>
                  <a:lnTo>
                    <a:pt x="5" y="2675"/>
                  </a:lnTo>
                  <a:lnTo>
                    <a:pt x="6" y="2676"/>
                  </a:lnTo>
                  <a:lnTo>
                    <a:pt x="7" y="2677"/>
                  </a:lnTo>
                  <a:lnTo>
                    <a:pt x="9" y="2680"/>
                  </a:lnTo>
                  <a:lnTo>
                    <a:pt x="9" y="2680"/>
                  </a:lnTo>
                  <a:close/>
                  <a:moveTo>
                    <a:pt x="9" y="2775"/>
                  </a:moveTo>
                  <a:lnTo>
                    <a:pt x="9" y="2830"/>
                  </a:lnTo>
                  <a:lnTo>
                    <a:pt x="7" y="2831"/>
                  </a:lnTo>
                  <a:lnTo>
                    <a:pt x="6" y="2833"/>
                  </a:lnTo>
                  <a:lnTo>
                    <a:pt x="5" y="2833"/>
                  </a:lnTo>
                  <a:lnTo>
                    <a:pt x="4" y="2835"/>
                  </a:lnTo>
                  <a:lnTo>
                    <a:pt x="2" y="2833"/>
                  </a:lnTo>
                  <a:lnTo>
                    <a:pt x="1" y="2833"/>
                  </a:lnTo>
                  <a:lnTo>
                    <a:pt x="1" y="2831"/>
                  </a:lnTo>
                  <a:lnTo>
                    <a:pt x="0" y="2830"/>
                  </a:lnTo>
                  <a:lnTo>
                    <a:pt x="0" y="2775"/>
                  </a:lnTo>
                  <a:lnTo>
                    <a:pt x="1" y="2773"/>
                  </a:lnTo>
                  <a:lnTo>
                    <a:pt x="1" y="2771"/>
                  </a:lnTo>
                  <a:lnTo>
                    <a:pt x="2" y="2771"/>
                  </a:lnTo>
                  <a:lnTo>
                    <a:pt x="4" y="2770"/>
                  </a:lnTo>
                  <a:lnTo>
                    <a:pt x="5" y="2771"/>
                  </a:lnTo>
                  <a:lnTo>
                    <a:pt x="6" y="2771"/>
                  </a:lnTo>
                  <a:lnTo>
                    <a:pt x="7" y="2773"/>
                  </a:lnTo>
                  <a:lnTo>
                    <a:pt x="9" y="2775"/>
                  </a:lnTo>
                  <a:lnTo>
                    <a:pt x="9" y="2775"/>
                  </a:lnTo>
                  <a:close/>
                  <a:moveTo>
                    <a:pt x="9" y="2870"/>
                  </a:moveTo>
                  <a:lnTo>
                    <a:pt x="9" y="2926"/>
                  </a:lnTo>
                  <a:lnTo>
                    <a:pt x="7" y="2927"/>
                  </a:lnTo>
                  <a:lnTo>
                    <a:pt x="6" y="2929"/>
                  </a:lnTo>
                  <a:lnTo>
                    <a:pt x="5" y="2930"/>
                  </a:lnTo>
                  <a:lnTo>
                    <a:pt x="4" y="2930"/>
                  </a:lnTo>
                  <a:lnTo>
                    <a:pt x="2" y="2930"/>
                  </a:lnTo>
                  <a:lnTo>
                    <a:pt x="1" y="2929"/>
                  </a:lnTo>
                  <a:lnTo>
                    <a:pt x="1" y="2927"/>
                  </a:lnTo>
                  <a:lnTo>
                    <a:pt x="0" y="2926"/>
                  </a:lnTo>
                  <a:lnTo>
                    <a:pt x="0" y="2870"/>
                  </a:lnTo>
                  <a:lnTo>
                    <a:pt x="1" y="2869"/>
                  </a:lnTo>
                  <a:lnTo>
                    <a:pt x="1" y="2868"/>
                  </a:lnTo>
                  <a:lnTo>
                    <a:pt x="2" y="2867"/>
                  </a:lnTo>
                  <a:lnTo>
                    <a:pt x="4" y="2867"/>
                  </a:lnTo>
                  <a:lnTo>
                    <a:pt x="5" y="2867"/>
                  </a:lnTo>
                  <a:lnTo>
                    <a:pt x="6" y="2868"/>
                  </a:lnTo>
                  <a:lnTo>
                    <a:pt x="7" y="2869"/>
                  </a:lnTo>
                  <a:lnTo>
                    <a:pt x="9" y="2870"/>
                  </a:lnTo>
                  <a:lnTo>
                    <a:pt x="9" y="2870"/>
                  </a:lnTo>
                  <a:close/>
                  <a:moveTo>
                    <a:pt x="9" y="2966"/>
                  </a:moveTo>
                  <a:lnTo>
                    <a:pt x="9" y="3022"/>
                  </a:lnTo>
                  <a:lnTo>
                    <a:pt x="7" y="3023"/>
                  </a:lnTo>
                  <a:lnTo>
                    <a:pt x="6" y="3024"/>
                  </a:lnTo>
                  <a:lnTo>
                    <a:pt x="5" y="3025"/>
                  </a:lnTo>
                  <a:lnTo>
                    <a:pt x="4" y="3025"/>
                  </a:lnTo>
                  <a:lnTo>
                    <a:pt x="2" y="3025"/>
                  </a:lnTo>
                  <a:lnTo>
                    <a:pt x="1" y="3024"/>
                  </a:lnTo>
                  <a:lnTo>
                    <a:pt x="1" y="3023"/>
                  </a:lnTo>
                  <a:lnTo>
                    <a:pt x="0" y="3022"/>
                  </a:lnTo>
                  <a:lnTo>
                    <a:pt x="0" y="2966"/>
                  </a:lnTo>
                  <a:lnTo>
                    <a:pt x="1" y="2964"/>
                  </a:lnTo>
                  <a:lnTo>
                    <a:pt x="1" y="2963"/>
                  </a:lnTo>
                  <a:lnTo>
                    <a:pt x="2" y="2962"/>
                  </a:lnTo>
                  <a:lnTo>
                    <a:pt x="4" y="2962"/>
                  </a:lnTo>
                  <a:lnTo>
                    <a:pt x="5" y="2962"/>
                  </a:lnTo>
                  <a:lnTo>
                    <a:pt x="6" y="2963"/>
                  </a:lnTo>
                  <a:lnTo>
                    <a:pt x="7" y="2964"/>
                  </a:lnTo>
                  <a:lnTo>
                    <a:pt x="9" y="2966"/>
                  </a:lnTo>
                  <a:lnTo>
                    <a:pt x="9" y="2966"/>
                  </a:lnTo>
                  <a:close/>
                  <a:moveTo>
                    <a:pt x="9" y="3061"/>
                  </a:moveTo>
                  <a:lnTo>
                    <a:pt x="9" y="3117"/>
                  </a:lnTo>
                  <a:lnTo>
                    <a:pt x="7" y="3118"/>
                  </a:lnTo>
                  <a:lnTo>
                    <a:pt x="6" y="3120"/>
                  </a:lnTo>
                  <a:lnTo>
                    <a:pt x="5" y="3120"/>
                  </a:lnTo>
                  <a:lnTo>
                    <a:pt x="4" y="3121"/>
                  </a:lnTo>
                  <a:lnTo>
                    <a:pt x="2" y="3120"/>
                  </a:lnTo>
                  <a:lnTo>
                    <a:pt x="1" y="3120"/>
                  </a:lnTo>
                  <a:lnTo>
                    <a:pt x="1" y="3118"/>
                  </a:lnTo>
                  <a:lnTo>
                    <a:pt x="0" y="3117"/>
                  </a:lnTo>
                  <a:lnTo>
                    <a:pt x="0" y="3061"/>
                  </a:lnTo>
                  <a:lnTo>
                    <a:pt x="1" y="3059"/>
                  </a:lnTo>
                  <a:lnTo>
                    <a:pt x="1" y="3058"/>
                  </a:lnTo>
                  <a:lnTo>
                    <a:pt x="2" y="3057"/>
                  </a:lnTo>
                  <a:lnTo>
                    <a:pt x="4" y="3057"/>
                  </a:lnTo>
                  <a:lnTo>
                    <a:pt x="5" y="3057"/>
                  </a:lnTo>
                  <a:lnTo>
                    <a:pt x="6" y="3058"/>
                  </a:lnTo>
                  <a:lnTo>
                    <a:pt x="7" y="3059"/>
                  </a:lnTo>
                  <a:lnTo>
                    <a:pt x="9" y="3061"/>
                  </a:lnTo>
                  <a:lnTo>
                    <a:pt x="9" y="3061"/>
                  </a:lnTo>
                  <a:close/>
                  <a:moveTo>
                    <a:pt x="9" y="3157"/>
                  </a:moveTo>
                  <a:lnTo>
                    <a:pt x="9" y="3212"/>
                  </a:lnTo>
                  <a:lnTo>
                    <a:pt x="7" y="3214"/>
                  </a:lnTo>
                  <a:lnTo>
                    <a:pt x="6" y="3215"/>
                  </a:lnTo>
                  <a:lnTo>
                    <a:pt x="5" y="3216"/>
                  </a:lnTo>
                  <a:lnTo>
                    <a:pt x="4" y="3216"/>
                  </a:lnTo>
                  <a:lnTo>
                    <a:pt x="2" y="3216"/>
                  </a:lnTo>
                  <a:lnTo>
                    <a:pt x="1" y="3215"/>
                  </a:lnTo>
                  <a:lnTo>
                    <a:pt x="1" y="3214"/>
                  </a:lnTo>
                  <a:lnTo>
                    <a:pt x="0" y="3212"/>
                  </a:lnTo>
                  <a:lnTo>
                    <a:pt x="0" y="3157"/>
                  </a:lnTo>
                  <a:lnTo>
                    <a:pt x="1" y="3155"/>
                  </a:lnTo>
                  <a:lnTo>
                    <a:pt x="1" y="3154"/>
                  </a:lnTo>
                  <a:lnTo>
                    <a:pt x="2" y="3153"/>
                  </a:lnTo>
                  <a:lnTo>
                    <a:pt x="4" y="3153"/>
                  </a:lnTo>
                  <a:lnTo>
                    <a:pt x="5" y="3153"/>
                  </a:lnTo>
                  <a:lnTo>
                    <a:pt x="6" y="3154"/>
                  </a:lnTo>
                  <a:lnTo>
                    <a:pt x="7" y="3155"/>
                  </a:lnTo>
                  <a:lnTo>
                    <a:pt x="9" y="3157"/>
                  </a:lnTo>
                  <a:lnTo>
                    <a:pt x="9" y="3157"/>
                  </a:lnTo>
                  <a:close/>
                  <a:moveTo>
                    <a:pt x="9" y="3252"/>
                  </a:moveTo>
                  <a:lnTo>
                    <a:pt x="9" y="3308"/>
                  </a:lnTo>
                  <a:lnTo>
                    <a:pt x="7" y="3309"/>
                  </a:lnTo>
                  <a:lnTo>
                    <a:pt x="6" y="3310"/>
                  </a:lnTo>
                  <a:lnTo>
                    <a:pt x="5" y="3312"/>
                  </a:lnTo>
                  <a:lnTo>
                    <a:pt x="4" y="3312"/>
                  </a:lnTo>
                  <a:lnTo>
                    <a:pt x="2" y="3312"/>
                  </a:lnTo>
                  <a:lnTo>
                    <a:pt x="1" y="3310"/>
                  </a:lnTo>
                  <a:lnTo>
                    <a:pt x="1" y="3309"/>
                  </a:lnTo>
                  <a:lnTo>
                    <a:pt x="0" y="3308"/>
                  </a:lnTo>
                  <a:lnTo>
                    <a:pt x="0" y="3252"/>
                  </a:lnTo>
                  <a:lnTo>
                    <a:pt x="1" y="3251"/>
                  </a:lnTo>
                  <a:lnTo>
                    <a:pt x="1" y="3250"/>
                  </a:lnTo>
                  <a:lnTo>
                    <a:pt x="2" y="3248"/>
                  </a:lnTo>
                  <a:lnTo>
                    <a:pt x="4" y="3248"/>
                  </a:lnTo>
                  <a:lnTo>
                    <a:pt x="5" y="3248"/>
                  </a:lnTo>
                  <a:lnTo>
                    <a:pt x="6" y="3250"/>
                  </a:lnTo>
                  <a:lnTo>
                    <a:pt x="7" y="3251"/>
                  </a:lnTo>
                  <a:lnTo>
                    <a:pt x="9" y="3252"/>
                  </a:lnTo>
                  <a:lnTo>
                    <a:pt x="9" y="3252"/>
                  </a:lnTo>
                  <a:close/>
                  <a:moveTo>
                    <a:pt x="9" y="3348"/>
                  </a:moveTo>
                  <a:lnTo>
                    <a:pt x="9" y="3403"/>
                  </a:lnTo>
                  <a:lnTo>
                    <a:pt x="7" y="3404"/>
                  </a:lnTo>
                  <a:lnTo>
                    <a:pt x="6" y="3407"/>
                  </a:lnTo>
                  <a:lnTo>
                    <a:pt x="5" y="3407"/>
                  </a:lnTo>
                  <a:lnTo>
                    <a:pt x="4" y="3408"/>
                  </a:lnTo>
                  <a:lnTo>
                    <a:pt x="2" y="3407"/>
                  </a:lnTo>
                  <a:lnTo>
                    <a:pt x="1" y="3407"/>
                  </a:lnTo>
                  <a:lnTo>
                    <a:pt x="1" y="3404"/>
                  </a:lnTo>
                  <a:lnTo>
                    <a:pt x="0" y="3403"/>
                  </a:lnTo>
                  <a:lnTo>
                    <a:pt x="0" y="3348"/>
                  </a:lnTo>
                  <a:lnTo>
                    <a:pt x="1" y="3346"/>
                  </a:lnTo>
                  <a:lnTo>
                    <a:pt x="1" y="3345"/>
                  </a:lnTo>
                  <a:lnTo>
                    <a:pt x="2" y="3344"/>
                  </a:lnTo>
                  <a:lnTo>
                    <a:pt x="4" y="3344"/>
                  </a:lnTo>
                  <a:lnTo>
                    <a:pt x="5" y="3344"/>
                  </a:lnTo>
                  <a:lnTo>
                    <a:pt x="6" y="3345"/>
                  </a:lnTo>
                  <a:lnTo>
                    <a:pt x="7" y="3346"/>
                  </a:lnTo>
                  <a:lnTo>
                    <a:pt x="9" y="3348"/>
                  </a:lnTo>
                  <a:lnTo>
                    <a:pt x="9" y="3348"/>
                  </a:lnTo>
                  <a:close/>
                  <a:moveTo>
                    <a:pt x="9" y="3443"/>
                  </a:moveTo>
                  <a:lnTo>
                    <a:pt x="9" y="3499"/>
                  </a:lnTo>
                  <a:lnTo>
                    <a:pt x="7" y="3501"/>
                  </a:lnTo>
                  <a:lnTo>
                    <a:pt x="6" y="3502"/>
                  </a:lnTo>
                  <a:lnTo>
                    <a:pt x="5" y="3503"/>
                  </a:lnTo>
                  <a:lnTo>
                    <a:pt x="4" y="3503"/>
                  </a:lnTo>
                  <a:lnTo>
                    <a:pt x="2" y="3503"/>
                  </a:lnTo>
                  <a:lnTo>
                    <a:pt x="1" y="3502"/>
                  </a:lnTo>
                  <a:lnTo>
                    <a:pt x="1" y="3501"/>
                  </a:lnTo>
                  <a:lnTo>
                    <a:pt x="0" y="3499"/>
                  </a:lnTo>
                  <a:lnTo>
                    <a:pt x="0" y="3443"/>
                  </a:lnTo>
                  <a:lnTo>
                    <a:pt x="1" y="3442"/>
                  </a:lnTo>
                  <a:lnTo>
                    <a:pt x="1" y="3440"/>
                  </a:lnTo>
                  <a:lnTo>
                    <a:pt x="2" y="3440"/>
                  </a:lnTo>
                  <a:lnTo>
                    <a:pt x="4" y="3439"/>
                  </a:lnTo>
                  <a:lnTo>
                    <a:pt x="5" y="3440"/>
                  </a:lnTo>
                  <a:lnTo>
                    <a:pt x="6" y="3440"/>
                  </a:lnTo>
                  <a:lnTo>
                    <a:pt x="7" y="3442"/>
                  </a:lnTo>
                  <a:lnTo>
                    <a:pt x="9" y="3443"/>
                  </a:lnTo>
                  <a:lnTo>
                    <a:pt x="9" y="3443"/>
                  </a:lnTo>
                  <a:close/>
                  <a:moveTo>
                    <a:pt x="9" y="3538"/>
                  </a:moveTo>
                  <a:lnTo>
                    <a:pt x="9" y="3595"/>
                  </a:lnTo>
                  <a:lnTo>
                    <a:pt x="7" y="3596"/>
                  </a:lnTo>
                  <a:lnTo>
                    <a:pt x="6" y="3597"/>
                  </a:lnTo>
                  <a:lnTo>
                    <a:pt x="5" y="3598"/>
                  </a:lnTo>
                  <a:lnTo>
                    <a:pt x="4" y="3598"/>
                  </a:lnTo>
                  <a:lnTo>
                    <a:pt x="2" y="3598"/>
                  </a:lnTo>
                  <a:lnTo>
                    <a:pt x="1" y="3597"/>
                  </a:lnTo>
                  <a:lnTo>
                    <a:pt x="1" y="3596"/>
                  </a:lnTo>
                  <a:lnTo>
                    <a:pt x="0" y="3595"/>
                  </a:lnTo>
                  <a:lnTo>
                    <a:pt x="0" y="3538"/>
                  </a:lnTo>
                  <a:lnTo>
                    <a:pt x="1" y="3537"/>
                  </a:lnTo>
                  <a:lnTo>
                    <a:pt x="1" y="3536"/>
                  </a:lnTo>
                  <a:lnTo>
                    <a:pt x="2" y="3535"/>
                  </a:lnTo>
                  <a:lnTo>
                    <a:pt x="4" y="3535"/>
                  </a:lnTo>
                  <a:lnTo>
                    <a:pt x="5" y="3535"/>
                  </a:lnTo>
                  <a:lnTo>
                    <a:pt x="6" y="3536"/>
                  </a:lnTo>
                  <a:lnTo>
                    <a:pt x="7" y="3537"/>
                  </a:lnTo>
                  <a:lnTo>
                    <a:pt x="9" y="3538"/>
                  </a:lnTo>
                  <a:lnTo>
                    <a:pt x="9" y="3538"/>
                  </a:lnTo>
                  <a:close/>
                  <a:moveTo>
                    <a:pt x="9" y="3635"/>
                  </a:moveTo>
                  <a:lnTo>
                    <a:pt x="9" y="3690"/>
                  </a:lnTo>
                  <a:lnTo>
                    <a:pt x="7" y="3691"/>
                  </a:lnTo>
                  <a:lnTo>
                    <a:pt x="6" y="3693"/>
                  </a:lnTo>
                  <a:lnTo>
                    <a:pt x="5" y="3693"/>
                  </a:lnTo>
                  <a:lnTo>
                    <a:pt x="4" y="3694"/>
                  </a:lnTo>
                  <a:lnTo>
                    <a:pt x="2" y="3693"/>
                  </a:lnTo>
                  <a:lnTo>
                    <a:pt x="1" y="3693"/>
                  </a:lnTo>
                  <a:lnTo>
                    <a:pt x="1" y="3691"/>
                  </a:lnTo>
                  <a:lnTo>
                    <a:pt x="0" y="3690"/>
                  </a:lnTo>
                  <a:lnTo>
                    <a:pt x="0" y="3635"/>
                  </a:lnTo>
                  <a:lnTo>
                    <a:pt x="1" y="3632"/>
                  </a:lnTo>
                  <a:lnTo>
                    <a:pt x="1" y="3631"/>
                  </a:lnTo>
                  <a:lnTo>
                    <a:pt x="2" y="3630"/>
                  </a:lnTo>
                  <a:lnTo>
                    <a:pt x="4" y="3630"/>
                  </a:lnTo>
                  <a:lnTo>
                    <a:pt x="5" y="3630"/>
                  </a:lnTo>
                  <a:lnTo>
                    <a:pt x="6" y="3631"/>
                  </a:lnTo>
                  <a:lnTo>
                    <a:pt x="7" y="3632"/>
                  </a:lnTo>
                  <a:lnTo>
                    <a:pt x="9" y="3635"/>
                  </a:lnTo>
                  <a:lnTo>
                    <a:pt x="9" y="3635"/>
                  </a:lnTo>
                  <a:close/>
                  <a:moveTo>
                    <a:pt x="9" y="3730"/>
                  </a:moveTo>
                  <a:lnTo>
                    <a:pt x="9" y="3785"/>
                  </a:lnTo>
                  <a:lnTo>
                    <a:pt x="7" y="3787"/>
                  </a:lnTo>
                  <a:lnTo>
                    <a:pt x="6" y="3789"/>
                  </a:lnTo>
                  <a:lnTo>
                    <a:pt x="5" y="3790"/>
                  </a:lnTo>
                  <a:lnTo>
                    <a:pt x="4" y="3790"/>
                  </a:lnTo>
                  <a:lnTo>
                    <a:pt x="2" y="3790"/>
                  </a:lnTo>
                  <a:lnTo>
                    <a:pt x="1" y="3789"/>
                  </a:lnTo>
                  <a:lnTo>
                    <a:pt x="1" y="3787"/>
                  </a:lnTo>
                  <a:lnTo>
                    <a:pt x="0" y="3785"/>
                  </a:lnTo>
                  <a:lnTo>
                    <a:pt x="0" y="3730"/>
                  </a:lnTo>
                  <a:lnTo>
                    <a:pt x="1" y="3729"/>
                  </a:lnTo>
                  <a:lnTo>
                    <a:pt x="1" y="3727"/>
                  </a:lnTo>
                  <a:lnTo>
                    <a:pt x="2" y="3727"/>
                  </a:lnTo>
                  <a:lnTo>
                    <a:pt x="4" y="3725"/>
                  </a:lnTo>
                  <a:lnTo>
                    <a:pt x="5" y="3727"/>
                  </a:lnTo>
                  <a:lnTo>
                    <a:pt x="6" y="3727"/>
                  </a:lnTo>
                  <a:lnTo>
                    <a:pt x="7" y="3729"/>
                  </a:lnTo>
                  <a:lnTo>
                    <a:pt x="9" y="3730"/>
                  </a:lnTo>
                  <a:lnTo>
                    <a:pt x="9" y="3730"/>
                  </a:lnTo>
                  <a:close/>
                  <a:moveTo>
                    <a:pt x="9" y="3825"/>
                  </a:moveTo>
                  <a:lnTo>
                    <a:pt x="9" y="3881"/>
                  </a:lnTo>
                  <a:lnTo>
                    <a:pt x="7" y="3883"/>
                  </a:lnTo>
                  <a:lnTo>
                    <a:pt x="6" y="3884"/>
                  </a:lnTo>
                  <a:lnTo>
                    <a:pt x="5" y="3885"/>
                  </a:lnTo>
                  <a:lnTo>
                    <a:pt x="4" y="3885"/>
                  </a:lnTo>
                  <a:lnTo>
                    <a:pt x="2" y="3885"/>
                  </a:lnTo>
                  <a:lnTo>
                    <a:pt x="1" y="3884"/>
                  </a:lnTo>
                  <a:lnTo>
                    <a:pt x="1" y="3883"/>
                  </a:lnTo>
                  <a:lnTo>
                    <a:pt x="0" y="3881"/>
                  </a:lnTo>
                  <a:lnTo>
                    <a:pt x="0" y="3825"/>
                  </a:lnTo>
                  <a:lnTo>
                    <a:pt x="1" y="3824"/>
                  </a:lnTo>
                  <a:lnTo>
                    <a:pt x="1" y="3823"/>
                  </a:lnTo>
                  <a:lnTo>
                    <a:pt x="2" y="3822"/>
                  </a:lnTo>
                  <a:lnTo>
                    <a:pt x="4" y="3822"/>
                  </a:lnTo>
                  <a:lnTo>
                    <a:pt x="5" y="3822"/>
                  </a:lnTo>
                  <a:lnTo>
                    <a:pt x="6" y="3823"/>
                  </a:lnTo>
                  <a:lnTo>
                    <a:pt x="7" y="3824"/>
                  </a:lnTo>
                  <a:lnTo>
                    <a:pt x="9" y="3825"/>
                  </a:lnTo>
                  <a:lnTo>
                    <a:pt x="9" y="3825"/>
                  </a:lnTo>
                  <a:close/>
                  <a:moveTo>
                    <a:pt x="9" y="3921"/>
                  </a:moveTo>
                  <a:lnTo>
                    <a:pt x="9" y="3977"/>
                  </a:lnTo>
                  <a:lnTo>
                    <a:pt x="7" y="3978"/>
                  </a:lnTo>
                  <a:lnTo>
                    <a:pt x="6" y="3979"/>
                  </a:lnTo>
                  <a:lnTo>
                    <a:pt x="5" y="3980"/>
                  </a:lnTo>
                  <a:lnTo>
                    <a:pt x="4" y="3981"/>
                  </a:lnTo>
                  <a:lnTo>
                    <a:pt x="2" y="3980"/>
                  </a:lnTo>
                  <a:lnTo>
                    <a:pt x="1" y="3979"/>
                  </a:lnTo>
                  <a:lnTo>
                    <a:pt x="1" y="3978"/>
                  </a:lnTo>
                  <a:lnTo>
                    <a:pt x="0" y="3977"/>
                  </a:lnTo>
                  <a:lnTo>
                    <a:pt x="0" y="3921"/>
                  </a:lnTo>
                  <a:lnTo>
                    <a:pt x="1" y="3919"/>
                  </a:lnTo>
                  <a:lnTo>
                    <a:pt x="1" y="3918"/>
                  </a:lnTo>
                  <a:lnTo>
                    <a:pt x="2" y="3917"/>
                  </a:lnTo>
                  <a:lnTo>
                    <a:pt x="4" y="3917"/>
                  </a:lnTo>
                  <a:lnTo>
                    <a:pt x="5" y="3917"/>
                  </a:lnTo>
                  <a:lnTo>
                    <a:pt x="6" y="3918"/>
                  </a:lnTo>
                  <a:lnTo>
                    <a:pt x="7" y="3919"/>
                  </a:lnTo>
                  <a:lnTo>
                    <a:pt x="9" y="3921"/>
                  </a:lnTo>
                  <a:lnTo>
                    <a:pt x="9" y="3921"/>
                  </a:lnTo>
                  <a:close/>
                  <a:moveTo>
                    <a:pt x="9" y="4016"/>
                  </a:moveTo>
                  <a:lnTo>
                    <a:pt x="9" y="4072"/>
                  </a:lnTo>
                  <a:lnTo>
                    <a:pt x="7" y="4074"/>
                  </a:lnTo>
                  <a:lnTo>
                    <a:pt x="6" y="4075"/>
                  </a:lnTo>
                  <a:lnTo>
                    <a:pt x="5" y="4076"/>
                  </a:lnTo>
                  <a:lnTo>
                    <a:pt x="4" y="4076"/>
                  </a:lnTo>
                  <a:lnTo>
                    <a:pt x="2" y="4076"/>
                  </a:lnTo>
                  <a:lnTo>
                    <a:pt x="1" y="4075"/>
                  </a:lnTo>
                  <a:lnTo>
                    <a:pt x="1" y="4074"/>
                  </a:lnTo>
                  <a:lnTo>
                    <a:pt x="0" y="4072"/>
                  </a:lnTo>
                  <a:lnTo>
                    <a:pt x="0" y="4016"/>
                  </a:lnTo>
                  <a:lnTo>
                    <a:pt x="1" y="4014"/>
                  </a:lnTo>
                  <a:lnTo>
                    <a:pt x="1" y="4013"/>
                  </a:lnTo>
                  <a:lnTo>
                    <a:pt x="2" y="4013"/>
                  </a:lnTo>
                  <a:lnTo>
                    <a:pt x="4" y="4012"/>
                  </a:lnTo>
                  <a:lnTo>
                    <a:pt x="5" y="4013"/>
                  </a:lnTo>
                  <a:lnTo>
                    <a:pt x="6" y="4013"/>
                  </a:lnTo>
                  <a:lnTo>
                    <a:pt x="7" y="4014"/>
                  </a:lnTo>
                  <a:lnTo>
                    <a:pt x="9" y="4016"/>
                  </a:lnTo>
                  <a:lnTo>
                    <a:pt x="9" y="4016"/>
                  </a:lnTo>
                  <a:close/>
                  <a:moveTo>
                    <a:pt x="9" y="4112"/>
                  </a:moveTo>
                  <a:lnTo>
                    <a:pt x="9" y="4168"/>
                  </a:lnTo>
                  <a:lnTo>
                    <a:pt x="7" y="4169"/>
                  </a:lnTo>
                  <a:lnTo>
                    <a:pt x="6" y="4170"/>
                  </a:lnTo>
                  <a:lnTo>
                    <a:pt x="5" y="4171"/>
                  </a:lnTo>
                  <a:lnTo>
                    <a:pt x="4" y="4171"/>
                  </a:lnTo>
                  <a:lnTo>
                    <a:pt x="2" y="4171"/>
                  </a:lnTo>
                  <a:lnTo>
                    <a:pt x="1" y="4170"/>
                  </a:lnTo>
                  <a:lnTo>
                    <a:pt x="1" y="4169"/>
                  </a:lnTo>
                  <a:lnTo>
                    <a:pt x="0" y="4168"/>
                  </a:lnTo>
                  <a:lnTo>
                    <a:pt x="0" y="4112"/>
                  </a:lnTo>
                  <a:lnTo>
                    <a:pt x="1" y="4111"/>
                  </a:lnTo>
                  <a:lnTo>
                    <a:pt x="1" y="4109"/>
                  </a:lnTo>
                  <a:lnTo>
                    <a:pt x="2" y="4108"/>
                  </a:lnTo>
                  <a:lnTo>
                    <a:pt x="4" y="4108"/>
                  </a:lnTo>
                  <a:lnTo>
                    <a:pt x="5" y="4108"/>
                  </a:lnTo>
                  <a:lnTo>
                    <a:pt x="6" y="4109"/>
                  </a:lnTo>
                  <a:lnTo>
                    <a:pt x="7" y="4111"/>
                  </a:lnTo>
                  <a:lnTo>
                    <a:pt x="9" y="4112"/>
                  </a:lnTo>
                  <a:lnTo>
                    <a:pt x="9" y="4112"/>
                  </a:lnTo>
                  <a:close/>
                  <a:moveTo>
                    <a:pt x="9" y="4208"/>
                  </a:moveTo>
                  <a:lnTo>
                    <a:pt x="9" y="4261"/>
                  </a:lnTo>
                  <a:lnTo>
                    <a:pt x="7" y="4262"/>
                  </a:lnTo>
                  <a:lnTo>
                    <a:pt x="6" y="4264"/>
                  </a:lnTo>
                  <a:lnTo>
                    <a:pt x="5" y="4264"/>
                  </a:lnTo>
                  <a:lnTo>
                    <a:pt x="4" y="4265"/>
                  </a:lnTo>
                  <a:lnTo>
                    <a:pt x="2" y="4264"/>
                  </a:lnTo>
                  <a:lnTo>
                    <a:pt x="1" y="4264"/>
                  </a:lnTo>
                  <a:lnTo>
                    <a:pt x="1" y="4262"/>
                  </a:lnTo>
                  <a:lnTo>
                    <a:pt x="0" y="4261"/>
                  </a:lnTo>
                  <a:lnTo>
                    <a:pt x="0" y="4208"/>
                  </a:lnTo>
                  <a:lnTo>
                    <a:pt x="1" y="4206"/>
                  </a:lnTo>
                  <a:lnTo>
                    <a:pt x="1" y="4205"/>
                  </a:lnTo>
                  <a:lnTo>
                    <a:pt x="2" y="4204"/>
                  </a:lnTo>
                  <a:lnTo>
                    <a:pt x="4" y="4204"/>
                  </a:lnTo>
                  <a:lnTo>
                    <a:pt x="5" y="4204"/>
                  </a:lnTo>
                  <a:lnTo>
                    <a:pt x="6" y="4205"/>
                  </a:lnTo>
                  <a:lnTo>
                    <a:pt x="7" y="4206"/>
                  </a:lnTo>
                  <a:lnTo>
                    <a:pt x="9" y="4208"/>
                  </a:lnTo>
                  <a:lnTo>
                    <a:pt x="9" y="420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3180" y="3358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3677" y="3358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H="1">
              <a:off x="3813" y="1813"/>
              <a:ext cx="431" cy="27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0" name="Rectangle 2"/>
          <p:cNvSpPr txBox="1">
            <a:spLocks noChangeArrowheads="1"/>
          </p:cNvSpPr>
          <p:nvPr/>
        </p:nvSpPr>
        <p:spPr>
          <a:xfrm>
            <a:off x="85724" y="1233487"/>
            <a:ext cx="753427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rgbClr val="00823B"/>
                </a:solidFill>
              </a:rPr>
              <a:t>Closest-Pair Problem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59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AA21-AE9A-40DF-A922-D01930014425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776" y="2116137"/>
            <a:ext cx="3200400" cy="439102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Step </a:t>
            </a:r>
            <a:r>
              <a:rPr lang="en-US" altLang="en-US" dirty="0" smtClean="0"/>
              <a:t>4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en-US" dirty="0"/>
              <a:t>Scan the points in the vertical strip </a:t>
            </a:r>
            <a:r>
              <a:rPr lang="en-US" altLang="en-US" i="1" dirty="0"/>
              <a:t>S </a:t>
            </a:r>
            <a:r>
              <a:rPr lang="en-US" altLang="en-US" dirty="0"/>
              <a:t>from the lowest up</a:t>
            </a:r>
            <a:r>
              <a:rPr lang="en-US" altLang="en-US" dirty="0" smtClean="0"/>
              <a:t>.     </a:t>
            </a:r>
            <a:r>
              <a:rPr lang="en-US" altLang="en-US" dirty="0"/>
              <a:t>For every point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 in the strip, inspect points </a:t>
            </a:r>
            <a:r>
              <a:rPr lang="en-US" altLang="en-US" dirty="0" smtClean="0"/>
              <a:t>in </a:t>
            </a:r>
            <a:r>
              <a:rPr lang="en-US" altLang="en-US" dirty="0"/>
              <a:t>the strip that may be closer to </a:t>
            </a:r>
            <a:r>
              <a:rPr lang="en-US" altLang="en-US" i="1" dirty="0"/>
              <a:t>p</a:t>
            </a:r>
            <a:r>
              <a:rPr lang="en-US" altLang="en-US" dirty="0"/>
              <a:t> than </a:t>
            </a:r>
            <a:r>
              <a:rPr lang="en-US" altLang="en-US" i="1" dirty="0" smtClean="0"/>
              <a:t>d</a:t>
            </a:r>
            <a:r>
              <a:rPr lang="en-US" altLang="en-US" dirty="0" smtClean="0"/>
              <a:t>.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3657600" y="2187575"/>
            <a:ext cx="3763963" cy="3984625"/>
            <a:chOff x="2304" y="1014"/>
            <a:chExt cx="2371" cy="2510"/>
          </a:xfrm>
        </p:grpSpPr>
        <p:sp>
          <p:nvSpPr>
            <p:cNvPr id="3" name="AutoShape 3"/>
            <p:cNvSpPr>
              <a:spLocks noChangeAspect="1" noChangeArrowheads="1" noTextEdit="1"/>
            </p:cNvSpPr>
            <p:nvPr/>
          </p:nvSpPr>
          <p:spPr bwMode="auto">
            <a:xfrm>
              <a:off x="2304" y="1014"/>
              <a:ext cx="2371" cy="2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3457" y="1220"/>
              <a:ext cx="0" cy="212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491" y="2615"/>
              <a:ext cx="42" cy="42"/>
            </a:xfrm>
            <a:custGeom>
              <a:avLst/>
              <a:gdLst>
                <a:gd name="T0" fmla="*/ 83 w 83"/>
                <a:gd name="T1" fmla="*/ 37 h 84"/>
                <a:gd name="T2" fmla="*/ 81 w 83"/>
                <a:gd name="T3" fmla="*/ 30 h 84"/>
                <a:gd name="T4" fmla="*/ 78 w 83"/>
                <a:gd name="T5" fmla="*/ 22 h 84"/>
                <a:gd name="T6" fmla="*/ 74 w 83"/>
                <a:gd name="T7" fmla="*/ 15 h 84"/>
                <a:gd name="T8" fmla="*/ 67 w 83"/>
                <a:gd name="T9" fmla="*/ 10 h 84"/>
                <a:gd name="T10" fmla="*/ 61 w 83"/>
                <a:gd name="T11" fmla="*/ 5 h 84"/>
                <a:gd name="T12" fmla="*/ 54 w 83"/>
                <a:gd name="T13" fmla="*/ 2 h 84"/>
                <a:gd name="T14" fmla="*/ 45 w 83"/>
                <a:gd name="T15" fmla="*/ 0 h 84"/>
                <a:gd name="T16" fmla="*/ 37 w 83"/>
                <a:gd name="T17" fmla="*/ 0 h 84"/>
                <a:gd name="T18" fmla="*/ 29 w 83"/>
                <a:gd name="T19" fmla="*/ 2 h 84"/>
                <a:gd name="T20" fmla="*/ 21 w 83"/>
                <a:gd name="T21" fmla="*/ 5 h 84"/>
                <a:gd name="T22" fmla="*/ 14 w 83"/>
                <a:gd name="T23" fmla="*/ 10 h 84"/>
                <a:gd name="T24" fmla="*/ 9 w 83"/>
                <a:gd name="T25" fmla="*/ 15 h 84"/>
                <a:gd name="T26" fmla="*/ 4 w 83"/>
                <a:gd name="T27" fmla="*/ 22 h 84"/>
                <a:gd name="T28" fmla="*/ 1 w 83"/>
                <a:gd name="T29" fmla="*/ 30 h 84"/>
                <a:gd name="T30" fmla="*/ 0 w 83"/>
                <a:gd name="T31" fmla="*/ 37 h 84"/>
                <a:gd name="T32" fmla="*/ 0 w 83"/>
                <a:gd name="T33" fmla="*/ 46 h 84"/>
                <a:gd name="T34" fmla="*/ 1 w 83"/>
                <a:gd name="T35" fmla="*/ 54 h 84"/>
                <a:gd name="T36" fmla="*/ 4 w 83"/>
                <a:gd name="T37" fmla="*/ 62 h 84"/>
                <a:gd name="T38" fmla="*/ 9 w 83"/>
                <a:gd name="T39" fmla="*/ 68 h 84"/>
                <a:gd name="T40" fmla="*/ 14 w 83"/>
                <a:gd name="T41" fmla="*/ 74 h 84"/>
                <a:gd name="T42" fmla="*/ 21 w 83"/>
                <a:gd name="T43" fmla="*/ 78 h 84"/>
                <a:gd name="T44" fmla="*/ 29 w 83"/>
                <a:gd name="T45" fmla="*/ 82 h 84"/>
                <a:gd name="T46" fmla="*/ 37 w 83"/>
                <a:gd name="T47" fmla="*/ 84 h 84"/>
                <a:gd name="T48" fmla="*/ 45 w 83"/>
                <a:gd name="T49" fmla="*/ 84 h 84"/>
                <a:gd name="T50" fmla="*/ 54 w 83"/>
                <a:gd name="T51" fmla="*/ 82 h 84"/>
                <a:gd name="T52" fmla="*/ 61 w 83"/>
                <a:gd name="T53" fmla="*/ 78 h 84"/>
                <a:gd name="T54" fmla="*/ 67 w 83"/>
                <a:gd name="T55" fmla="*/ 74 h 84"/>
                <a:gd name="T56" fmla="*/ 74 w 83"/>
                <a:gd name="T57" fmla="*/ 68 h 84"/>
                <a:gd name="T58" fmla="*/ 78 w 83"/>
                <a:gd name="T59" fmla="*/ 62 h 84"/>
                <a:gd name="T60" fmla="*/ 81 w 83"/>
                <a:gd name="T61" fmla="*/ 54 h 84"/>
                <a:gd name="T62" fmla="*/ 83 w 83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7"/>
                  </a:lnTo>
                  <a:lnTo>
                    <a:pt x="82" y="34"/>
                  </a:lnTo>
                  <a:lnTo>
                    <a:pt x="81" y="30"/>
                  </a:lnTo>
                  <a:lnTo>
                    <a:pt x="79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1" y="12"/>
                  </a:lnTo>
                  <a:lnTo>
                    <a:pt x="67" y="10"/>
                  </a:lnTo>
                  <a:lnTo>
                    <a:pt x="65" y="7"/>
                  </a:lnTo>
                  <a:lnTo>
                    <a:pt x="61" y="5"/>
                  </a:lnTo>
                  <a:lnTo>
                    <a:pt x="57" y="3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3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9" y="15"/>
                  </a:lnTo>
                  <a:lnTo>
                    <a:pt x="6" y="19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30"/>
                  </a:lnTo>
                  <a:lnTo>
                    <a:pt x="0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8"/>
                  </a:lnTo>
                  <a:lnTo>
                    <a:pt x="4" y="62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2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1" y="84"/>
                  </a:lnTo>
                  <a:lnTo>
                    <a:pt x="45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7" y="74"/>
                  </a:lnTo>
                  <a:lnTo>
                    <a:pt x="71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79" y="58"/>
                  </a:lnTo>
                  <a:lnTo>
                    <a:pt x="81" y="54"/>
                  </a:lnTo>
                  <a:lnTo>
                    <a:pt x="82" y="51"/>
                  </a:lnTo>
                  <a:lnTo>
                    <a:pt x="83" y="46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4243" y="1784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29 h 84"/>
                <a:gd name="T4" fmla="*/ 79 w 84"/>
                <a:gd name="T5" fmla="*/ 22 h 84"/>
                <a:gd name="T6" fmla="*/ 74 w 84"/>
                <a:gd name="T7" fmla="*/ 15 h 84"/>
                <a:gd name="T8" fmla="*/ 69 w 84"/>
                <a:gd name="T9" fmla="*/ 9 h 84"/>
                <a:gd name="T10" fmla="*/ 62 w 84"/>
                <a:gd name="T11" fmla="*/ 5 h 84"/>
                <a:gd name="T12" fmla="*/ 55 w 84"/>
                <a:gd name="T13" fmla="*/ 2 h 84"/>
                <a:gd name="T14" fmla="*/ 47 w 84"/>
                <a:gd name="T15" fmla="*/ 1 h 84"/>
                <a:gd name="T16" fmla="*/ 38 w 84"/>
                <a:gd name="T17" fmla="*/ 1 h 84"/>
                <a:gd name="T18" fmla="*/ 30 w 84"/>
                <a:gd name="T19" fmla="*/ 2 h 84"/>
                <a:gd name="T20" fmla="*/ 23 w 84"/>
                <a:gd name="T21" fmla="*/ 5 h 84"/>
                <a:gd name="T22" fmla="*/ 16 w 84"/>
                <a:gd name="T23" fmla="*/ 9 h 84"/>
                <a:gd name="T24" fmla="*/ 10 w 84"/>
                <a:gd name="T25" fmla="*/ 15 h 84"/>
                <a:gd name="T26" fmla="*/ 6 w 84"/>
                <a:gd name="T27" fmla="*/ 22 h 84"/>
                <a:gd name="T28" fmla="*/ 3 w 84"/>
                <a:gd name="T29" fmla="*/ 29 h 84"/>
                <a:gd name="T30" fmla="*/ 0 w 84"/>
                <a:gd name="T31" fmla="*/ 37 h 84"/>
                <a:gd name="T32" fmla="*/ 0 w 84"/>
                <a:gd name="T33" fmla="*/ 46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8 h 84"/>
                <a:gd name="T40" fmla="*/ 16 w 84"/>
                <a:gd name="T41" fmla="*/ 74 h 84"/>
                <a:gd name="T42" fmla="*/ 23 w 84"/>
                <a:gd name="T43" fmla="*/ 78 h 84"/>
                <a:gd name="T44" fmla="*/ 30 w 84"/>
                <a:gd name="T45" fmla="*/ 81 h 84"/>
                <a:gd name="T46" fmla="*/ 38 w 84"/>
                <a:gd name="T47" fmla="*/ 84 h 84"/>
                <a:gd name="T48" fmla="*/ 47 w 84"/>
                <a:gd name="T49" fmla="*/ 84 h 84"/>
                <a:gd name="T50" fmla="*/ 55 w 84"/>
                <a:gd name="T51" fmla="*/ 81 h 84"/>
                <a:gd name="T52" fmla="*/ 62 w 84"/>
                <a:gd name="T53" fmla="*/ 78 h 84"/>
                <a:gd name="T54" fmla="*/ 69 w 84"/>
                <a:gd name="T55" fmla="*/ 74 h 84"/>
                <a:gd name="T56" fmla="*/ 74 w 84"/>
                <a:gd name="T57" fmla="*/ 68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4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1"/>
                  </a:lnTo>
                  <a:lnTo>
                    <a:pt x="42" y="0"/>
                  </a:lnTo>
                  <a:lnTo>
                    <a:pt x="38" y="1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29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2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3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7" y="84"/>
                  </a:lnTo>
                  <a:lnTo>
                    <a:pt x="51" y="83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583" y="2399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9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5 h 83"/>
                <a:gd name="T12" fmla="*/ 55 w 84"/>
                <a:gd name="T13" fmla="*/ 1 h 83"/>
                <a:gd name="T14" fmla="*/ 47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5 h 83"/>
                <a:gd name="T22" fmla="*/ 16 w 84"/>
                <a:gd name="T23" fmla="*/ 9 h 83"/>
                <a:gd name="T24" fmla="*/ 10 w 84"/>
                <a:gd name="T25" fmla="*/ 14 h 83"/>
                <a:gd name="T26" fmla="*/ 6 w 84"/>
                <a:gd name="T27" fmla="*/ 21 h 83"/>
                <a:gd name="T28" fmla="*/ 3 w 84"/>
                <a:gd name="T29" fmla="*/ 29 h 83"/>
                <a:gd name="T30" fmla="*/ 0 w 84"/>
                <a:gd name="T31" fmla="*/ 37 h 83"/>
                <a:gd name="T32" fmla="*/ 0 w 84"/>
                <a:gd name="T33" fmla="*/ 45 h 83"/>
                <a:gd name="T34" fmla="*/ 3 w 84"/>
                <a:gd name="T35" fmla="*/ 54 h 83"/>
                <a:gd name="T36" fmla="*/ 6 w 84"/>
                <a:gd name="T37" fmla="*/ 61 h 83"/>
                <a:gd name="T38" fmla="*/ 10 w 84"/>
                <a:gd name="T39" fmla="*/ 68 h 83"/>
                <a:gd name="T40" fmla="*/ 16 w 84"/>
                <a:gd name="T41" fmla="*/ 73 h 83"/>
                <a:gd name="T42" fmla="*/ 22 w 84"/>
                <a:gd name="T43" fmla="*/ 78 h 83"/>
                <a:gd name="T44" fmla="*/ 30 w 84"/>
                <a:gd name="T45" fmla="*/ 81 h 83"/>
                <a:gd name="T46" fmla="*/ 38 w 84"/>
                <a:gd name="T47" fmla="*/ 83 h 83"/>
                <a:gd name="T48" fmla="*/ 47 w 84"/>
                <a:gd name="T49" fmla="*/ 83 h 83"/>
                <a:gd name="T50" fmla="*/ 55 w 84"/>
                <a:gd name="T51" fmla="*/ 81 h 83"/>
                <a:gd name="T52" fmla="*/ 62 w 84"/>
                <a:gd name="T53" fmla="*/ 78 h 83"/>
                <a:gd name="T54" fmla="*/ 69 w 84"/>
                <a:gd name="T55" fmla="*/ 73 h 83"/>
                <a:gd name="T56" fmla="*/ 74 w 84"/>
                <a:gd name="T57" fmla="*/ 68 h 83"/>
                <a:gd name="T58" fmla="*/ 79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6" y="7"/>
                  </a:lnTo>
                  <a:lnTo>
                    <a:pt x="62" y="5"/>
                  </a:lnTo>
                  <a:lnTo>
                    <a:pt x="59" y="3"/>
                  </a:lnTo>
                  <a:lnTo>
                    <a:pt x="55" y="1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6" y="3"/>
                  </a:lnTo>
                  <a:lnTo>
                    <a:pt x="22" y="5"/>
                  </a:lnTo>
                  <a:lnTo>
                    <a:pt x="19" y="7"/>
                  </a:lnTo>
                  <a:lnTo>
                    <a:pt x="16" y="9"/>
                  </a:lnTo>
                  <a:lnTo>
                    <a:pt x="13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4" y="26"/>
                  </a:lnTo>
                  <a:lnTo>
                    <a:pt x="3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3" y="54"/>
                  </a:lnTo>
                  <a:lnTo>
                    <a:pt x="4" y="58"/>
                  </a:lnTo>
                  <a:lnTo>
                    <a:pt x="6" y="61"/>
                  </a:lnTo>
                  <a:lnTo>
                    <a:pt x="8" y="64"/>
                  </a:lnTo>
                  <a:lnTo>
                    <a:pt x="10" y="68"/>
                  </a:lnTo>
                  <a:lnTo>
                    <a:pt x="13" y="71"/>
                  </a:lnTo>
                  <a:lnTo>
                    <a:pt x="16" y="73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6" y="80"/>
                  </a:lnTo>
                  <a:lnTo>
                    <a:pt x="30" y="81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7" y="83"/>
                  </a:lnTo>
                  <a:lnTo>
                    <a:pt x="51" y="82"/>
                  </a:lnTo>
                  <a:lnTo>
                    <a:pt x="55" y="81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6" y="76"/>
                  </a:lnTo>
                  <a:lnTo>
                    <a:pt x="69" y="73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7" y="64"/>
                  </a:lnTo>
                  <a:lnTo>
                    <a:pt x="79" y="61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4426" y="304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8" y="3"/>
                  </a:lnTo>
                  <a:lnTo>
                    <a:pt x="55" y="2"/>
                  </a:lnTo>
                  <a:lnTo>
                    <a:pt x="50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2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6" y="22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7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0" y="83"/>
                  </a:lnTo>
                  <a:lnTo>
                    <a:pt x="55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2313" y="1960"/>
              <a:ext cx="472" cy="15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315" y="1041"/>
              <a:ext cx="37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x = m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4625" y="1170"/>
              <a:ext cx="41" cy="42"/>
            </a:xfrm>
            <a:custGeom>
              <a:avLst/>
              <a:gdLst>
                <a:gd name="T0" fmla="*/ 83 w 83"/>
                <a:gd name="T1" fmla="*/ 38 h 83"/>
                <a:gd name="T2" fmla="*/ 82 w 83"/>
                <a:gd name="T3" fmla="*/ 29 h 83"/>
                <a:gd name="T4" fmla="*/ 79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5 h 83"/>
                <a:gd name="T12" fmla="*/ 55 w 83"/>
                <a:gd name="T13" fmla="*/ 1 h 83"/>
                <a:gd name="T14" fmla="*/ 46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1 w 83"/>
                <a:gd name="T21" fmla="*/ 5 h 83"/>
                <a:gd name="T22" fmla="*/ 15 w 83"/>
                <a:gd name="T23" fmla="*/ 9 h 83"/>
                <a:gd name="T24" fmla="*/ 9 w 83"/>
                <a:gd name="T25" fmla="*/ 14 h 83"/>
                <a:gd name="T26" fmla="*/ 5 w 83"/>
                <a:gd name="T27" fmla="*/ 21 h 83"/>
                <a:gd name="T28" fmla="*/ 1 w 83"/>
                <a:gd name="T29" fmla="*/ 29 h 83"/>
                <a:gd name="T30" fmla="*/ 0 w 83"/>
                <a:gd name="T31" fmla="*/ 38 h 83"/>
                <a:gd name="T32" fmla="*/ 0 w 83"/>
                <a:gd name="T33" fmla="*/ 45 h 83"/>
                <a:gd name="T34" fmla="*/ 1 w 83"/>
                <a:gd name="T35" fmla="*/ 54 h 83"/>
                <a:gd name="T36" fmla="*/ 5 w 83"/>
                <a:gd name="T37" fmla="*/ 61 h 83"/>
                <a:gd name="T38" fmla="*/ 9 w 83"/>
                <a:gd name="T39" fmla="*/ 68 h 83"/>
                <a:gd name="T40" fmla="*/ 15 w 83"/>
                <a:gd name="T41" fmla="*/ 74 h 83"/>
                <a:gd name="T42" fmla="*/ 21 w 83"/>
                <a:gd name="T43" fmla="*/ 79 h 83"/>
                <a:gd name="T44" fmla="*/ 29 w 83"/>
                <a:gd name="T45" fmla="*/ 82 h 83"/>
                <a:gd name="T46" fmla="*/ 38 w 83"/>
                <a:gd name="T47" fmla="*/ 83 h 83"/>
                <a:gd name="T48" fmla="*/ 46 w 83"/>
                <a:gd name="T49" fmla="*/ 83 h 83"/>
                <a:gd name="T50" fmla="*/ 55 w 83"/>
                <a:gd name="T51" fmla="*/ 82 h 83"/>
                <a:gd name="T52" fmla="*/ 61 w 83"/>
                <a:gd name="T53" fmla="*/ 79 h 83"/>
                <a:gd name="T54" fmla="*/ 68 w 83"/>
                <a:gd name="T55" fmla="*/ 74 h 83"/>
                <a:gd name="T56" fmla="*/ 74 w 83"/>
                <a:gd name="T57" fmla="*/ 68 h 83"/>
                <a:gd name="T58" fmla="*/ 79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8"/>
                  </a:lnTo>
                  <a:lnTo>
                    <a:pt x="82" y="33"/>
                  </a:lnTo>
                  <a:lnTo>
                    <a:pt x="82" y="29"/>
                  </a:lnTo>
                  <a:lnTo>
                    <a:pt x="80" y="26"/>
                  </a:lnTo>
                  <a:lnTo>
                    <a:pt x="79" y="21"/>
                  </a:lnTo>
                  <a:lnTo>
                    <a:pt x="77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6" y="7"/>
                  </a:lnTo>
                  <a:lnTo>
                    <a:pt x="61" y="5"/>
                  </a:lnTo>
                  <a:lnTo>
                    <a:pt x="58" y="3"/>
                  </a:lnTo>
                  <a:lnTo>
                    <a:pt x="55" y="1"/>
                  </a:lnTo>
                  <a:lnTo>
                    <a:pt x="50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29" y="1"/>
                  </a:lnTo>
                  <a:lnTo>
                    <a:pt x="26" y="3"/>
                  </a:lnTo>
                  <a:lnTo>
                    <a:pt x="21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9" y="14"/>
                  </a:lnTo>
                  <a:lnTo>
                    <a:pt x="7" y="18"/>
                  </a:lnTo>
                  <a:lnTo>
                    <a:pt x="5" y="21"/>
                  </a:lnTo>
                  <a:lnTo>
                    <a:pt x="4" y="26"/>
                  </a:lnTo>
                  <a:lnTo>
                    <a:pt x="1" y="29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4" y="58"/>
                  </a:lnTo>
                  <a:lnTo>
                    <a:pt x="5" y="61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3" y="71"/>
                  </a:lnTo>
                  <a:lnTo>
                    <a:pt x="15" y="74"/>
                  </a:lnTo>
                  <a:lnTo>
                    <a:pt x="18" y="76"/>
                  </a:lnTo>
                  <a:lnTo>
                    <a:pt x="21" y="79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34" y="82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0" y="82"/>
                  </a:lnTo>
                  <a:lnTo>
                    <a:pt x="55" y="82"/>
                  </a:lnTo>
                  <a:lnTo>
                    <a:pt x="58" y="80"/>
                  </a:lnTo>
                  <a:lnTo>
                    <a:pt x="61" y="79"/>
                  </a:lnTo>
                  <a:lnTo>
                    <a:pt x="66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7" y="65"/>
                  </a:lnTo>
                  <a:lnTo>
                    <a:pt x="79" y="61"/>
                  </a:lnTo>
                  <a:lnTo>
                    <a:pt x="80" y="58"/>
                  </a:lnTo>
                  <a:lnTo>
                    <a:pt x="82" y="54"/>
                  </a:lnTo>
                  <a:lnTo>
                    <a:pt x="82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496" y="1435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6 h 84"/>
                <a:gd name="T8" fmla="*/ 68 w 84"/>
                <a:gd name="T9" fmla="*/ 10 h 84"/>
                <a:gd name="T10" fmla="*/ 62 w 84"/>
                <a:gd name="T11" fmla="*/ 6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6 h 84"/>
                <a:gd name="T22" fmla="*/ 15 w 84"/>
                <a:gd name="T23" fmla="*/ 10 h 84"/>
                <a:gd name="T24" fmla="*/ 10 w 84"/>
                <a:gd name="T25" fmla="*/ 16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9 h 84"/>
                <a:gd name="T40" fmla="*/ 15 w 84"/>
                <a:gd name="T41" fmla="*/ 74 h 84"/>
                <a:gd name="T42" fmla="*/ 22 w 84"/>
                <a:gd name="T43" fmla="*/ 79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9 h 84"/>
                <a:gd name="T54" fmla="*/ 68 w 84"/>
                <a:gd name="T55" fmla="*/ 74 h 84"/>
                <a:gd name="T56" fmla="*/ 74 w 84"/>
                <a:gd name="T57" fmla="*/ 69 h 84"/>
                <a:gd name="T58" fmla="*/ 78 w 84"/>
                <a:gd name="T59" fmla="*/ 62 h 84"/>
                <a:gd name="T60" fmla="*/ 82 w 84"/>
                <a:gd name="T61" fmla="*/ 54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8" y="4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113" y="2723"/>
              <a:ext cx="41" cy="41"/>
            </a:xfrm>
            <a:custGeom>
              <a:avLst/>
              <a:gdLst>
                <a:gd name="T0" fmla="*/ 82 w 82"/>
                <a:gd name="T1" fmla="*/ 38 h 83"/>
                <a:gd name="T2" fmla="*/ 80 w 82"/>
                <a:gd name="T3" fmla="*/ 29 h 83"/>
                <a:gd name="T4" fmla="*/ 77 w 82"/>
                <a:gd name="T5" fmla="*/ 22 h 83"/>
                <a:gd name="T6" fmla="*/ 72 w 82"/>
                <a:gd name="T7" fmla="*/ 15 h 83"/>
                <a:gd name="T8" fmla="*/ 67 w 82"/>
                <a:gd name="T9" fmla="*/ 9 h 83"/>
                <a:gd name="T10" fmla="*/ 60 w 82"/>
                <a:gd name="T11" fmla="*/ 5 h 83"/>
                <a:gd name="T12" fmla="*/ 54 w 82"/>
                <a:gd name="T13" fmla="*/ 2 h 83"/>
                <a:gd name="T14" fmla="*/ 45 w 82"/>
                <a:gd name="T15" fmla="*/ 0 h 83"/>
                <a:gd name="T16" fmla="*/ 36 w 82"/>
                <a:gd name="T17" fmla="*/ 0 h 83"/>
                <a:gd name="T18" fmla="*/ 28 w 82"/>
                <a:gd name="T19" fmla="*/ 2 h 83"/>
                <a:gd name="T20" fmla="*/ 21 w 82"/>
                <a:gd name="T21" fmla="*/ 5 h 83"/>
                <a:gd name="T22" fmla="*/ 14 w 82"/>
                <a:gd name="T23" fmla="*/ 9 h 83"/>
                <a:gd name="T24" fmla="*/ 8 w 82"/>
                <a:gd name="T25" fmla="*/ 15 h 83"/>
                <a:gd name="T26" fmla="*/ 4 w 82"/>
                <a:gd name="T27" fmla="*/ 22 h 83"/>
                <a:gd name="T28" fmla="*/ 1 w 82"/>
                <a:gd name="T29" fmla="*/ 29 h 83"/>
                <a:gd name="T30" fmla="*/ 0 w 82"/>
                <a:gd name="T31" fmla="*/ 38 h 83"/>
                <a:gd name="T32" fmla="*/ 0 w 82"/>
                <a:gd name="T33" fmla="*/ 46 h 83"/>
                <a:gd name="T34" fmla="*/ 1 w 82"/>
                <a:gd name="T35" fmla="*/ 55 h 83"/>
                <a:gd name="T36" fmla="*/ 4 w 82"/>
                <a:gd name="T37" fmla="*/ 61 h 83"/>
                <a:gd name="T38" fmla="*/ 8 w 82"/>
                <a:gd name="T39" fmla="*/ 68 h 83"/>
                <a:gd name="T40" fmla="*/ 14 w 82"/>
                <a:gd name="T41" fmla="*/ 75 h 83"/>
                <a:gd name="T42" fmla="*/ 21 w 82"/>
                <a:gd name="T43" fmla="*/ 79 h 83"/>
                <a:gd name="T44" fmla="*/ 28 w 82"/>
                <a:gd name="T45" fmla="*/ 81 h 83"/>
                <a:gd name="T46" fmla="*/ 36 w 82"/>
                <a:gd name="T47" fmla="*/ 83 h 83"/>
                <a:gd name="T48" fmla="*/ 45 w 82"/>
                <a:gd name="T49" fmla="*/ 83 h 83"/>
                <a:gd name="T50" fmla="*/ 54 w 82"/>
                <a:gd name="T51" fmla="*/ 81 h 83"/>
                <a:gd name="T52" fmla="*/ 60 w 82"/>
                <a:gd name="T53" fmla="*/ 79 h 83"/>
                <a:gd name="T54" fmla="*/ 67 w 82"/>
                <a:gd name="T55" fmla="*/ 75 h 83"/>
                <a:gd name="T56" fmla="*/ 72 w 82"/>
                <a:gd name="T57" fmla="*/ 68 h 83"/>
                <a:gd name="T58" fmla="*/ 77 w 82"/>
                <a:gd name="T59" fmla="*/ 61 h 83"/>
                <a:gd name="T60" fmla="*/ 80 w 82"/>
                <a:gd name="T61" fmla="*/ 55 h 83"/>
                <a:gd name="T62" fmla="*/ 82 w 82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3">
                  <a:moveTo>
                    <a:pt x="82" y="41"/>
                  </a:moveTo>
                  <a:lnTo>
                    <a:pt x="82" y="38"/>
                  </a:lnTo>
                  <a:lnTo>
                    <a:pt x="81" y="34"/>
                  </a:lnTo>
                  <a:lnTo>
                    <a:pt x="80" y="29"/>
                  </a:lnTo>
                  <a:lnTo>
                    <a:pt x="79" y="26"/>
                  </a:lnTo>
                  <a:lnTo>
                    <a:pt x="77" y="22"/>
                  </a:lnTo>
                  <a:lnTo>
                    <a:pt x="76" y="18"/>
                  </a:lnTo>
                  <a:lnTo>
                    <a:pt x="72" y="15"/>
                  </a:lnTo>
                  <a:lnTo>
                    <a:pt x="70" y="13"/>
                  </a:lnTo>
                  <a:lnTo>
                    <a:pt x="67" y="9"/>
                  </a:lnTo>
                  <a:lnTo>
                    <a:pt x="64" y="7"/>
                  </a:lnTo>
                  <a:lnTo>
                    <a:pt x="60" y="5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8" y="2"/>
                  </a:lnTo>
                  <a:lnTo>
                    <a:pt x="25" y="4"/>
                  </a:lnTo>
                  <a:lnTo>
                    <a:pt x="21" y="5"/>
                  </a:lnTo>
                  <a:lnTo>
                    <a:pt x="17" y="7"/>
                  </a:lnTo>
                  <a:lnTo>
                    <a:pt x="14" y="9"/>
                  </a:lnTo>
                  <a:lnTo>
                    <a:pt x="12" y="13"/>
                  </a:lnTo>
                  <a:lnTo>
                    <a:pt x="8" y="15"/>
                  </a:lnTo>
                  <a:lnTo>
                    <a:pt x="6" y="18"/>
                  </a:lnTo>
                  <a:lnTo>
                    <a:pt x="4" y="22"/>
                  </a:lnTo>
                  <a:lnTo>
                    <a:pt x="2" y="26"/>
                  </a:lnTo>
                  <a:lnTo>
                    <a:pt x="1" y="29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0" y="41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1" y="55"/>
                  </a:lnTo>
                  <a:lnTo>
                    <a:pt x="2" y="58"/>
                  </a:lnTo>
                  <a:lnTo>
                    <a:pt x="4" y="61"/>
                  </a:lnTo>
                  <a:lnTo>
                    <a:pt x="6" y="66"/>
                  </a:lnTo>
                  <a:lnTo>
                    <a:pt x="8" y="68"/>
                  </a:lnTo>
                  <a:lnTo>
                    <a:pt x="12" y="71"/>
                  </a:lnTo>
                  <a:lnTo>
                    <a:pt x="14" y="75"/>
                  </a:lnTo>
                  <a:lnTo>
                    <a:pt x="17" y="77"/>
                  </a:lnTo>
                  <a:lnTo>
                    <a:pt x="21" y="79"/>
                  </a:lnTo>
                  <a:lnTo>
                    <a:pt x="25" y="80"/>
                  </a:lnTo>
                  <a:lnTo>
                    <a:pt x="28" y="81"/>
                  </a:lnTo>
                  <a:lnTo>
                    <a:pt x="33" y="82"/>
                  </a:lnTo>
                  <a:lnTo>
                    <a:pt x="36" y="83"/>
                  </a:lnTo>
                  <a:lnTo>
                    <a:pt x="40" y="83"/>
                  </a:lnTo>
                  <a:lnTo>
                    <a:pt x="45" y="83"/>
                  </a:lnTo>
                  <a:lnTo>
                    <a:pt x="49" y="82"/>
                  </a:lnTo>
                  <a:lnTo>
                    <a:pt x="54" y="81"/>
                  </a:lnTo>
                  <a:lnTo>
                    <a:pt x="57" y="80"/>
                  </a:lnTo>
                  <a:lnTo>
                    <a:pt x="60" y="79"/>
                  </a:lnTo>
                  <a:lnTo>
                    <a:pt x="64" y="77"/>
                  </a:lnTo>
                  <a:lnTo>
                    <a:pt x="67" y="75"/>
                  </a:lnTo>
                  <a:lnTo>
                    <a:pt x="70" y="71"/>
                  </a:lnTo>
                  <a:lnTo>
                    <a:pt x="72" y="68"/>
                  </a:lnTo>
                  <a:lnTo>
                    <a:pt x="76" y="66"/>
                  </a:lnTo>
                  <a:lnTo>
                    <a:pt x="77" y="61"/>
                  </a:lnTo>
                  <a:lnTo>
                    <a:pt x="79" y="58"/>
                  </a:lnTo>
                  <a:lnTo>
                    <a:pt x="80" y="55"/>
                  </a:lnTo>
                  <a:lnTo>
                    <a:pt x="81" y="50"/>
                  </a:lnTo>
                  <a:lnTo>
                    <a:pt x="82" y="46"/>
                  </a:lnTo>
                  <a:lnTo>
                    <a:pt x="82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034" y="1203"/>
              <a:ext cx="42" cy="42"/>
            </a:xfrm>
            <a:custGeom>
              <a:avLst/>
              <a:gdLst>
                <a:gd name="T0" fmla="*/ 84 w 84"/>
                <a:gd name="T1" fmla="*/ 38 h 84"/>
                <a:gd name="T2" fmla="*/ 82 w 84"/>
                <a:gd name="T3" fmla="*/ 30 h 84"/>
                <a:gd name="T4" fmla="*/ 79 w 84"/>
                <a:gd name="T5" fmla="*/ 23 h 84"/>
                <a:gd name="T6" fmla="*/ 74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3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3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3 h 84"/>
                <a:gd name="T28" fmla="*/ 3 w 84"/>
                <a:gd name="T29" fmla="*/ 30 h 84"/>
                <a:gd name="T30" fmla="*/ 2 w 84"/>
                <a:gd name="T31" fmla="*/ 38 h 84"/>
                <a:gd name="T32" fmla="*/ 2 w 84"/>
                <a:gd name="T33" fmla="*/ 47 h 84"/>
                <a:gd name="T34" fmla="*/ 3 w 84"/>
                <a:gd name="T35" fmla="*/ 55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5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5 h 84"/>
                <a:gd name="T56" fmla="*/ 74 w 84"/>
                <a:gd name="T57" fmla="*/ 69 h 84"/>
                <a:gd name="T58" fmla="*/ 79 w 84"/>
                <a:gd name="T59" fmla="*/ 62 h 84"/>
                <a:gd name="T60" fmla="*/ 82 w 84"/>
                <a:gd name="T61" fmla="*/ 55 h 84"/>
                <a:gd name="T62" fmla="*/ 84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4" y="38"/>
                  </a:lnTo>
                  <a:lnTo>
                    <a:pt x="83" y="34"/>
                  </a:lnTo>
                  <a:lnTo>
                    <a:pt x="82" y="30"/>
                  </a:lnTo>
                  <a:lnTo>
                    <a:pt x="81" y="26"/>
                  </a:lnTo>
                  <a:lnTo>
                    <a:pt x="79" y="23"/>
                  </a:lnTo>
                  <a:lnTo>
                    <a:pt x="78" y="19"/>
                  </a:lnTo>
                  <a:lnTo>
                    <a:pt x="74" y="16"/>
                  </a:lnTo>
                  <a:lnTo>
                    <a:pt x="72" y="13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4"/>
                  </a:lnTo>
                  <a:lnTo>
                    <a:pt x="55" y="3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0" y="3"/>
                  </a:lnTo>
                  <a:lnTo>
                    <a:pt x="27" y="4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4" y="13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3"/>
                  </a:lnTo>
                  <a:lnTo>
                    <a:pt x="4" y="26"/>
                  </a:lnTo>
                  <a:lnTo>
                    <a:pt x="3" y="30"/>
                  </a:lnTo>
                  <a:lnTo>
                    <a:pt x="2" y="34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2" y="47"/>
                  </a:lnTo>
                  <a:lnTo>
                    <a:pt x="2" y="50"/>
                  </a:lnTo>
                  <a:lnTo>
                    <a:pt x="3" y="55"/>
                  </a:lnTo>
                  <a:lnTo>
                    <a:pt x="4" y="58"/>
                  </a:lnTo>
                  <a:lnTo>
                    <a:pt x="6" y="62"/>
                  </a:lnTo>
                  <a:lnTo>
                    <a:pt x="8" y="66"/>
                  </a:lnTo>
                  <a:lnTo>
                    <a:pt x="10" y="69"/>
                  </a:lnTo>
                  <a:lnTo>
                    <a:pt x="14" y="72"/>
                  </a:lnTo>
                  <a:lnTo>
                    <a:pt x="16" y="75"/>
                  </a:lnTo>
                  <a:lnTo>
                    <a:pt x="19" y="77"/>
                  </a:lnTo>
                  <a:lnTo>
                    <a:pt x="23" y="79"/>
                  </a:lnTo>
                  <a:lnTo>
                    <a:pt x="27" y="81"/>
                  </a:lnTo>
                  <a:lnTo>
                    <a:pt x="30" y="82"/>
                  </a:lnTo>
                  <a:lnTo>
                    <a:pt x="35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7"/>
                  </a:lnTo>
                  <a:lnTo>
                    <a:pt x="69" y="75"/>
                  </a:lnTo>
                  <a:lnTo>
                    <a:pt x="72" y="72"/>
                  </a:lnTo>
                  <a:lnTo>
                    <a:pt x="74" y="69"/>
                  </a:lnTo>
                  <a:lnTo>
                    <a:pt x="78" y="66"/>
                  </a:lnTo>
                  <a:lnTo>
                    <a:pt x="79" y="62"/>
                  </a:lnTo>
                  <a:lnTo>
                    <a:pt x="81" y="58"/>
                  </a:lnTo>
                  <a:lnTo>
                    <a:pt x="82" y="55"/>
                  </a:lnTo>
                  <a:lnTo>
                    <a:pt x="83" y="50"/>
                  </a:lnTo>
                  <a:lnTo>
                    <a:pt x="84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2743" y="194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1 h 83"/>
                <a:gd name="T6" fmla="*/ 74 w 84"/>
                <a:gd name="T7" fmla="*/ 14 h 83"/>
                <a:gd name="T8" fmla="*/ 69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4 h 83"/>
                <a:gd name="T26" fmla="*/ 5 w 84"/>
                <a:gd name="T27" fmla="*/ 21 h 83"/>
                <a:gd name="T28" fmla="*/ 2 w 84"/>
                <a:gd name="T29" fmla="*/ 29 h 83"/>
                <a:gd name="T30" fmla="*/ 1 w 84"/>
                <a:gd name="T31" fmla="*/ 37 h 83"/>
                <a:gd name="T32" fmla="*/ 1 w 84"/>
                <a:gd name="T33" fmla="*/ 45 h 83"/>
                <a:gd name="T34" fmla="*/ 2 w 84"/>
                <a:gd name="T35" fmla="*/ 54 h 83"/>
                <a:gd name="T36" fmla="*/ 5 w 84"/>
                <a:gd name="T37" fmla="*/ 61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9 w 84"/>
                <a:gd name="T55" fmla="*/ 74 h 83"/>
                <a:gd name="T56" fmla="*/ 74 w 84"/>
                <a:gd name="T57" fmla="*/ 68 h 83"/>
                <a:gd name="T58" fmla="*/ 78 w 84"/>
                <a:gd name="T59" fmla="*/ 61 h 83"/>
                <a:gd name="T60" fmla="*/ 82 w 84"/>
                <a:gd name="T61" fmla="*/ 54 h 83"/>
                <a:gd name="T62" fmla="*/ 84 w 84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1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0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6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1" y="37"/>
                  </a:lnTo>
                  <a:lnTo>
                    <a:pt x="0" y="41"/>
                  </a:lnTo>
                  <a:lnTo>
                    <a:pt x="1" y="45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1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5"/>
                  </a:lnTo>
                  <a:lnTo>
                    <a:pt x="84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313" y="2092"/>
              <a:ext cx="42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9 h 83"/>
                <a:gd name="T4" fmla="*/ 78 w 83"/>
                <a:gd name="T5" fmla="*/ 21 h 83"/>
                <a:gd name="T6" fmla="*/ 74 w 83"/>
                <a:gd name="T7" fmla="*/ 14 h 83"/>
                <a:gd name="T8" fmla="*/ 68 w 83"/>
                <a:gd name="T9" fmla="*/ 9 h 83"/>
                <a:gd name="T10" fmla="*/ 61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7 w 83"/>
                <a:gd name="T17" fmla="*/ 0 h 83"/>
                <a:gd name="T18" fmla="*/ 29 w 83"/>
                <a:gd name="T19" fmla="*/ 1 h 83"/>
                <a:gd name="T20" fmla="*/ 21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1 h 83"/>
                <a:gd name="T28" fmla="*/ 1 w 83"/>
                <a:gd name="T29" fmla="*/ 29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1 h 83"/>
                <a:gd name="T38" fmla="*/ 9 w 83"/>
                <a:gd name="T39" fmla="*/ 68 h 83"/>
                <a:gd name="T40" fmla="*/ 14 w 83"/>
                <a:gd name="T41" fmla="*/ 74 h 83"/>
                <a:gd name="T42" fmla="*/ 21 w 83"/>
                <a:gd name="T43" fmla="*/ 78 h 83"/>
                <a:gd name="T44" fmla="*/ 29 w 83"/>
                <a:gd name="T45" fmla="*/ 82 h 83"/>
                <a:gd name="T46" fmla="*/ 37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1 w 83"/>
                <a:gd name="T53" fmla="*/ 78 h 83"/>
                <a:gd name="T54" fmla="*/ 68 w 83"/>
                <a:gd name="T55" fmla="*/ 74 h 83"/>
                <a:gd name="T56" fmla="*/ 74 w 83"/>
                <a:gd name="T57" fmla="*/ 68 h 83"/>
                <a:gd name="T58" fmla="*/ 78 w 83"/>
                <a:gd name="T59" fmla="*/ 61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1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79" y="25"/>
                  </a:lnTo>
                  <a:lnTo>
                    <a:pt x="78" y="21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1" y="4"/>
                  </a:lnTo>
                  <a:lnTo>
                    <a:pt x="57" y="3"/>
                  </a:lnTo>
                  <a:lnTo>
                    <a:pt x="54" y="1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1" y="4"/>
                  </a:lnTo>
                  <a:lnTo>
                    <a:pt x="17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6" y="18"/>
                  </a:lnTo>
                  <a:lnTo>
                    <a:pt x="4" y="21"/>
                  </a:lnTo>
                  <a:lnTo>
                    <a:pt x="3" y="25"/>
                  </a:lnTo>
                  <a:lnTo>
                    <a:pt x="1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0" y="41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1"/>
                  </a:lnTo>
                  <a:lnTo>
                    <a:pt x="6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7" y="76"/>
                  </a:lnTo>
                  <a:lnTo>
                    <a:pt x="21" y="78"/>
                  </a:lnTo>
                  <a:lnTo>
                    <a:pt x="25" y="80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7" y="83"/>
                  </a:lnTo>
                  <a:lnTo>
                    <a:pt x="41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0"/>
                  </a:lnTo>
                  <a:lnTo>
                    <a:pt x="61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1"/>
                  </a:lnTo>
                  <a:lnTo>
                    <a:pt x="79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1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3261" y="2216"/>
              <a:ext cx="42" cy="42"/>
            </a:xfrm>
            <a:custGeom>
              <a:avLst/>
              <a:gdLst>
                <a:gd name="T0" fmla="*/ 84 w 84"/>
                <a:gd name="T1" fmla="*/ 37 h 83"/>
                <a:gd name="T2" fmla="*/ 82 w 84"/>
                <a:gd name="T3" fmla="*/ 29 h 83"/>
                <a:gd name="T4" fmla="*/ 78 w 84"/>
                <a:gd name="T5" fmla="*/ 22 h 83"/>
                <a:gd name="T6" fmla="*/ 74 w 84"/>
                <a:gd name="T7" fmla="*/ 15 h 83"/>
                <a:gd name="T8" fmla="*/ 68 w 84"/>
                <a:gd name="T9" fmla="*/ 9 h 83"/>
                <a:gd name="T10" fmla="*/ 62 w 84"/>
                <a:gd name="T11" fmla="*/ 4 h 83"/>
                <a:gd name="T12" fmla="*/ 54 w 84"/>
                <a:gd name="T13" fmla="*/ 1 h 83"/>
                <a:gd name="T14" fmla="*/ 46 w 84"/>
                <a:gd name="T15" fmla="*/ 0 h 83"/>
                <a:gd name="T16" fmla="*/ 38 w 84"/>
                <a:gd name="T17" fmla="*/ 0 h 83"/>
                <a:gd name="T18" fmla="*/ 30 w 84"/>
                <a:gd name="T19" fmla="*/ 1 h 83"/>
                <a:gd name="T20" fmla="*/ 22 w 84"/>
                <a:gd name="T21" fmla="*/ 4 h 83"/>
                <a:gd name="T22" fmla="*/ 15 w 84"/>
                <a:gd name="T23" fmla="*/ 9 h 83"/>
                <a:gd name="T24" fmla="*/ 10 w 84"/>
                <a:gd name="T25" fmla="*/ 15 h 83"/>
                <a:gd name="T26" fmla="*/ 5 w 84"/>
                <a:gd name="T27" fmla="*/ 22 h 83"/>
                <a:gd name="T28" fmla="*/ 2 w 84"/>
                <a:gd name="T29" fmla="*/ 29 h 83"/>
                <a:gd name="T30" fmla="*/ 0 w 84"/>
                <a:gd name="T31" fmla="*/ 37 h 83"/>
                <a:gd name="T32" fmla="*/ 0 w 84"/>
                <a:gd name="T33" fmla="*/ 46 h 83"/>
                <a:gd name="T34" fmla="*/ 2 w 84"/>
                <a:gd name="T35" fmla="*/ 54 h 83"/>
                <a:gd name="T36" fmla="*/ 5 w 84"/>
                <a:gd name="T37" fmla="*/ 62 h 83"/>
                <a:gd name="T38" fmla="*/ 10 w 84"/>
                <a:gd name="T39" fmla="*/ 68 h 83"/>
                <a:gd name="T40" fmla="*/ 15 w 84"/>
                <a:gd name="T41" fmla="*/ 74 h 83"/>
                <a:gd name="T42" fmla="*/ 22 w 84"/>
                <a:gd name="T43" fmla="*/ 78 h 83"/>
                <a:gd name="T44" fmla="*/ 30 w 84"/>
                <a:gd name="T45" fmla="*/ 82 h 83"/>
                <a:gd name="T46" fmla="*/ 38 w 84"/>
                <a:gd name="T47" fmla="*/ 83 h 83"/>
                <a:gd name="T48" fmla="*/ 46 w 84"/>
                <a:gd name="T49" fmla="*/ 83 h 83"/>
                <a:gd name="T50" fmla="*/ 54 w 84"/>
                <a:gd name="T51" fmla="*/ 82 h 83"/>
                <a:gd name="T52" fmla="*/ 62 w 84"/>
                <a:gd name="T53" fmla="*/ 78 h 83"/>
                <a:gd name="T54" fmla="*/ 68 w 84"/>
                <a:gd name="T55" fmla="*/ 74 h 83"/>
                <a:gd name="T56" fmla="*/ 74 w 84"/>
                <a:gd name="T57" fmla="*/ 68 h 83"/>
                <a:gd name="T58" fmla="*/ 78 w 84"/>
                <a:gd name="T59" fmla="*/ 62 h 83"/>
                <a:gd name="T60" fmla="*/ 82 w 84"/>
                <a:gd name="T61" fmla="*/ 54 h 83"/>
                <a:gd name="T62" fmla="*/ 84 w 84"/>
                <a:gd name="T63" fmla="*/ 4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3">
                  <a:moveTo>
                    <a:pt x="84" y="42"/>
                  </a:moveTo>
                  <a:lnTo>
                    <a:pt x="84" y="37"/>
                  </a:lnTo>
                  <a:lnTo>
                    <a:pt x="83" y="33"/>
                  </a:lnTo>
                  <a:lnTo>
                    <a:pt x="82" y="29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8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9"/>
                  </a:lnTo>
                  <a:lnTo>
                    <a:pt x="65" y="7"/>
                  </a:lnTo>
                  <a:lnTo>
                    <a:pt x="62" y="4"/>
                  </a:lnTo>
                  <a:lnTo>
                    <a:pt x="59" y="3"/>
                  </a:lnTo>
                  <a:lnTo>
                    <a:pt x="54" y="1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30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9" y="7"/>
                  </a:lnTo>
                  <a:lnTo>
                    <a:pt x="15" y="9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29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2" y="54"/>
                  </a:lnTo>
                  <a:lnTo>
                    <a:pt x="3" y="57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1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0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6" y="83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9" y="80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4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3545" y="3004"/>
              <a:ext cx="41" cy="41"/>
            </a:xfrm>
            <a:custGeom>
              <a:avLst/>
              <a:gdLst>
                <a:gd name="T0" fmla="*/ 83 w 83"/>
                <a:gd name="T1" fmla="*/ 37 h 83"/>
                <a:gd name="T2" fmla="*/ 82 w 83"/>
                <a:gd name="T3" fmla="*/ 28 h 83"/>
                <a:gd name="T4" fmla="*/ 79 w 83"/>
                <a:gd name="T5" fmla="*/ 22 h 83"/>
                <a:gd name="T6" fmla="*/ 74 w 83"/>
                <a:gd name="T7" fmla="*/ 14 h 83"/>
                <a:gd name="T8" fmla="*/ 69 w 83"/>
                <a:gd name="T9" fmla="*/ 9 h 83"/>
                <a:gd name="T10" fmla="*/ 62 w 83"/>
                <a:gd name="T11" fmla="*/ 4 h 83"/>
                <a:gd name="T12" fmla="*/ 54 w 83"/>
                <a:gd name="T13" fmla="*/ 1 h 83"/>
                <a:gd name="T14" fmla="*/ 45 w 83"/>
                <a:gd name="T15" fmla="*/ 0 h 83"/>
                <a:gd name="T16" fmla="*/ 38 w 83"/>
                <a:gd name="T17" fmla="*/ 0 h 83"/>
                <a:gd name="T18" fmla="*/ 29 w 83"/>
                <a:gd name="T19" fmla="*/ 1 h 83"/>
                <a:gd name="T20" fmla="*/ 22 w 83"/>
                <a:gd name="T21" fmla="*/ 4 h 83"/>
                <a:gd name="T22" fmla="*/ 14 w 83"/>
                <a:gd name="T23" fmla="*/ 9 h 83"/>
                <a:gd name="T24" fmla="*/ 9 w 83"/>
                <a:gd name="T25" fmla="*/ 14 h 83"/>
                <a:gd name="T26" fmla="*/ 4 w 83"/>
                <a:gd name="T27" fmla="*/ 22 h 83"/>
                <a:gd name="T28" fmla="*/ 1 w 83"/>
                <a:gd name="T29" fmla="*/ 28 h 83"/>
                <a:gd name="T30" fmla="*/ 0 w 83"/>
                <a:gd name="T31" fmla="*/ 37 h 83"/>
                <a:gd name="T32" fmla="*/ 0 w 83"/>
                <a:gd name="T33" fmla="*/ 45 h 83"/>
                <a:gd name="T34" fmla="*/ 1 w 83"/>
                <a:gd name="T35" fmla="*/ 54 h 83"/>
                <a:gd name="T36" fmla="*/ 4 w 83"/>
                <a:gd name="T37" fmla="*/ 62 h 83"/>
                <a:gd name="T38" fmla="*/ 9 w 83"/>
                <a:gd name="T39" fmla="*/ 68 h 83"/>
                <a:gd name="T40" fmla="*/ 14 w 83"/>
                <a:gd name="T41" fmla="*/ 74 h 83"/>
                <a:gd name="T42" fmla="*/ 22 w 83"/>
                <a:gd name="T43" fmla="*/ 78 h 83"/>
                <a:gd name="T44" fmla="*/ 29 w 83"/>
                <a:gd name="T45" fmla="*/ 82 h 83"/>
                <a:gd name="T46" fmla="*/ 38 w 83"/>
                <a:gd name="T47" fmla="*/ 83 h 83"/>
                <a:gd name="T48" fmla="*/ 45 w 83"/>
                <a:gd name="T49" fmla="*/ 83 h 83"/>
                <a:gd name="T50" fmla="*/ 54 w 83"/>
                <a:gd name="T51" fmla="*/ 82 h 83"/>
                <a:gd name="T52" fmla="*/ 62 w 83"/>
                <a:gd name="T53" fmla="*/ 78 h 83"/>
                <a:gd name="T54" fmla="*/ 69 w 83"/>
                <a:gd name="T55" fmla="*/ 74 h 83"/>
                <a:gd name="T56" fmla="*/ 74 w 83"/>
                <a:gd name="T57" fmla="*/ 68 h 83"/>
                <a:gd name="T58" fmla="*/ 79 w 83"/>
                <a:gd name="T59" fmla="*/ 62 h 83"/>
                <a:gd name="T60" fmla="*/ 82 w 83"/>
                <a:gd name="T61" fmla="*/ 54 h 83"/>
                <a:gd name="T62" fmla="*/ 83 w 83"/>
                <a:gd name="T63" fmla="*/ 4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3">
                  <a:moveTo>
                    <a:pt x="83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28"/>
                  </a:lnTo>
                  <a:lnTo>
                    <a:pt x="80" y="25"/>
                  </a:lnTo>
                  <a:lnTo>
                    <a:pt x="79" y="22"/>
                  </a:lnTo>
                  <a:lnTo>
                    <a:pt x="76" y="17"/>
                  </a:lnTo>
                  <a:lnTo>
                    <a:pt x="74" y="14"/>
                  </a:lnTo>
                  <a:lnTo>
                    <a:pt x="71" y="12"/>
                  </a:lnTo>
                  <a:lnTo>
                    <a:pt x="69" y="9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58" y="3"/>
                  </a:lnTo>
                  <a:lnTo>
                    <a:pt x="54" y="1"/>
                  </a:lnTo>
                  <a:lnTo>
                    <a:pt x="50" y="1"/>
                  </a:lnTo>
                  <a:lnTo>
                    <a:pt x="45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1"/>
                  </a:lnTo>
                  <a:lnTo>
                    <a:pt x="25" y="3"/>
                  </a:lnTo>
                  <a:lnTo>
                    <a:pt x="22" y="4"/>
                  </a:lnTo>
                  <a:lnTo>
                    <a:pt x="18" y="6"/>
                  </a:lnTo>
                  <a:lnTo>
                    <a:pt x="14" y="9"/>
                  </a:lnTo>
                  <a:lnTo>
                    <a:pt x="12" y="12"/>
                  </a:lnTo>
                  <a:lnTo>
                    <a:pt x="9" y="14"/>
                  </a:lnTo>
                  <a:lnTo>
                    <a:pt x="7" y="17"/>
                  </a:lnTo>
                  <a:lnTo>
                    <a:pt x="4" y="22"/>
                  </a:lnTo>
                  <a:lnTo>
                    <a:pt x="3" y="25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1" y="50"/>
                  </a:lnTo>
                  <a:lnTo>
                    <a:pt x="1" y="54"/>
                  </a:lnTo>
                  <a:lnTo>
                    <a:pt x="3" y="57"/>
                  </a:lnTo>
                  <a:lnTo>
                    <a:pt x="4" y="62"/>
                  </a:lnTo>
                  <a:lnTo>
                    <a:pt x="7" y="65"/>
                  </a:lnTo>
                  <a:lnTo>
                    <a:pt x="9" y="68"/>
                  </a:lnTo>
                  <a:lnTo>
                    <a:pt x="12" y="71"/>
                  </a:lnTo>
                  <a:lnTo>
                    <a:pt x="14" y="74"/>
                  </a:lnTo>
                  <a:lnTo>
                    <a:pt x="18" y="76"/>
                  </a:lnTo>
                  <a:lnTo>
                    <a:pt x="22" y="78"/>
                  </a:lnTo>
                  <a:lnTo>
                    <a:pt x="25" y="79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3"/>
                  </a:lnTo>
                  <a:lnTo>
                    <a:pt x="42" y="83"/>
                  </a:lnTo>
                  <a:lnTo>
                    <a:pt x="45" y="83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8" y="79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9" y="74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9" y="62"/>
                  </a:lnTo>
                  <a:lnTo>
                    <a:pt x="80" y="57"/>
                  </a:lnTo>
                  <a:lnTo>
                    <a:pt x="82" y="54"/>
                  </a:lnTo>
                  <a:lnTo>
                    <a:pt x="83" y="50"/>
                  </a:lnTo>
                  <a:lnTo>
                    <a:pt x="83" y="45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/>
          </p:nvSpPr>
          <p:spPr bwMode="auto">
            <a:xfrm>
              <a:off x="3311" y="3213"/>
              <a:ext cx="42" cy="42"/>
            </a:xfrm>
            <a:custGeom>
              <a:avLst/>
              <a:gdLst>
                <a:gd name="T0" fmla="*/ 83 w 84"/>
                <a:gd name="T1" fmla="*/ 38 h 84"/>
                <a:gd name="T2" fmla="*/ 82 w 84"/>
                <a:gd name="T3" fmla="*/ 30 h 84"/>
                <a:gd name="T4" fmla="*/ 79 w 84"/>
                <a:gd name="T5" fmla="*/ 22 h 84"/>
                <a:gd name="T6" fmla="*/ 75 w 84"/>
                <a:gd name="T7" fmla="*/ 16 h 84"/>
                <a:gd name="T8" fmla="*/ 69 w 84"/>
                <a:gd name="T9" fmla="*/ 10 h 84"/>
                <a:gd name="T10" fmla="*/ 62 w 84"/>
                <a:gd name="T11" fmla="*/ 6 h 84"/>
                <a:gd name="T12" fmla="*/ 55 w 84"/>
                <a:gd name="T13" fmla="*/ 2 h 84"/>
                <a:gd name="T14" fmla="*/ 47 w 84"/>
                <a:gd name="T15" fmla="*/ 0 h 84"/>
                <a:gd name="T16" fmla="*/ 38 w 84"/>
                <a:gd name="T17" fmla="*/ 0 h 84"/>
                <a:gd name="T18" fmla="*/ 30 w 84"/>
                <a:gd name="T19" fmla="*/ 2 h 84"/>
                <a:gd name="T20" fmla="*/ 23 w 84"/>
                <a:gd name="T21" fmla="*/ 6 h 84"/>
                <a:gd name="T22" fmla="*/ 16 w 84"/>
                <a:gd name="T23" fmla="*/ 10 h 84"/>
                <a:gd name="T24" fmla="*/ 10 w 84"/>
                <a:gd name="T25" fmla="*/ 16 h 84"/>
                <a:gd name="T26" fmla="*/ 6 w 84"/>
                <a:gd name="T27" fmla="*/ 22 h 84"/>
                <a:gd name="T28" fmla="*/ 3 w 84"/>
                <a:gd name="T29" fmla="*/ 30 h 84"/>
                <a:gd name="T30" fmla="*/ 0 w 84"/>
                <a:gd name="T31" fmla="*/ 38 h 84"/>
                <a:gd name="T32" fmla="*/ 0 w 84"/>
                <a:gd name="T33" fmla="*/ 47 h 84"/>
                <a:gd name="T34" fmla="*/ 3 w 84"/>
                <a:gd name="T35" fmla="*/ 54 h 84"/>
                <a:gd name="T36" fmla="*/ 6 w 84"/>
                <a:gd name="T37" fmla="*/ 62 h 84"/>
                <a:gd name="T38" fmla="*/ 10 w 84"/>
                <a:gd name="T39" fmla="*/ 69 h 84"/>
                <a:gd name="T40" fmla="*/ 16 w 84"/>
                <a:gd name="T41" fmla="*/ 74 h 84"/>
                <a:gd name="T42" fmla="*/ 23 w 84"/>
                <a:gd name="T43" fmla="*/ 79 h 84"/>
                <a:gd name="T44" fmla="*/ 30 w 84"/>
                <a:gd name="T45" fmla="*/ 82 h 84"/>
                <a:gd name="T46" fmla="*/ 38 w 84"/>
                <a:gd name="T47" fmla="*/ 83 h 84"/>
                <a:gd name="T48" fmla="*/ 47 w 84"/>
                <a:gd name="T49" fmla="*/ 83 h 84"/>
                <a:gd name="T50" fmla="*/ 55 w 84"/>
                <a:gd name="T51" fmla="*/ 82 h 84"/>
                <a:gd name="T52" fmla="*/ 62 w 84"/>
                <a:gd name="T53" fmla="*/ 79 h 84"/>
                <a:gd name="T54" fmla="*/ 69 w 84"/>
                <a:gd name="T55" fmla="*/ 74 h 84"/>
                <a:gd name="T56" fmla="*/ 75 w 84"/>
                <a:gd name="T57" fmla="*/ 69 h 84"/>
                <a:gd name="T58" fmla="*/ 79 w 84"/>
                <a:gd name="T59" fmla="*/ 62 h 84"/>
                <a:gd name="T60" fmla="*/ 82 w 84"/>
                <a:gd name="T61" fmla="*/ 54 h 84"/>
                <a:gd name="T62" fmla="*/ 83 w 84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8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9" y="22"/>
                  </a:lnTo>
                  <a:lnTo>
                    <a:pt x="77" y="19"/>
                  </a:lnTo>
                  <a:lnTo>
                    <a:pt x="75" y="16"/>
                  </a:lnTo>
                  <a:lnTo>
                    <a:pt x="72" y="12"/>
                  </a:lnTo>
                  <a:lnTo>
                    <a:pt x="69" y="10"/>
                  </a:lnTo>
                  <a:lnTo>
                    <a:pt x="66" y="7"/>
                  </a:lnTo>
                  <a:lnTo>
                    <a:pt x="62" y="6"/>
                  </a:lnTo>
                  <a:lnTo>
                    <a:pt x="59" y="3"/>
                  </a:lnTo>
                  <a:lnTo>
                    <a:pt x="55" y="2"/>
                  </a:lnTo>
                  <a:lnTo>
                    <a:pt x="51" y="1"/>
                  </a:lnTo>
                  <a:lnTo>
                    <a:pt x="47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0" y="2"/>
                  </a:lnTo>
                  <a:lnTo>
                    <a:pt x="26" y="3"/>
                  </a:lnTo>
                  <a:lnTo>
                    <a:pt x="23" y="6"/>
                  </a:lnTo>
                  <a:lnTo>
                    <a:pt x="19" y="7"/>
                  </a:lnTo>
                  <a:lnTo>
                    <a:pt x="16" y="10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2"/>
                  </a:lnTo>
                  <a:lnTo>
                    <a:pt x="4" y="25"/>
                  </a:lnTo>
                  <a:lnTo>
                    <a:pt x="3" y="30"/>
                  </a:lnTo>
                  <a:lnTo>
                    <a:pt x="2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2" y="51"/>
                  </a:lnTo>
                  <a:lnTo>
                    <a:pt x="3" y="54"/>
                  </a:lnTo>
                  <a:lnTo>
                    <a:pt x="4" y="59"/>
                  </a:lnTo>
                  <a:lnTo>
                    <a:pt x="6" y="62"/>
                  </a:lnTo>
                  <a:lnTo>
                    <a:pt x="8" y="65"/>
                  </a:lnTo>
                  <a:lnTo>
                    <a:pt x="10" y="69"/>
                  </a:lnTo>
                  <a:lnTo>
                    <a:pt x="13" y="72"/>
                  </a:lnTo>
                  <a:lnTo>
                    <a:pt x="16" y="74"/>
                  </a:lnTo>
                  <a:lnTo>
                    <a:pt x="19" y="76"/>
                  </a:lnTo>
                  <a:lnTo>
                    <a:pt x="23" y="79"/>
                  </a:lnTo>
                  <a:lnTo>
                    <a:pt x="26" y="81"/>
                  </a:lnTo>
                  <a:lnTo>
                    <a:pt x="30" y="82"/>
                  </a:lnTo>
                  <a:lnTo>
                    <a:pt x="34" y="83"/>
                  </a:lnTo>
                  <a:lnTo>
                    <a:pt x="38" y="83"/>
                  </a:lnTo>
                  <a:lnTo>
                    <a:pt x="42" y="84"/>
                  </a:lnTo>
                  <a:lnTo>
                    <a:pt x="47" y="83"/>
                  </a:lnTo>
                  <a:lnTo>
                    <a:pt x="51" y="83"/>
                  </a:lnTo>
                  <a:lnTo>
                    <a:pt x="55" y="82"/>
                  </a:lnTo>
                  <a:lnTo>
                    <a:pt x="59" y="81"/>
                  </a:lnTo>
                  <a:lnTo>
                    <a:pt x="62" y="79"/>
                  </a:lnTo>
                  <a:lnTo>
                    <a:pt x="66" y="76"/>
                  </a:lnTo>
                  <a:lnTo>
                    <a:pt x="69" y="74"/>
                  </a:lnTo>
                  <a:lnTo>
                    <a:pt x="72" y="72"/>
                  </a:lnTo>
                  <a:lnTo>
                    <a:pt x="75" y="69"/>
                  </a:lnTo>
                  <a:lnTo>
                    <a:pt x="77" y="65"/>
                  </a:lnTo>
                  <a:lnTo>
                    <a:pt x="79" y="62"/>
                  </a:lnTo>
                  <a:lnTo>
                    <a:pt x="81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509" y="1846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596" y="1897"/>
              <a:ext cx="76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4050" y="1933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4112" y="2021"/>
              <a:ext cx="88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4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r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3434" y="1622"/>
              <a:ext cx="42" cy="42"/>
            </a:xfrm>
            <a:custGeom>
              <a:avLst/>
              <a:gdLst>
                <a:gd name="T0" fmla="*/ 83 w 83"/>
                <a:gd name="T1" fmla="*/ 38 h 84"/>
                <a:gd name="T2" fmla="*/ 82 w 83"/>
                <a:gd name="T3" fmla="*/ 30 h 84"/>
                <a:gd name="T4" fmla="*/ 78 w 83"/>
                <a:gd name="T5" fmla="*/ 22 h 84"/>
                <a:gd name="T6" fmla="*/ 74 w 83"/>
                <a:gd name="T7" fmla="*/ 16 h 84"/>
                <a:gd name="T8" fmla="*/ 69 w 83"/>
                <a:gd name="T9" fmla="*/ 10 h 84"/>
                <a:gd name="T10" fmla="*/ 62 w 83"/>
                <a:gd name="T11" fmla="*/ 6 h 84"/>
                <a:gd name="T12" fmla="*/ 54 w 83"/>
                <a:gd name="T13" fmla="*/ 2 h 84"/>
                <a:gd name="T14" fmla="*/ 46 w 83"/>
                <a:gd name="T15" fmla="*/ 0 h 84"/>
                <a:gd name="T16" fmla="*/ 38 w 83"/>
                <a:gd name="T17" fmla="*/ 0 h 84"/>
                <a:gd name="T18" fmla="*/ 29 w 83"/>
                <a:gd name="T19" fmla="*/ 2 h 84"/>
                <a:gd name="T20" fmla="*/ 22 w 83"/>
                <a:gd name="T21" fmla="*/ 6 h 84"/>
                <a:gd name="T22" fmla="*/ 15 w 83"/>
                <a:gd name="T23" fmla="*/ 10 h 84"/>
                <a:gd name="T24" fmla="*/ 10 w 83"/>
                <a:gd name="T25" fmla="*/ 16 h 84"/>
                <a:gd name="T26" fmla="*/ 4 w 83"/>
                <a:gd name="T27" fmla="*/ 22 h 84"/>
                <a:gd name="T28" fmla="*/ 2 w 83"/>
                <a:gd name="T29" fmla="*/ 30 h 84"/>
                <a:gd name="T30" fmla="*/ 0 w 83"/>
                <a:gd name="T31" fmla="*/ 38 h 84"/>
                <a:gd name="T32" fmla="*/ 0 w 83"/>
                <a:gd name="T33" fmla="*/ 47 h 84"/>
                <a:gd name="T34" fmla="*/ 2 w 83"/>
                <a:gd name="T35" fmla="*/ 54 h 84"/>
                <a:gd name="T36" fmla="*/ 4 w 83"/>
                <a:gd name="T37" fmla="*/ 62 h 84"/>
                <a:gd name="T38" fmla="*/ 10 w 83"/>
                <a:gd name="T39" fmla="*/ 69 h 84"/>
                <a:gd name="T40" fmla="*/ 15 w 83"/>
                <a:gd name="T41" fmla="*/ 74 h 84"/>
                <a:gd name="T42" fmla="*/ 22 w 83"/>
                <a:gd name="T43" fmla="*/ 79 h 84"/>
                <a:gd name="T44" fmla="*/ 29 w 83"/>
                <a:gd name="T45" fmla="*/ 82 h 84"/>
                <a:gd name="T46" fmla="*/ 38 w 83"/>
                <a:gd name="T47" fmla="*/ 84 h 84"/>
                <a:gd name="T48" fmla="*/ 46 w 83"/>
                <a:gd name="T49" fmla="*/ 84 h 84"/>
                <a:gd name="T50" fmla="*/ 54 w 83"/>
                <a:gd name="T51" fmla="*/ 82 h 84"/>
                <a:gd name="T52" fmla="*/ 62 w 83"/>
                <a:gd name="T53" fmla="*/ 79 h 84"/>
                <a:gd name="T54" fmla="*/ 69 w 83"/>
                <a:gd name="T55" fmla="*/ 74 h 84"/>
                <a:gd name="T56" fmla="*/ 74 w 83"/>
                <a:gd name="T57" fmla="*/ 69 h 84"/>
                <a:gd name="T58" fmla="*/ 78 w 83"/>
                <a:gd name="T59" fmla="*/ 62 h 84"/>
                <a:gd name="T60" fmla="*/ 82 w 83"/>
                <a:gd name="T61" fmla="*/ 54 h 84"/>
                <a:gd name="T62" fmla="*/ 83 w 83"/>
                <a:gd name="T63" fmla="*/ 4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3" h="84">
                  <a:moveTo>
                    <a:pt x="83" y="42"/>
                  </a:moveTo>
                  <a:lnTo>
                    <a:pt x="83" y="38"/>
                  </a:lnTo>
                  <a:lnTo>
                    <a:pt x="83" y="35"/>
                  </a:lnTo>
                  <a:lnTo>
                    <a:pt x="82" y="30"/>
                  </a:lnTo>
                  <a:lnTo>
                    <a:pt x="80" y="26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6"/>
                  </a:lnTo>
                  <a:lnTo>
                    <a:pt x="71" y="12"/>
                  </a:lnTo>
                  <a:lnTo>
                    <a:pt x="69" y="10"/>
                  </a:lnTo>
                  <a:lnTo>
                    <a:pt x="65" y="8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50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8" y="0"/>
                  </a:lnTo>
                  <a:lnTo>
                    <a:pt x="33" y="1"/>
                  </a:lnTo>
                  <a:lnTo>
                    <a:pt x="29" y="2"/>
                  </a:lnTo>
                  <a:lnTo>
                    <a:pt x="25" y="4"/>
                  </a:lnTo>
                  <a:lnTo>
                    <a:pt x="22" y="6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3" y="26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8"/>
                  </a:lnTo>
                  <a:lnTo>
                    <a:pt x="0" y="42"/>
                  </a:lnTo>
                  <a:lnTo>
                    <a:pt x="0" y="47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9"/>
                  </a:lnTo>
                  <a:lnTo>
                    <a:pt x="4" y="62"/>
                  </a:lnTo>
                  <a:lnTo>
                    <a:pt x="7" y="66"/>
                  </a:lnTo>
                  <a:lnTo>
                    <a:pt x="10" y="69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7"/>
                  </a:lnTo>
                  <a:lnTo>
                    <a:pt x="22" y="79"/>
                  </a:lnTo>
                  <a:lnTo>
                    <a:pt x="25" y="81"/>
                  </a:lnTo>
                  <a:lnTo>
                    <a:pt x="29" y="82"/>
                  </a:lnTo>
                  <a:lnTo>
                    <a:pt x="33" y="83"/>
                  </a:lnTo>
                  <a:lnTo>
                    <a:pt x="38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0" y="83"/>
                  </a:lnTo>
                  <a:lnTo>
                    <a:pt x="54" y="82"/>
                  </a:lnTo>
                  <a:lnTo>
                    <a:pt x="57" y="81"/>
                  </a:lnTo>
                  <a:lnTo>
                    <a:pt x="62" y="79"/>
                  </a:lnTo>
                  <a:lnTo>
                    <a:pt x="65" y="77"/>
                  </a:lnTo>
                  <a:lnTo>
                    <a:pt x="69" y="74"/>
                  </a:lnTo>
                  <a:lnTo>
                    <a:pt x="71" y="72"/>
                  </a:lnTo>
                  <a:lnTo>
                    <a:pt x="74" y="69"/>
                  </a:lnTo>
                  <a:lnTo>
                    <a:pt x="76" y="66"/>
                  </a:lnTo>
                  <a:lnTo>
                    <a:pt x="78" y="62"/>
                  </a:lnTo>
                  <a:lnTo>
                    <a:pt x="80" y="59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7"/>
                  </a:lnTo>
                  <a:lnTo>
                    <a:pt x="83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3779" y="2071"/>
              <a:ext cx="42" cy="42"/>
            </a:xfrm>
            <a:custGeom>
              <a:avLst/>
              <a:gdLst>
                <a:gd name="T0" fmla="*/ 83 w 84"/>
                <a:gd name="T1" fmla="*/ 37 h 84"/>
                <a:gd name="T2" fmla="*/ 82 w 84"/>
                <a:gd name="T3" fmla="*/ 30 h 84"/>
                <a:gd name="T4" fmla="*/ 78 w 84"/>
                <a:gd name="T5" fmla="*/ 22 h 84"/>
                <a:gd name="T6" fmla="*/ 74 w 84"/>
                <a:gd name="T7" fmla="*/ 15 h 84"/>
                <a:gd name="T8" fmla="*/ 68 w 84"/>
                <a:gd name="T9" fmla="*/ 10 h 84"/>
                <a:gd name="T10" fmla="*/ 62 w 84"/>
                <a:gd name="T11" fmla="*/ 5 h 84"/>
                <a:gd name="T12" fmla="*/ 54 w 84"/>
                <a:gd name="T13" fmla="*/ 2 h 84"/>
                <a:gd name="T14" fmla="*/ 46 w 84"/>
                <a:gd name="T15" fmla="*/ 0 h 84"/>
                <a:gd name="T16" fmla="*/ 37 w 84"/>
                <a:gd name="T17" fmla="*/ 0 h 84"/>
                <a:gd name="T18" fmla="*/ 30 w 84"/>
                <a:gd name="T19" fmla="*/ 2 h 84"/>
                <a:gd name="T20" fmla="*/ 22 w 84"/>
                <a:gd name="T21" fmla="*/ 5 h 84"/>
                <a:gd name="T22" fmla="*/ 15 w 84"/>
                <a:gd name="T23" fmla="*/ 10 h 84"/>
                <a:gd name="T24" fmla="*/ 10 w 84"/>
                <a:gd name="T25" fmla="*/ 15 h 84"/>
                <a:gd name="T26" fmla="*/ 5 w 84"/>
                <a:gd name="T27" fmla="*/ 22 h 84"/>
                <a:gd name="T28" fmla="*/ 2 w 84"/>
                <a:gd name="T29" fmla="*/ 30 h 84"/>
                <a:gd name="T30" fmla="*/ 0 w 84"/>
                <a:gd name="T31" fmla="*/ 37 h 84"/>
                <a:gd name="T32" fmla="*/ 0 w 84"/>
                <a:gd name="T33" fmla="*/ 46 h 84"/>
                <a:gd name="T34" fmla="*/ 2 w 84"/>
                <a:gd name="T35" fmla="*/ 54 h 84"/>
                <a:gd name="T36" fmla="*/ 5 w 84"/>
                <a:gd name="T37" fmla="*/ 62 h 84"/>
                <a:gd name="T38" fmla="*/ 10 w 84"/>
                <a:gd name="T39" fmla="*/ 68 h 84"/>
                <a:gd name="T40" fmla="*/ 15 w 84"/>
                <a:gd name="T41" fmla="*/ 74 h 84"/>
                <a:gd name="T42" fmla="*/ 22 w 84"/>
                <a:gd name="T43" fmla="*/ 78 h 84"/>
                <a:gd name="T44" fmla="*/ 30 w 84"/>
                <a:gd name="T45" fmla="*/ 82 h 84"/>
                <a:gd name="T46" fmla="*/ 37 w 84"/>
                <a:gd name="T47" fmla="*/ 84 h 84"/>
                <a:gd name="T48" fmla="*/ 46 w 84"/>
                <a:gd name="T49" fmla="*/ 84 h 84"/>
                <a:gd name="T50" fmla="*/ 54 w 84"/>
                <a:gd name="T51" fmla="*/ 82 h 84"/>
                <a:gd name="T52" fmla="*/ 62 w 84"/>
                <a:gd name="T53" fmla="*/ 78 h 84"/>
                <a:gd name="T54" fmla="*/ 68 w 84"/>
                <a:gd name="T55" fmla="*/ 74 h 84"/>
                <a:gd name="T56" fmla="*/ 74 w 84"/>
                <a:gd name="T57" fmla="*/ 68 h 84"/>
                <a:gd name="T58" fmla="*/ 78 w 84"/>
                <a:gd name="T59" fmla="*/ 62 h 84"/>
                <a:gd name="T60" fmla="*/ 82 w 84"/>
                <a:gd name="T61" fmla="*/ 54 h 84"/>
                <a:gd name="T62" fmla="*/ 83 w 84"/>
                <a:gd name="T63" fmla="*/ 4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4" h="84">
                  <a:moveTo>
                    <a:pt x="84" y="42"/>
                  </a:moveTo>
                  <a:lnTo>
                    <a:pt x="83" y="37"/>
                  </a:lnTo>
                  <a:lnTo>
                    <a:pt x="83" y="33"/>
                  </a:lnTo>
                  <a:lnTo>
                    <a:pt x="82" y="30"/>
                  </a:lnTo>
                  <a:lnTo>
                    <a:pt x="81" y="25"/>
                  </a:lnTo>
                  <a:lnTo>
                    <a:pt x="78" y="22"/>
                  </a:lnTo>
                  <a:lnTo>
                    <a:pt x="76" y="19"/>
                  </a:lnTo>
                  <a:lnTo>
                    <a:pt x="74" y="15"/>
                  </a:lnTo>
                  <a:lnTo>
                    <a:pt x="72" y="12"/>
                  </a:lnTo>
                  <a:lnTo>
                    <a:pt x="68" y="10"/>
                  </a:lnTo>
                  <a:lnTo>
                    <a:pt x="65" y="8"/>
                  </a:lnTo>
                  <a:lnTo>
                    <a:pt x="62" y="5"/>
                  </a:lnTo>
                  <a:lnTo>
                    <a:pt x="58" y="3"/>
                  </a:lnTo>
                  <a:lnTo>
                    <a:pt x="54" y="2"/>
                  </a:lnTo>
                  <a:lnTo>
                    <a:pt x="51" y="1"/>
                  </a:lnTo>
                  <a:lnTo>
                    <a:pt x="46" y="0"/>
                  </a:lnTo>
                  <a:lnTo>
                    <a:pt x="42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30" y="2"/>
                  </a:lnTo>
                  <a:lnTo>
                    <a:pt x="25" y="3"/>
                  </a:lnTo>
                  <a:lnTo>
                    <a:pt x="22" y="5"/>
                  </a:lnTo>
                  <a:lnTo>
                    <a:pt x="19" y="8"/>
                  </a:lnTo>
                  <a:lnTo>
                    <a:pt x="15" y="10"/>
                  </a:lnTo>
                  <a:lnTo>
                    <a:pt x="12" y="12"/>
                  </a:lnTo>
                  <a:lnTo>
                    <a:pt x="10" y="15"/>
                  </a:lnTo>
                  <a:lnTo>
                    <a:pt x="8" y="19"/>
                  </a:lnTo>
                  <a:lnTo>
                    <a:pt x="5" y="22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1" y="33"/>
                  </a:lnTo>
                  <a:lnTo>
                    <a:pt x="0" y="37"/>
                  </a:lnTo>
                  <a:lnTo>
                    <a:pt x="0" y="42"/>
                  </a:lnTo>
                  <a:lnTo>
                    <a:pt x="0" y="46"/>
                  </a:lnTo>
                  <a:lnTo>
                    <a:pt x="1" y="51"/>
                  </a:lnTo>
                  <a:lnTo>
                    <a:pt x="2" y="54"/>
                  </a:lnTo>
                  <a:lnTo>
                    <a:pt x="3" y="58"/>
                  </a:lnTo>
                  <a:lnTo>
                    <a:pt x="5" y="62"/>
                  </a:lnTo>
                  <a:lnTo>
                    <a:pt x="8" y="65"/>
                  </a:lnTo>
                  <a:lnTo>
                    <a:pt x="10" y="68"/>
                  </a:lnTo>
                  <a:lnTo>
                    <a:pt x="12" y="72"/>
                  </a:lnTo>
                  <a:lnTo>
                    <a:pt x="15" y="74"/>
                  </a:lnTo>
                  <a:lnTo>
                    <a:pt x="19" y="76"/>
                  </a:lnTo>
                  <a:lnTo>
                    <a:pt x="22" y="78"/>
                  </a:lnTo>
                  <a:lnTo>
                    <a:pt x="25" y="81"/>
                  </a:lnTo>
                  <a:lnTo>
                    <a:pt x="30" y="82"/>
                  </a:lnTo>
                  <a:lnTo>
                    <a:pt x="33" y="83"/>
                  </a:lnTo>
                  <a:lnTo>
                    <a:pt x="37" y="84"/>
                  </a:lnTo>
                  <a:lnTo>
                    <a:pt x="42" y="84"/>
                  </a:lnTo>
                  <a:lnTo>
                    <a:pt x="46" y="84"/>
                  </a:lnTo>
                  <a:lnTo>
                    <a:pt x="51" y="83"/>
                  </a:lnTo>
                  <a:lnTo>
                    <a:pt x="54" y="82"/>
                  </a:lnTo>
                  <a:lnTo>
                    <a:pt x="58" y="81"/>
                  </a:lnTo>
                  <a:lnTo>
                    <a:pt x="62" y="78"/>
                  </a:lnTo>
                  <a:lnTo>
                    <a:pt x="65" y="76"/>
                  </a:lnTo>
                  <a:lnTo>
                    <a:pt x="68" y="74"/>
                  </a:lnTo>
                  <a:lnTo>
                    <a:pt x="72" y="72"/>
                  </a:lnTo>
                  <a:lnTo>
                    <a:pt x="74" y="68"/>
                  </a:lnTo>
                  <a:lnTo>
                    <a:pt x="76" y="65"/>
                  </a:lnTo>
                  <a:lnTo>
                    <a:pt x="78" y="62"/>
                  </a:lnTo>
                  <a:lnTo>
                    <a:pt x="81" y="58"/>
                  </a:lnTo>
                  <a:lnTo>
                    <a:pt x="82" y="54"/>
                  </a:lnTo>
                  <a:lnTo>
                    <a:pt x="83" y="51"/>
                  </a:lnTo>
                  <a:lnTo>
                    <a:pt x="83" y="46"/>
                  </a:lnTo>
                  <a:lnTo>
                    <a:pt x="84" y="42"/>
                  </a:lnTo>
                </a:path>
              </a:pathLst>
            </a:cu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2960" y="3348"/>
              <a:ext cx="99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3"/>
            <p:cNvSpPr>
              <a:spLocks noEditPoints="1"/>
            </p:cNvSpPr>
            <p:nvPr/>
          </p:nvSpPr>
          <p:spPr bwMode="auto">
            <a:xfrm>
              <a:off x="2957" y="1218"/>
              <a:ext cx="4" cy="2132"/>
            </a:xfrm>
            <a:custGeom>
              <a:avLst/>
              <a:gdLst>
                <a:gd name="T0" fmla="*/ 4 w 8"/>
                <a:gd name="T1" fmla="*/ 0 h 4265"/>
                <a:gd name="T2" fmla="*/ 0 w 8"/>
                <a:gd name="T3" fmla="*/ 155 h 4265"/>
                <a:gd name="T4" fmla="*/ 5 w 8"/>
                <a:gd name="T5" fmla="*/ 255 h 4265"/>
                <a:gd name="T6" fmla="*/ 8 w 8"/>
                <a:gd name="T7" fmla="*/ 195 h 4265"/>
                <a:gd name="T8" fmla="*/ 4 w 8"/>
                <a:gd name="T9" fmla="*/ 287 h 4265"/>
                <a:gd name="T10" fmla="*/ 0 w 8"/>
                <a:gd name="T11" fmla="*/ 442 h 4265"/>
                <a:gd name="T12" fmla="*/ 5 w 8"/>
                <a:gd name="T13" fmla="*/ 541 h 4265"/>
                <a:gd name="T14" fmla="*/ 8 w 8"/>
                <a:gd name="T15" fmla="*/ 482 h 4265"/>
                <a:gd name="T16" fmla="*/ 4 w 8"/>
                <a:gd name="T17" fmla="*/ 574 h 4265"/>
                <a:gd name="T18" fmla="*/ 0 w 8"/>
                <a:gd name="T19" fmla="*/ 728 h 4265"/>
                <a:gd name="T20" fmla="*/ 5 w 8"/>
                <a:gd name="T21" fmla="*/ 828 h 4265"/>
                <a:gd name="T22" fmla="*/ 8 w 8"/>
                <a:gd name="T23" fmla="*/ 768 h 4265"/>
                <a:gd name="T24" fmla="*/ 4 w 8"/>
                <a:gd name="T25" fmla="*/ 860 h 4265"/>
                <a:gd name="T26" fmla="*/ 0 w 8"/>
                <a:gd name="T27" fmla="*/ 1015 h 4265"/>
                <a:gd name="T28" fmla="*/ 5 w 8"/>
                <a:gd name="T29" fmla="*/ 1115 h 4265"/>
                <a:gd name="T30" fmla="*/ 8 w 8"/>
                <a:gd name="T31" fmla="*/ 1055 h 4265"/>
                <a:gd name="T32" fmla="*/ 4 w 8"/>
                <a:gd name="T33" fmla="*/ 1147 h 4265"/>
                <a:gd name="T34" fmla="*/ 0 w 8"/>
                <a:gd name="T35" fmla="*/ 1302 h 4265"/>
                <a:gd name="T36" fmla="*/ 5 w 8"/>
                <a:gd name="T37" fmla="*/ 1401 h 4265"/>
                <a:gd name="T38" fmla="*/ 8 w 8"/>
                <a:gd name="T39" fmla="*/ 1342 h 4265"/>
                <a:gd name="T40" fmla="*/ 4 w 8"/>
                <a:gd name="T41" fmla="*/ 1433 h 4265"/>
                <a:gd name="T42" fmla="*/ 0 w 8"/>
                <a:gd name="T43" fmla="*/ 1588 h 4265"/>
                <a:gd name="T44" fmla="*/ 5 w 8"/>
                <a:gd name="T45" fmla="*/ 1688 h 4265"/>
                <a:gd name="T46" fmla="*/ 8 w 8"/>
                <a:gd name="T47" fmla="*/ 1628 h 4265"/>
                <a:gd name="T48" fmla="*/ 4 w 8"/>
                <a:gd name="T49" fmla="*/ 1720 h 4265"/>
                <a:gd name="T50" fmla="*/ 0 w 8"/>
                <a:gd name="T51" fmla="*/ 1875 h 4265"/>
                <a:gd name="T52" fmla="*/ 5 w 8"/>
                <a:gd name="T53" fmla="*/ 1975 h 4265"/>
                <a:gd name="T54" fmla="*/ 8 w 8"/>
                <a:gd name="T55" fmla="*/ 1915 h 4265"/>
                <a:gd name="T56" fmla="*/ 4 w 8"/>
                <a:gd name="T57" fmla="*/ 2007 h 4265"/>
                <a:gd name="T58" fmla="*/ 0 w 8"/>
                <a:gd name="T59" fmla="*/ 2162 h 4265"/>
                <a:gd name="T60" fmla="*/ 5 w 8"/>
                <a:gd name="T61" fmla="*/ 2261 h 4265"/>
                <a:gd name="T62" fmla="*/ 8 w 8"/>
                <a:gd name="T63" fmla="*/ 2201 h 4265"/>
                <a:gd name="T64" fmla="*/ 4 w 8"/>
                <a:gd name="T65" fmla="*/ 2293 h 4265"/>
                <a:gd name="T66" fmla="*/ 0 w 8"/>
                <a:gd name="T67" fmla="*/ 2448 h 4265"/>
                <a:gd name="T68" fmla="*/ 5 w 8"/>
                <a:gd name="T69" fmla="*/ 2548 h 4265"/>
                <a:gd name="T70" fmla="*/ 8 w 8"/>
                <a:gd name="T71" fmla="*/ 2488 h 4265"/>
                <a:gd name="T72" fmla="*/ 4 w 8"/>
                <a:gd name="T73" fmla="*/ 2580 h 4265"/>
                <a:gd name="T74" fmla="*/ 0 w 8"/>
                <a:gd name="T75" fmla="*/ 2735 h 4265"/>
                <a:gd name="T76" fmla="*/ 5 w 8"/>
                <a:gd name="T77" fmla="*/ 2833 h 4265"/>
                <a:gd name="T78" fmla="*/ 8 w 8"/>
                <a:gd name="T79" fmla="*/ 2775 h 4265"/>
                <a:gd name="T80" fmla="*/ 4 w 8"/>
                <a:gd name="T81" fmla="*/ 2867 h 4265"/>
                <a:gd name="T82" fmla="*/ 0 w 8"/>
                <a:gd name="T83" fmla="*/ 3022 h 4265"/>
                <a:gd name="T84" fmla="*/ 5 w 8"/>
                <a:gd name="T85" fmla="*/ 3120 h 4265"/>
                <a:gd name="T86" fmla="*/ 8 w 8"/>
                <a:gd name="T87" fmla="*/ 3061 h 4265"/>
                <a:gd name="T88" fmla="*/ 4 w 8"/>
                <a:gd name="T89" fmla="*/ 3153 h 4265"/>
                <a:gd name="T90" fmla="*/ 0 w 8"/>
                <a:gd name="T91" fmla="*/ 3308 h 4265"/>
                <a:gd name="T92" fmla="*/ 5 w 8"/>
                <a:gd name="T93" fmla="*/ 3407 h 4265"/>
                <a:gd name="T94" fmla="*/ 8 w 8"/>
                <a:gd name="T95" fmla="*/ 3348 h 4265"/>
                <a:gd name="T96" fmla="*/ 4 w 8"/>
                <a:gd name="T97" fmla="*/ 3439 h 4265"/>
                <a:gd name="T98" fmla="*/ 0 w 8"/>
                <a:gd name="T99" fmla="*/ 3595 h 4265"/>
                <a:gd name="T100" fmla="*/ 5 w 8"/>
                <a:gd name="T101" fmla="*/ 3693 h 4265"/>
                <a:gd name="T102" fmla="*/ 8 w 8"/>
                <a:gd name="T103" fmla="*/ 3635 h 4265"/>
                <a:gd name="T104" fmla="*/ 4 w 8"/>
                <a:gd name="T105" fmla="*/ 3725 h 4265"/>
                <a:gd name="T106" fmla="*/ 0 w 8"/>
                <a:gd name="T107" fmla="*/ 3881 h 4265"/>
                <a:gd name="T108" fmla="*/ 5 w 8"/>
                <a:gd name="T109" fmla="*/ 3980 h 4265"/>
                <a:gd name="T110" fmla="*/ 8 w 8"/>
                <a:gd name="T111" fmla="*/ 3921 h 4265"/>
                <a:gd name="T112" fmla="*/ 4 w 8"/>
                <a:gd name="T113" fmla="*/ 4012 h 4265"/>
                <a:gd name="T114" fmla="*/ 0 w 8"/>
                <a:gd name="T115" fmla="*/ 4168 h 4265"/>
                <a:gd name="T116" fmla="*/ 5 w 8"/>
                <a:gd name="T117" fmla="*/ 4264 h 4265"/>
                <a:gd name="T118" fmla="*/ 8 w 8"/>
                <a:gd name="T119" fmla="*/ 4208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" h="4265">
                  <a:moveTo>
                    <a:pt x="8" y="5"/>
                  </a:moveTo>
                  <a:lnTo>
                    <a:pt x="8" y="60"/>
                  </a:lnTo>
                  <a:lnTo>
                    <a:pt x="8" y="61"/>
                  </a:lnTo>
                  <a:lnTo>
                    <a:pt x="6" y="63"/>
                  </a:lnTo>
                  <a:lnTo>
                    <a:pt x="5" y="63"/>
                  </a:lnTo>
                  <a:lnTo>
                    <a:pt x="4" y="64"/>
                  </a:lnTo>
                  <a:lnTo>
                    <a:pt x="2" y="63"/>
                  </a:lnTo>
                  <a:lnTo>
                    <a:pt x="1" y="63"/>
                  </a:lnTo>
                  <a:lnTo>
                    <a:pt x="0" y="61"/>
                  </a:lnTo>
                  <a:lnTo>
                    <a:pt x="0" y="60"/>
                  </a:lnTo>
                  <a:lnTo>
                    <a:pt x="0" y="5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8" y="2"/>
                  </a:lnTo>
                  <a:lnTo>
                    <a:pt x="8" y="5"/>
                  </a:lnTo>
                  <a:lnTo>
                    <a:pt x="8" y="5"/>
                  </a:lnTo>
                  <a:close/>
                  <a:moveTo>
                    <a:pt x="8" y="100"/>
                  </a:moveTo>
                  <a:lnTo>
                    <a:pt x="8" y="155"/>
                  </a:lnTo>
                  <a:lnTo>
                    <a:pt x="8" y="157"/>
                  </a:lnTo>
                  <a:lnTo>
                    <a:pt x="6" y="159"/>
                  </a:lnTo>
                  <a:lnTo>
                    <a:pt x="5" y="160"/>
                  </a:lnTo>
                  <a:lnTo>
                    <a:pt x="4" y="160"/>
                  </a:lnTo>
                  <a:lnTo>
                    <a:pt x="2" y="160"/>
                  </a:lnTo>
                  <a:lnTo>
                    <a:pt x="1" y="159"/>
                  </a:lnTo>
                  <a:lnTo>
                    <a:pt x="0" y="157"/>
                  </a:lnTo>
                  <a:lnTo>
                    <a:pt x="0" y="155"/>
                  </a:lnTo>
                  <a:lnTo>
                    <a:pt x="0" y="100"/>
                  </a:lnTo>
                  <a:lnTo>
                    <a:pt x="0" y="99"/>
                  </a:lnTo>
                  <a:lnTo>
                    <a:pt x="1" y="97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5" y="97"/>
                  </a:lnTo>
                  <a:lnTo>
                    <a:pt x="6" y="97"/>
                  </a:lnTo>
                  <a:lnTo>
                    <a:pt x="8" y="99"/>
                  </a:lnTo>
                  <a:lnTo>
                    <a:pt x="8" y="100"/>
                  </a:lnTo>
                  <a:lnTo>
                    <a:pt x="8" y="100"/>
                  </a:lnTo>
                  <a:close/>
                  <a:moveTo>
                    <a:pt x="8" y="195"/>
                  </a:moveTo>
                  <a:lnTo>
                    <a:pt x="8" y="251"/>
                  </a:lnTo>
                  <a:lnTo>
                    <a:pt x="8" y="253"/>
                  </a:lnTo>
                  <a:lnTo>
                    <a:pt x="6" y="254"/>
                  </a:lnTo>
                  <a:lnTo>
                    <a:pt x="5" y="255"/>
                  </a:lnTo>
                  <a:lnTo>
                    <a:pt x="4" y="255"/>
                  </a:lnTo>
                  <a:lnTo>
                    <a:pt x="2" y="255"/>
                  </a:lnTo>
                  <a:lnTo>
                    <a:pt x="1" y="254"/>
                  </a:lnTo>
                  <a:lnTo>
                    <a:pt x="0" y="253"/>
                  </a:lnTo>
                  <a:lnTo>
                    <a:pt x="0" y="251"/>
                  </a:lnTo>
                  <a:lnTo>
                    <a:pt x="0" y="195"/>
                  </a:lnTo>
                  <a:lnTo>
                    <a:pt x="0" y="194"/>
                  </a:lnTo>
                  <a:lnTo>
                    <a:pt x="1" y="193"/>
                  </a:lnTo>
                  <a:lnTo>
                    <a:pt x="2" y="192"/>
                  </a:lnTo>
                  <a:lnTo>
                    <a:pt x="4" y="192"/>
                  </a:lnTo>
                  <a:lnTo>
                    <a:pt x="5" y="192"/>
                  </a:lnTo>
                  <a:lnTo>
                    <a:pt x="6" y="193"/>
                  </a:lnTo>
                  <a:lnTo>
                    <a:pt x="8" y="194"/>
                  </a:lnTo>
                  <a:lnTo>
                    <a:pt x="8" y="195"/>
                  </a:lnTo>
                  <a:lnTo>
                    <a:pt x="8" y="195"/>
                  </a:lnTo>
                  <a:close/>
                  <a:moveTo>
                    <a:pt x="8" y="291"/>
                  </a:moveTo>
                  <a:lnTo>
                    <a:pt x="8" y="347"/>
                  </a:lnTo>
                  <a:lnTo>
                    <a:pt x="8" y="348"/>
                  </a:lnTo>
                  <a:lnTo>
                    <a:pt x="6" y="350"/>
                  </a:lnTo>
                  <a:lnTo>
                    <a:pt x="5" y="350"/>
                  </a:lnTo>
                  <a:lnTo>
                    <a:pt x="4" y="351"/>
                  </a:lnTo>
                  <a:lnTo>
                    <a:pt x="2" y="350"/>
                  </a:lnTo>
                  <a:lnTo>
                    <a:pt x="1" y="350"/>
                  </a:lnTo>
                  <a:lnTo>
                    <a:pt x="0" y="348"/>
                  </a:lnTo>
                  <a:lnTo>
                    <a:pt x="0" y="347"/>
                  </a:lnTo>
                  <a:lnTo>
                    <a:pt x="0" y="291"/>
                  </a:lnTo>
                  <a:lnTo>
                    <a:pt x="0" y="289"/>
                  </a:lnTo>
                  <a:lnTo>
                    <a:pt x="1" y="288"/>
                  </a:lnTo>
                  <a:lnTo>
                    <a:pt x="2" y="287"/>
                  </a:lnTo>
                  <a:lnTo>
                    <a:pt x="4" y="287"/>
                  </a:lnTo>
                  <a:lnTo>
                    <a:pt x="5" y="287"/>
                  </a:lnTo>
                  <a:lnTo>
                    <a:pt x="6" y="288"/>
                  </a:lnTo>
                  <a:lnTo>
                    <a:pt x="8" y="289"/>
                  </a:lnTo>
                  <a:lnTo>
                    <a:pt x="8" y="291"/>
                  </a:lnTo>
                  <a:lnTo>
                    <a:pt x="8" y="291"/>
                  </a:lnTo>
                  <a:close/>
                  <a:moveTo>
                    <a:pt x="8" y="387"/>
                  </a:moveTo>
                  <a:lnTo>
                    <a:pt x="8" y="442"/>
                  </a:lnTo>
                  <a:lnTo>
                    <a:pt x="8" y="444"/>
                  </a:lnTo>
                  <a:lnTo>
                    <a:pt x="6" y="445"/>
                  </a:lnTo>
                  <a:lnTo>
                    <a:pt x="5" y="446"/>
                  </a:lnTo>
                  <a:lnTo>
                    <a:pt x="4" y="446"/>
                  </a:lnTo>
                  <a:lnTo>
                    <a:pt x="2" y="446"/>
                  </a:lnTo>
                  <a:lnTo>
                    <a:pt x="1" y="445"/>
                  </a:lnTo>
                  <a:lnTo>
                    <a:pt x="0" y="444"/>
                  </a:lnTo>
                  <a:lnTo>
                    <a:pt x="0" y="442"/>
                  </a:lnTo>
                  <a:lnTo>
                    <a:pt x="0" y="387"/>
                  </a:lnTo>
                  <a:lnTo>
                    <a:pt x="0" y="385"/>
                  </a:lnTo>
                  <a:lnTo>
                    <a:pt x="1" y="383"/>
                  </a:lnTo>
                  <a:lnTo>
                    <a:pt x="2" y="383"/>
                  </a:lnTo>
                  <a:lnTo>
                    <a:pt x="4" y="382"/>
                  </a:lnTo>
                  <a:lnTo>
                    <a:pt x="5" y="383"/>
                  </a:lnTo>
                  <a:lnTo>
                    <a:pt x="6" y="383"/>
                  </a:lnTo>
                  <a:lnTo>
                    <a:pt x="8" y="385"/>
                  </a:lnTo>
                  <a:lnTo>
                    <a:pt x="8" y="387"/>
                  </a:lnTo>
                  <a:lnTo>
                    <a:pt x="8" y="387"/>
                  </a:lnTo>
                  <a:close/>
                  <a:moveTo>
                    <a:pt x="8" y="482"/>
                  </a:moveTo>
                  <a:lnTo>
                    <a:pt x="8" y="538"/>
                  </a:lnTo>
                  <a:lnTo>
                    <a:pt x="8" y="539"/>
                  </a:lnTo>
                  <a:lnTo>
                    <a:pt x="6" y="540"/>
                  </a:lnTo>
                  <a:lnTo>
                    <a:pt x="5" y="541"/>
                  </a:lnTo>
                  <a:lnTo>
                    <a:pt x="4" y="541"/>
                  </a:lnTo>
                  <a:lnTo>
                    <a:pt x="2" y="541"/>
                  </a:lnTo>
                  <a:lnTo>
                    <a:pt x="1" y="540"/>
                  </a:lnTo>
                  <a:lnTo>
                    <a:pt x="0" y="539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0" y="481"/>
                  </a:lnTo>
                  <a:lnTo>
                    <a:pt x="1" y="479"/>
                  </a:lnTo>
                  <a:lnTo>
                    <a:pt x="2" y="478"/>
                  </a:lnTo>
                  <a:lnTo>
                    <a:pt x="4" y="478"/>
                  </a:lnTo>
                  <a:lnTo>
                    <a:pt x="5" y="478"/>
                  </a:lnTo>
                  <a:lnTo>
                    <a:pt x="6" y="479"/>
                  </a:lnTo>
                  <a:lnTo>
                    <a:pt x="8" y="481"/>
                  </a:lnTo>
                  <a:lnTo>
                    <a:pt x="8" y="482"/>
                  </a:lnTo>
                  <a:lnTo>
                    <a:pt x="8" y="482"/>
                  </a:lnTo>
                  <a:close/>
                  <a:moveTo>
                    <a:pt x="8" y="578"/>
                  </a:moveTo>
                  <a:lnTo>
                    <a:pt x="8" y="633"/>
                  </a:lnTo>
                  <a:lnTo>
                    <a:pt x="8" y="634"/>
                  </a:lnTo>
                  <a:lnTo>
                    <a:pt x="6" y="636"/>
                  </a:lnTo>
                  <a:lnTo>
                    <a:pt x="5" y="637"/>
                  </a:lnTo>
                  <a:lnTo>
                    <a:pt x="4" y="638"/>
                  </a:lnTo>
                  <a:lnTo>
                    <a:pt x="2" y="637"/>
                  </a:lnTo>
                  <a:lnTo>
                    <a:pt x="1" y="636"/>
                  </a:lnTo>
                  <a:lnTo>
                    <a:pt x="0" y="634"/>
                  </a:lnTo>
                  <a:lnTo>
                    <a:pt x="0" y="633"/>
                  </a:lnTo>
                  <a:lnTo>
                    <a:pt x="0" y="578"/>
                  </a:lnTo>
                  <a:lnTo>
                    <a:pt x="0" y="576"/>
                  </a:lnTo>
                  <a:lnTo>
                    <a:pt x="1" y="575"/>
                  </a:lnTo>
                  <a:lnTo>
                    <a:pt x="2" y="574"/>
                  </a:lnTo>
                  <a:lnTo>
                    <a:pt x="4" y="574"/>
                  </a:lnTo>
                  <a:lnTo>
                    <a:pt x="5" y="574"/>
                  </a:lnTo>
                  <a:lnTo>
                    <a:pt x="6" y="575"/>
                  </a:lnTo>
                  <a:lnTo>
                    <a:pt x="8" y="576"/>
                  </a:lnTo>
                  <a:lnTo>
                    <a:pt x="8" y="578"/>
                  </a:lnTo>
                  <a:lnTo>
                    <a:pt x="8" y="578"/>
                  </a:lnTo>
                  <a:close/>
                  <a:moveTo>
                    <a:pt x="8" y="673"/>
                  </a:moveTo>
                  <a:lnTo>
                    <a:pt x="8" y="728"/>
                  </a:lnTo>
                  <a:lnTo>
                    <a:pt x="8" y="731"/>
                  </a:lnTo>
                  <a:lnTo>
                    <a:pt x="6" y="732"/>
                  </a:lnTo>
                  <a:lnTo>
                    <a:pt x="5" y="733"/>
                  </a:lnTo>
                  <a:lnTo>
                    <a:pt x="4" y="733"/>
                  </a:lnTo>
                  <a:lnTo>
                    <a:pt x="2" y="733"/>
                  </a:lnTo>
                  <a:lnTo>
                    <a:pt x="1" y="732"/>
                  </a:lnTo>
                  <a:lnTo>
                    <a:pt x="0" y="731"/>
                  </a:lnTo>
                  <a:lnTo>
                    <a:pt x="0" y="728"/>
                  </a:lnTo>
                  <a:lnTo>
                    <a:pt x="0" y="673"/>
                  </a:lnTo>
                  <a:lnTo>
                    <a:pt x="0" y="671"/>
                  </a:lnTo>
                  <a:lnTo>
                    <a:pt x="1" y="670"/>
                  </a:lnTo>
                  <a:lnTo>
                    <a:pt x="2" y="670"/>
                  </a:lnTo>
                  <a:lnTo>
                    <a:pt x="4" y="669"/>
                  </a:lnTo>
                  <a:lnTo>
                    <a:pt x="5" y="670"/>
                  </a:lnTo>
                  <a:lnTo>
                    <a:pt x="6" y="670"/>
                  </a:lnTo>
                  <a:lnTo>
                    <a:pt x="8" y="671"/>
                  </a:lnTo>
                  <a:lnTo>
                    <a:pt x="8" y="673"/>
                  </a:lnTo>
                  <a:lnTo>
                    <a:pt x="8" y="673"/>
                  </a:lnTo>
                  <a:close/>
                  <a:moveTo>
                    <a:pt x="8" y="768"/>
                  </a:moveTo>
                  <a:lnTo>
                    <a:pt x="8" y="825"/>
                  </a:lnTo>
                  <a:lnTo>
                    <a:pt x="8" y="826"/>
                  </a:lnTo>
                  <a:lnTo>
                    <a:pt x="6" y="827"/>
                  </a:lnTo>
                  <a:lnTo>
                    <a:pt x="5" y="828"/>
                  </a:lnTo>
                  <a:lnTo>
                    <a:pt x="4" y="828"/>
                  </a:lnTo>
                  <a:lnTo>
                    <a:pt x="2" y="828"/>
                  </a:lnTo>
                  <a:lnTo>
                    <a:pt x="1" y="827"/>
                  </a:lnTo>
                  <a:lnTo>
                    <a:pt x="0" y="826"/>
                  </a:lnTo>
                  <a:lnTo>
                    <a:pt x="0" y="825"/>
                  </a:lnTo>
                  <a:lnTo>
                    <a:pt x="0" y="768"/>
                  </a:lnTo>
                  <a:lnTo>
                    <a:pt x="0" y="767"/>
                  </a:lnTo>
                  <a:lnTo>
                    <a:pt x="1" y="766"/>
                  </a:lnTo>
                  <a:lnTo>
                    <a:pt x="2" y="765"/>
                  </a:lnTo>
                  <a:lnTo>
                    <a:pt x="4" y="765"/>
                  </a:lnTo>
                  <a:lnTo>
                    <a:pt x="5" y="765"/>
                  </a:lnTo>
                  <a:lnTo>
                    <a:pt x="6" y="766"/>
                  </a:lnTo>
                  <a:lnTo>
                    <a:pt x="8" y="767"/>
                  </a:lnTo>
                  <a:lnTo>
                    <a:pt x="8" y="768"/>
                  </a:lnTo>
                  <a:lnTo>
                    <a:pt x="8" y="768"/>
                  </a:lnTo>
                  <a:close/>
                  <a:moveTo>
                    <a:pt x="8" y="865"/>
                  </a:moveTo>
                  <a:lnTo>
                    <a:pt x="8" y="920"/>
                  </a:lnTo>
                  <a:lnTo>
                    <a:pt x="8" y="921"/>
                  </a:lnTo>
                  <a:lnTo>
                    <a:pt x="6" y="922"/>
                  </a:lnTo>
                  <a:lnTo>
                    <a:pt x="5" y="923"/>
                  </a:lnTo>
                  <a:lnTo>
                    <a:pt x="4" y="924"/>
                  </a:lnTo>
                  <a:lnTo>
                    <a:pt x="2" y="923"/>
                  </a:lnTo>
                  <a:lnTo>
                    <a:pt x="1" y="922"/>
                  </a:lnTo>
                  <a:lnTo>
                    <a:pt x="0" y="921"/>
                  </a:lnTo>
                  <a:lnTo>
                    <a:pt x="0" y="920"/>
                  </a:lnTo>
                  <a:lnTo>
                    <a:pt x="0" y="865"/>
                  </a:lnTo>
                  <a:lnTo>
                    <a:pt x="0" y="862"/>
                  </a:lnTo>
                  <a:lnTo>
                    <a:pt x="1" y="861"/>
                  </a:lnTo>
                  <a:lnTo>
                    <a:pt x="2" y="860"/>
                  </a:lnTo>
                  <a:lnTo>
                    <a:pt x="4" y="860"/>
                  </a:lnTo>
                  <a:lnTo>
                    <a:pt x="5" y="860"/>
                  </a:lnTo>
                  <a:lnTo>
                    <a:pt x="6" y="861"/>
                  </a:lnTo>
                  <a:lnTo>
                    <a:pt x="8" y="862"/>
                  </a:lnTo>
                  <a:lnTo>
                    <a:pt x="8" y="865"/>
                  </a:lnTo>
                  <a:lnTo>
                    <a:pt x="8" y="865"/>
                  </a:lnTo>
                  <a:close/>
                  <a:moveTo>
                    <a:pt x="8" y="960"/>
                  </a:moveTo>
                  <a:lnTo>
                    <a:pt x="8" y="1015"/>
                  </a:lnTo>
                  <a:lnTo>
                    <a:pt x="8" y="1016"/>
                  </a:lnTo>
                  <a:lnTo>
                    <a:pt x="6" y="1018"/>
                  </a:lnTo>
                  <a:lnTo>
                    <a:pt x="5" y="1018"/>
                  </a:lnTo>
                  <a:lnTo>
                    <a:pt x="4" y="1020"/>
                  </a:lnTo>
                  <a:lnTo>
                    <a:pt x="2" y="1018"/>
                  </a:lnTo>
                  <a:lnTo>
                    <a:pt x="1" y="1018"/>
                  </a:lnTo>
                  <a:lnTo>
                    <a:pt x="0" y="1016"/>
                  </a:lnTo>
                  <a:lnTo>
                    <a:pt x="0" y="1015"/>
                  </a:lnTo>
                  <a:lnTo>
                    <a:pt x="0" y="960"/>
                  </a:lnTo>
                  <a:lnTo>
                    <a:pt x="0" y="958"/>
                  </a:lnTo>
                  <a:lnTo>
                    <a:pt x="1" y="956"/>
                  </a:lnTo>
                  <a:lnTo>
                    <a:pt x="2" y="956"/>
                  </a:lnTo>
                  <a:lnTo>
                    <a:pt x="4" y="955"/>
                  </a:lnTo>
                  <a:lnTo>
                    <a:pt x="5" y="956"/>
                  </a:lnTo>
                  <a:lnTo>
                    <a:pt x="6" y="956"/>
                  </a:lnTo>
                  <a:lnTo>
                    <a:pt x="8" y="958"/>
                  </a:lnTo>
                  <a:lnTo>
                    <a:pt x="8" y="960"/>
                  </a:lnTo>
                  <a:lnTo>
                    <a:pt x="8" y="960"/>
                  </a:lnTo>
                  <a:close/>
                  <a:moveTo>
                    <a:pt x="8" y="1055"/>
                  </a:moveTo>
                  <a:lnTo>
                    <a:pt x="8" y="1111"/>
                  </a:lnTo>
                  <a:lnTo>
                    <a:pt x="8" y="1113"/>
                  </a:lnTo>
                  <a:lnTo>
                    <a:pt x="6" y="1114"/>
                  </a:lnTo>
                  <a:lnTo>
                    <a:pt x="5" y="1115"/>
                  </a:lnTo>
                  <a:lnTo>
                    <a:pt x="4" y="1115"/>
                  </a:lnTo>
                  <a:lnTo>
                    <a:pt x="2" y="1115"/>
                  </a:lnTo>
                  <a:lnTo>
                    <a:pt x="1" y="1114"/>
                  </a:lnTo>
                  <a:lnTo>
                    <a:pt x="0" y="1113"/>
                  </a:lnTo>
                  <a:lnTo>
                    <a:pt x="0" y="1111"/>
                  </a:lnTo>
                  <a:lnTo>
                    <a:pt x="0" y="1055"/>
                  </a:lnTo>
                  <a:lnTo>
                    <a:pt x="0" y="1054"/>
                  </a:lnTo>
                  <a:lnTo>
                    <a:pt x="1" y="1053"/>
                  </a:lnTo>
                  <a:lnTo>
                    <a:pt x="2" y="1052"/>
                  </a:lnTo>
                  <a:lnTo>
                    <a:pt x="4" y="1052"/>
                  </a:lnTo>
                  <a:lnTo>
                    <a:pt x="5" y="1052"/>
                  </a:lnTo>
                  <a:lnTo>
                    <a:pt x="6" y="1053"/>
                  </a:lnTo>
                  <a:lnTo>
                    <a:pt x="8" y="1054"/>
                  </a:lnTo>
                  <a:lnTo>
                    <a:pt x="8" y="1055"/>
                  </a:lnTo>
                  <a:lnTo>
                    <a:pt x="8" y="1055"/>
                  </a:lnTo>
                  <a:close/>
                  <a:moveTo>
                    <a:pt x="8" y="1151"/>
                  </a:moveTo>
                  <a:lnTo>
                    <a:pt x="8" y="1207"/>
                  </a:lnTo>
                  <a:lnTo>
                    <a:pt x="8" y="1208"/>
                  </a:lnTo>
                  <a:lnTo>
                    <a:pt x="6" y="1209"/>
                  </a:lnTo>
                  <a:lnTo>
                    <a:pt x="5" y="1210"/>
                  </a:lnTo>
                  <a:lnTo>
                    <a:pt x="4" y="1210"/>
                  </a:lnTo>
                  <a:lnTo>
                    <a:pt x="2" y="1210"/>
                  </a:lnTo>
                  <a:lnTo>
                    <a:pt x="1" y="1209"/>
                  </a:lnTo>
                  <a:lnTo>
                    <a:pt x="0" y="1208"/>
                  </a:lnTo>
                  <a:lnTo>
                    <a:pt x="0" y="1207"/>
                  </a:lnTo>
                  <a:lnTo>
                    <a:pt x="0" y="1151"/>
                  </a:lnTo>
                  <a:lnTo>
                    <a:pt x="0" y="1149"/>
                  </a:lnTo>
                  <a:lnTo>
                    <a:pt x="1" y="1148"/>
                  </a:lnTo>
                  <a:lnTo>
                    <a:pt x="2" y="1147"/>
                  </a:lnTo>
                  <a:lnTo>
                    <a:pt x="4" y="1147"/>
                  </a:lnTo>
                  <a:lnTo>
                    <a:pt x="5" y="1147"/>
                  </a:lnTo>
                  <a:lnTo>
                    <a:pt x="6" y="1148"/>
                  </a:lnTo>
                  <a:lnTo>
                    <a:pt x="8" y="1149"/>
                  </a:lnTo>
                  <a:lnTo>
                    <a:pt x="8" y="1151"/>
                  </a:lnTo>
                  <a:lnTo>
                    <a:pt x="8" y="1151"/>
                  </a:lnTo>
                  <a:close/>
                  <a:moveTo>
                    <a:pt x="8" y="1246"/>
                  </a:moveTo>
                  <a:lnTo>
                    <a:pt x="8" y="1302"/>
                  </a:lnTo>
                  <a:lnTo>
                    <a:pt x="8" y="1303"/>
                  </a:lnTo>
                  <a:lnTo>
                    <a:pt x="6" y="1305"/>
                  </a:lnTo>
                  <a:lnTo>
                    <a:pt x="5" y="1305"/>
                  </a:lnTo>
                  <a:lnTo>
                    <a:pt x="4" y="1306"/>
                  </a:lnTo>
                  <a:lnTo>
                    <a:pt x="2" y="1305"/>
                  </a:lnTo>
                  <a:lnTo>
                    <a:pt x="1" y="1305"/>
                  </a:lnTo>
                  <a:lnTo>
                    <a:pt x="0" y="1303"/>
                  </a:lnTo>
                  <a:lnTo>
                    <a:pt x="0" y="1302"/>
                  </a:lnTo>
                  <a:lnTo>
                    <a:pt x="0" y="1246"/>
                  </a:lnTo>
                  <a:lnTo>
                    <a:pt x="0" y="1244"/>
                  </a:lnTo>
                  <a:lnTo>
                    <a:pt x="1" y="1243"/>
                  </a:lnTo>
                  <a:lnTo>
                    <a:pt x="2" y="1242"/>
                  </a:lnTo>
                  <a:lnTo>
                    <a:pt x="4" y="1242"/>
                  </a:lnTo>
                  <a:lnTo>
                    <a:pt x="5" y="1242"/>
                  </a:lnTo>
                  <a:lnTo>
                    <a:pt x="6" y="1243"/>
                  </a:lnTo>
                  <a:lnTo>
                    <a:pt x="8" y="1244"/>
                  </a:lnTo>
                  <a:lnTo>
                    <a:pt x="8" y="1246"/>
                  </a:lnTo>
                  <a:lnTo>
                    <a:pt x="8" y="1246"/>
                  </a:lnTo>
                  <a:close/>
                  <a:moveTo>
                    <a:pt x="8" y="1342"/>
                  </a:moveTo>
                  <a:lnTo>
                    <a:pt x="8" y="1398"/>
                  </a:lnTo>
                  <a:lnTo>
                    <a:pt x="8" y="1399"/>
                  </a:lnTo>
                  <a:lnTo>
                    <a:pt x="6" y="1400"/>
                  </a:lnTo>
                  <a:lnTo>
                    <a:pt x="5" y="1401"/>
                  </a:lnTo>
                  <a:lnTo>
                    <a:pt x="4" y="1401"/>
                  </a:lnTo>
                  <a:lnTo>
                    <a:pt x="2" y="1401"/>
                  </a:lnTo>
                  <a:lnTo>
                    <a:pt x="1" y="1400"/>
                  </a:lnTo>
                  <a:lnTo>
                    <a:pt x="0" y="1399"/>
                  </a:lnTo>
                  <a:lnTo>
                    <a:pt x="0" y="1398"/>
                  </a:lnTo>
                  <a:lnTo>
                    <a:pt x="0" y="1342"/>
                  </a:lnTo>
                  <a:lnTo>
                    <a:pt x="0" y="1340"/>
                  </a:lnTo>
                  <a:lnTo>
                    <a:pt x="1" y="1339"/>
                  </a:lnTo>
                  <a:lnTo>
                    <a:pt x="2" y="1338"/>
                  </a:lnTo>
                  <a:lnTo>
                    <a:pt x="4" y="1338"/>
                  </a:lnTo>
                  <a:lnTo>
                    <a:pt x="5" y="1338"/>
                  </a:lnTo>
                  <a:lnTo>
                    <a:pt x="6" y="1339"/>
                  </a:lnTo>
                  <a:lnTo>
                    <a:pt x="8" y="1340"/>
                  </a:lnTo>
                  <a:lnTo>
                    <a:pt x="8" y="1342"/>
                  </a:lnTo>
                  <a:lnTo>
                    <a:pt x="8" y="1342"/>
                  </a:lnTo>
                  <a:close/>
                  <a:moveTo>
                    <a:pt x="8" y="1437"/>
                  </a:moveTo>
                  <a:lnTo>
                    <a:pt x="8" y="1493"/>
                  </a:lnTo>
                  <a:lnTo>
                    <a:pt x="8" y="1494"/>
                  </a:lnTo>
                  <a:lnTo>
                    <a:pt x="6" y="1495"/>
                  </a:lnTo>
                  <a:lnTo>
                    <a:pt x="5" y="1497"/>
                  </a:lnTo>
                  <a:lnTo>
                    <a:pt x="4" y="1497"/>
                  </a:lnTo>
                  <a:lnTo>
                    <a:pt x="2" y="1497"/>
                  </a:lnTo>
                  <a:lnTo>
                    <a:pt x="1" y="1495"/>
                  </a:lnTo>
                  <a:lnTo>
                    <a:pt x="0" y="1494"/>
                  </a:lnTo>
                  <a:lnTo>
                    <a:pt x="0" y="1493"/>
                  </a:lnTo>
                  <a:lnTo>
                    <a:pt x="0" y="1437"/>
                  </a:lnTo>
                  <a:lnTo>
                    <a:pt x="0" y="1436"/>
                  </a:lnTo>
                  <a:lnTo>
                    <a:pt x="1" y="1435"/>
                  </a:lnTo>
                  <a:lnTo>
                    <a:pt x="2" y="1433"/>
                  </a:lnTo>
                  <a:lnTo>
                    <a:pt x="4" y="1433"/>
                  </a:lnTo>
                  <a:lnTo>
                    <a:pt x="5" y="1433"/>
                  </a:lnTo>
                  <a:lnTo>
                    <a:pt x="6" y="1435"/>
                  </a:lnTo>
                  <a:lnTo>
                    <a:pt x="8" y="1436"/>
                  </a:lnTo>
                  <a:lnTo>
                    <a:pt x="8" y="1437"/>
                  </a:lnTo>
                  <a:lnTo>
                    <a:pt x="8" y="1437"/>
                  </a:lnTo>
                  <a:close/>
                  <a:moveTo>
                    <a:pt x="8" y="1533"/>
                  </a:moveTo>
                  <a:lnTo>
                    <a:pt x="8" y="1588"/>
                  </a:lnTo>
                  <a:lnTo>
                    <a:pt x="8" y="1589"/>
                  </a:lnTo>
                  <a:lnTo>
                    <a:pt x="6" y="1592"/>
                  </a:lnTo>
                  <a:lnTo>
                    <a:pt x="5" y="1592"/>
                  </a:lnTo>
                  <a:lnTo>
                    <a:pt x="4" y="1593"/>
                  </a:lnTo>
                  <a:lnTo>
                    <a:pt x="2" y="1592"/>
                  </a:lnTo>
                  <a:lnTo>
                    <a:pt x="1" y="1592"/>
                  </a:lnTo>
                  <a:lnTo>
                    <a:pt x="0" y="1589"/>
                  </a:lnTo>
                  <a:lnTo>
                    <a:pt x="0" y="1588"/>
                  </a:lnTo>
                  <a:lnTo>
                    <a:pt x="0" y="1533"/>
                  </a:lnTo>
                  <a:lnTo>
                    <a:pt x="0" y="1531"/>
                  </a:lnTo>
                  <a:lnTo>
                    <a:pt x="1" y="1530"/>
                  </a:lnTo>
                  <a:lnTo>
                    <a:pt x="2" y="1529"/>
                  </a:lnTo>
                  <a:lnTo>
                    <a:pt x="4" y="1529"/>
                  </a:lnTo>
                  <a:lnTo>
                    <a:pt x="5" y="1529"/>
                  </a:lnTo>
                  <a:lnTo>
                    <a:pt x="6" y="1530"/>
                  </a:lnTo>
                  <a:lnTo>
                    <a:pt x="8" y="1531"/>
                  </a:lnTo>
                  <a:lnTo>
                    <a:pt x="8" y="1533"/>
                  </a:lnTo>
                  <a:lnTo>
                    <a:pt x="8" y="1533"/>
                  </a:lnTo>
                  <a:close/>
                  <a:moveTo>
                    <a:pt x="8" y="1628"/>
                  </a:moveTo>
                  <a:lnTo>
                    <a:pt x="8" y="1684"/>
                  </a:lnTo>
                  <a:lnTo>
                    <a:pt x="8" y="1686"/>
                  </a:lnTo>
                  <a:lnTo>
                    <a:pt x="6" y="1687"/>
                  </a:lnTo>
                  <a:lnTo>
                    <a:pt x="5" y="1688"/>
                  </a:lnTo>
                  <a:lnTo>
                    <a:pt x="4" y="1688"/>
                  </a:lnTo>
                  <a:lnTo>
                    <a:pt x="2" y="1688"/>
                  </a:lnTo>
                  <a:lnTo>
                    <a:pt x="1" y="1687"/>
                  </a:lnTo>
                  <a:lnTo>
                    <a:pt x="0" y="1686"/>
                  </a:lnTo>
                  <a:lnTo>
                    <a:pt x="0" y="1684"/>
                  </a:lnTo>
                  <a:lnTo>
                    <a:pt x="0" y="1628"/>
                  </a:lnTo>
                  <a:lnTo>
                    <a:pt x="0" y="1627"/>
                  </a:lnTo>
                  <a:lnTo>
                    <a:pt x="1" y="1626"/>
                  </a:lnTo>
                  <a:lnTo>
                    <a:pt x="2" y="1625"/>
                  </a:lnTo>
                  <a:lnTo>
                    <a:pt x="4" y="1625"/>
                  </a:lnTo>
                  <a:lnTo>
                    <a:pt x="5" y="1625"/>
                  </a:lnTo>
                  <a:lnTo>
                    <a:pt x="6" y="1626"/>
                  </a:lnTo>
                  <a:lnTo>
                    <a:pt x="8" y="1627"/>
                  </a:lnTo>
                  <a:lnTo>
                    <a:pt x="8" y="1628"/>
                  </a:lnTo>
                  <a:lnTo>
                    <a:pt x="8" y="1628"/>
                  </a:lnTo>
                  <a:close/>
                  <a:moveTo>
                    <a:pt x="8" y="1723"/>
                  </a:moveTo>
                  <a:lnTo>
                    <a:pt x="8" y="1780"/>
                  </a:lnTo>
                  <a:lnTo>
                    <a:pt x="8" y="1781"/>
                  </a:lnTo>
                  <a:lnTo>
                    <a:pt x="6" y="1782"/>
                  </a:lnTo>
                  <a:lnTo>
                    <a:pt x="5" y="1783"/>
                  </a:lnTo>
                  <a:lnTo>
                    <a:pt x="4" y="1783"/>
                  </a:lnTo>
                  <a:lnTo>
                    <a:pt x="2" y="1783"/>
                  </a:lnTo>
                  <a:lnTo>
                    <a:pt x="1" y="1782"/>
                  </a:lnTo>
                  <a:lnTo>
                    <a:pt x="0" y="1781"/>
                  </a:lnTo>
                  <a:lnTo>
                    <a:pt x="0" y="1780"/>
                  </a:lnTo>
                  <a:lnTo>
                    <a:pt x="0" y="1723"/>
                  </a:lnTo>
                  <a:lnTo>
                    <a:pt x="0" y="1722"/>
                  </a:lnTo>
                  <a:lnTo>
                    <a:pt x="1" y="1721"/>
                  </a:lnTo>
                  <a:lnTo>
                    <a:pt x="2" y="1720"/>
                  </a:lnTo>
                  <a:lnTo>
                    <a:pt x="4" y="1720"/>
                  </a:lnTo>
                  <a:lnTo>
                    <a:pt x="5" y="1720"/>
                  </a:lnTo>
                  <a:lnTo>
                    <a:pt x="6" y="1721"/>
                  </a:lnTo>
                  <a:lnTo>
                    <a:pt x="8" y="1722"/>
                  </a:lnTo>
                  <a:lnTo>
                    <a:pt x="8" y="1723"/>
                  </a:lnTo>
                  <a:lnTo>
                    <a:pt x="8" y="1723"/>
                  </a:lnTo>
                  <a:close/>
                  <a:moveTo>
                    <a:pt x="8" y="1820"/>
                  </a:moveTo>
                  <a:lnTo>
                    <a:pt x="8" y="1875"/>
                  </a:lnTo>
                  <a:lnTo>
                    <a:pt x="8" y="1876"/>
                  </a:lnTo>
                  <a:lnTo>
                    <a:pt x="6" y="1878"/>
                  </a:lnTo>
                  <a:lnTo>
                    <a:pt x="5" y="1878"/>
                  </a:lnTo>
                  <a:lnTo>
                    <a:pt x="4" y="1879"/>
                  </a:lnTo>
                  <a:lnTo>
                    <a:pt x="2" y="1878"/>
                  </a:lnTo>
                  <a:lnTo>
                    <a:pt x="1" y="1878"/>
                  </a:lnTo>
                  <a:lnTo>
                    <a:pt x="0" y="1876"/>
                  </a:lnTo>
                  <a:lnTo>
                    <a:pt x="0" y="1875"/>
                  </a:lnTo>
                  <a:lnTo>
                    <a:pt x="0" y="1820"/>
                  </a:lnTo>
                  <a:lnTo>
                    <a:pt x="0" y="1817"/>
                  </a:lnTo>
                  <a:lnTo>
                    <a:pt x="1" y="1816"/>
                  </a:lnTo>
                  <a:lnTo>
                    <a:pt x="2" y="1815"/>
                  </a:lnTo>
                  <a:lnTo>
                    <a:pt x="4" y="1815"/>
                  </a:lnTo>
                  <a:lnTo>
                    <a:pt x="5" y="1815"/>
                  </a:lnTo>
                  <a:lnTo>
                    <a:pt x="6" y="1816"/>
                  </a:lnTo>
                  <a:lnTo>
                    <a:pt x="8" y="1817"/>
                  </a:lnTo>
                  <a:lnTo>
                    <a:pt x="8" y="1820"/>
                  </a:lnTo>
                  <a:lnTo>
                    <a:pt x="8" y="1820"/>
                  </a:lnTo>
                  <a:close/>
                  <a:moveTo>
                    <a:pt x="8" y="1915"/>
                  </a:moveTo>
                  <a:lnTo>
                    <a:pt x="8" y="1970"/>
                  </a:lnTo>
                  <a:lnTo>
                    <a:pt x="8" y="1972"/>
                  </a:lnTo>
                  <a:lnTo>
                    <a:pt x="6" y="1974"/>
                  </a:lnTo>
                  <a:lnTo>
                    <a:pt x="5" y="1975"/>
                  </a:lnTo>
                  <a:lnTo>
                    <a:pt x="4" y="1975"/>
                  </a:lnTo>
                  <a:lnTo>
                    <a:pt x="2" y="1975"/>
                  </a:lnTo>
                  <a:lnTo>
                    <a:pt x="1" y="1974"/>
                  </a:lnTo>
                  <a:lnTo>
                    <a:pt x="0" y="1972"/>
                  </a:lnTo>
                  <a:lnTo>
                    <a:pt x="0" y="1970"/>
                  </a:lnTo>
                  <a:lnTo>
                    <a:pt x="0" y="1915"/>
                  </a:lnTo>
                  <a:lnTo>
                    <a:pt x="0" y="1914"/>
                  </a:lnTo>
                  <a:lnTo>
                    <a:pt x="1" y="1912"/>
                  </a:lnTo>
                  <a:lnTo>
                    <a:pt x="2" y="1912"/>
                  </a:lnTo>
                  <a:lnTo>
                    <a:pt x="4" y="1910"/>
                  </a:lnTo>
                  <a:lnTo>
                    <a:pt x="5" y="1912"/>
                  </a:lnTo>
                  <a:lnTo>
                    <a:pt x="6" y="1912"/>
                  </a:lnTo>
                  <a:lnTo>
                    <a:pt x="8" y="1914"/>
                  </a:lnTo>
                  <a:lnTo>
                    <a:pt x="8" y="1915"/>
                  </a:lnTo>
                  <a:lnTo>
                    <a:pt x="8" y="1915"/>
                  </a:lnTo>
                  <a:close/>
                  <a:moveTo>
                    <a:pt x="8" y="2010"/>
                  </a:moveTo>
                  <a:lnTo>
                    <a:pt x="8" y="2066"/>
                  </a:lnTo>
                  <a:lnTo>
                    <a:pt x="8" y="2068"/>
                  </a:lnTo>
                  <a:lnTo>
                    <a:pt x="6" y="2069"/>
                  </a:lnTo>
                  <a:lnTo>
                    <a:pt x="5" y="2070"/>
                  </a:lnTo>
                  <a:lnTo>
                    <a:pt x="4" y="2070"/>
                  </a:lnTo>
                  <a:lnTo>
                    <a:pt x="2" y="2070"/>
                  </a:lnTo>
                  <a:lnTo>
                    <a:pt x="1" y="2069"/>
                  </a:lnTo>
                  <a:lnTo>
                    <a:pt x="0" y="2068"/>
                  </a:lnTo>
                  <a:lnTo>
                    <a:pt x="0" y="2066"/>
                  </a:lnTo>
                  <a:lnTo>
                    <a:pt x="0" y="2010"/>
                  </a:lnTo>
                  <a:lnTo>
                    <a:pt x="0" y="2009"/>
                  </a:lnTo>
                  <a:lnTo>
                    <a:pt x="1" y="2008"/>
                  </a:lnTo>
                  <a:lnTo>
                    <a:pt x="2" y="2007"/>
                  </a:lnTo>
                  <a:lnTo>
                    <a:pt x="4" y="2007"/>
                  </a:lnTo>
                  <a:lnTo>
                    <a:pt x="5" y="2007"/>
                  </a:lnTo>
                  <a:lnTo>
                    <a:pt x="6" y="2008"/>
                  </a:lnTo>
                  <a:lnTo>
                    <a:pt x="8" y="2009"/>
                  </a:lnTo>
                  <a:lnTo>
                    <a:pt x="8" y="2010"/>
                  </a:lnTo>
                  <a:lnTo>
                    <a:pt x="8" y="2010"/>
                  </a:lnTo>
                  <a:close/>
                  <a:moveTo>
                    <a:pt x="8" y="2106"/>
                  </a:moveTo>
                  <a:lnTo>
                    <a:pt x="8" y="2162"/>
                  </a:lnTo>
                  <a:lnTo>
                    <a:pt x="8" y="2163"/>
                  </a:lnTo>
                  <a:lnTo>
                    <a:pt x="6" y="2165"/>
                  </a:lnTo>
                  <a:lnTo>
                    <a:pt x="5" y="2165"/>
                  </a:lnTo>
                  <a:lnTo>
                    <a:pt x="4" y="2166"/>
                  </a:lnTo>
                  <a:lnTo>
                    <a:pt x="2" y="2165"/>
                  </a:lnTo>
                  <a:lnTo>
                    <a:pt x="1" y="2165"/>
                  </a:lnTo>
                  <a:lnTo>
                    <a:pt x="0" y="2163"/>
                  </a:lnTo>
                  <a:lnTo>
                    <a:pt x="0" y="2162"/>
                  </a:lnTo>
                  <a:lnTo>
                    <a:pt x="0" y="2106"/>
                  </a:lnTo>
                  <a:lnTo>
                    <a:pt x="0" y="2104"/>
                  </a:lnTo>
                  <a:lnTo>
                    <a:pt x="1" y="2103"/>
                  </a:lnTo>
                  <a:lnTo>
                    <a:pt x="2" y="2102"/>
                  </a:lnTo>
                  <a:lnTo>
                    <a:pt x="4" y="2102"/>
                  </a:lnTo>
                  <a:lnTo>
                    <a:pt x="5" y="2102"/>
                  </a:lnTo>
                  <a:lnTo>
                    <a:pt x="6" y="2103"/>
                  </a:lnTo>
                  <a:lnTo>
                    <a:pt x="8" y="2104"/>
                  </a:lnTo>
                  <a:lnTo>
                    <a:pt x="8" y="2106"/>
                  </a:lnTo>
                  <a:lnTo>
                    <a:pt x="8" y="2106"/>
                  </a:lnTo>
                  <a:close/>
                  <a:moveTo>
                    <a:pt x="8" y="2201"/>
                  </a:moveTo>
                  <a:lnTo>
                    <a:pt x="8" y="2257"/>
                  </a:lnTo>
                  <a:lnTo>
                    <a:pt x="8" y="2259"/>
                  </a:lnTo>
                  <a:lnTo>
                    <a:pt x="6" y="2260"/>
                  </a:lnTo>
                  <a:lnTo>
                    <a:pt x="5" y="2261"/>
                  </a:lnTo>
                  <a:lnTo>
                    <a:pt x="4" y="2261"/>
                  </a:lnTo>
                  <a:lnTo>
                    <a:pt x="2" y="2261"/>
                  </a:lnTo>
                  <a:lnTo>
                    <a:pt x="1" y="2260"/>
                  </a:lnTo>
                  <a:lnTo>
                    <a:pt x="0" y="2259"/>
                  </a:lnTo>
                  <a:lnTo>
                    <a:pt x="0" y="2257"/>
                  </a:lnTo>
                  <a:lnTo>
                    <a:pt x="0" y="2201"/>
                  </a:lnTo>
                  <a:lnTo>
                    <a:pt x="0" y="2199"/>
                  </a:lnTo>
                  <a:lnTo>
                    <a:pt x="1" y="2198"/>
                  </a:lnTo>
                  <a:lnTo>
                    <a:pt x="2" y="2198"/>
                  </a:lnTo>
                  <a:lnTo>
                    <a:pt x="4" y="2197"/>
                  </a:lnTo>
                  <a:lnTo>
                    <a:pt x="5" y="2198"/>
                  </a:lnTo>
                  <a:lnTo>
                    <a:pt x="6" y="2198"/>
                  </a:lnTo>
                  <a:lnTo>
                    <a:pt x="8" y="2199"/>
                  </a:lnTo>
                  <a:lnTo>
                    <a:pt x="8" y="2201"/>
                  </a:lnTo>
                  <a:lnTo>
                    <a:pt x="8" y="2201"/>
                  </a:lnTo>
                  <a:close/>
                  <a:moveTo>
                    <a:pt x="8" y="2297"/>
                  </a:moveTo>
                  <a:lnTo>
                    <a:pt x="8" y="2353"/>
                  </a:lnTo>
                  <a:lnTo>
                    <a:pt x="8" y="2354"/>
                  </a:lnTo>
                  <a:lnTo>
                    <a:pt x="6" y="2355"/>
                  </a:lnTo>
                  <a:lnTo>
                    <a:pt x="5" y="2356"/>
                  </a:lnTo>
                  <a:lnTo>
                    <a:pt x="4" y="2356"/>
                  </a:lnTo>
                  <a:lnTo>
                    <a:pt x="2" y="2356"/>
                  </a:lnTo>
                  <a:lnTo>
                    <a:pt x="1" y="2355"/>
                  </a:lnTo>
                  <a:lnTo>
                    <a:pt x="0" y="2354"/>
                  </a:lnTo>
                  <a:lnTo>
                    <a:pt x="0" y="2353"/>
                  </a:lnTo>
                  <a:lnTo>
                    <a:pt x="0" y="2297"/>
                  </a:lnTo>
                  <a:lnTo>
                    <a:pt x="0" y="2296"/>
                  </a:lnTo>
                  <a:lnTo>
                    <a:pt x="1" y="2294"/>
                  </a:lnTo>
                  <a:lnTo>
                    <a:pt x="2" y="2293"/>
                  </a:lnTo>
                  <a:lnTo>
                    <a:pt x="4" y="2293"/>
                  </a:lnTo>
                  <a:lnTo>
                    <a:pt x="5" y="2293"/>
                  </a:lnTo>
                  <a:lnTo>
                    <a:pt x="6" y="2294"/>
                  </a:lnTo>
                  <a:lnTo>
                    <a:pt x="8" y="2296"/>
                  </a:lnTo>
                  <a:lnTo>
                    <a:pt x="8" y="2297"/>
                  </a:lnTo>
                  <a:lnTo>
                    <a:pt x="8" y="2297"/>
                  </a:lnTo>
                  <a:close/>
                  <a:moveTo>
                    <a:pt x="8" y="2393"/>
                  </a:moveTo>
                  <a:lnTo>
                    <a:pt x="8" y="2448"/>
                  </a:lnTo>
                  <a:lnTo>
                    <a:pt x="8" y="2449"/>
                  </a:lnTo>
                  <a:lnTo>
                    <a:pt x="6" y="2451"/>
                  </a:lnTo>
                  <a:lnTo>
                    <a:pt x="5" y="2452"/>
                  </a:lnTo>
                  <a:lnTo>
                    <a:pt x="4" y="2453"/>
                  </a:lnTo>
                  <a:lnTo>
                    <a:pt x="2" y="2452"/>
                  </a:lnTo>
                  <a:lnTo>
                    <a:pt x="1" y="2451"/>
                  </a:lnTo>
                  <a:lnTo>
                    <a:pt x="0" y="2449"/>
                  </a:lnTo>
                  <a:lnTo>
                    <a:pt x="0" y="2448"/>
                  </a:lnTo>
                  <a:lnTo>
                    <a:pt x="0" y="2393"/>
                  </a:lnTo>
                  <a:lnTo>
                    <a:pt x="0" y="2391"/>
                  </a:lnTo>
                  <a:lnTo>
                    <a:pt x="1" y="2390"/>
                  </a:lnTo>
                  <a:lnTo>
                    <a:pt x="2" y="2389"/>
                  </a:lnTo>
                  <a:lnTo>
                    <a:pt x="4" y="2389"/>
                  </a:lnTo>
                  <a:lnTo>
                    <a:pt x="5" y="2389"/>
                  </a:lnTo>
                  <a:lnTo>
                    <a:pt x="6" y="2390"/>
                  </a:lnTo>
                  <a:lnTo>
                    <a:pt x="8" y="2391"/>
                  </a:lnTo>
                  <a:lnTo>
                    <a:pt x="8" y="2393"/>
                  </a:lnTo>
                  <a:lnTo>
                    <a:pt x="8" y="2393"/>
                  </a:lnTo>
                  <a:close/>
                  <a:moveTo>
                    <a:pt x="8" y="2488"/>
                  </a:moveTo>
                  <a:lnTo>
                    <a:pt x="8" y="2543"/>
                  </a:lnTo>
                  <a:lnTo>
                    <a:pt x="8" y="2546"/>
                  </a:lnTo>
                  <a:lnTo>
                    <a:pt x="6" y="2547"/>
                  </a:lnTo>
                  <a:lnTo>
                    <a:pt x="5" y="2548"/>
                  </a:lnTo>
                  <a:lnTo>
                    <a:pt x="4" y="2548"/>
                  </a:lnTo>
                  <a:lnTo>
                    <a:pt x="2" y="2548"/>
                  </a:lnTo>
                  <a:lnTo>
                    <a:pt x="1" y="2547"/>
                  </a:lnTo>
                  <a:lnTo>
                    <a:pt x="0" y="2546"/>
                  </a:lnTo>
                  <a:lnTo>
                    <a:pt x="0" y="2543"/>
                  </a:lnTo>
                  <a:lnTo>
                    <a:pt x="0" y="2488"/>
                  </a:lnTo>
                  <a:lnTo>
                    <a:pt x="0" y="2486"/>
                  </a:lnTo>
                  <a:lnTo>
                    <a:pt x="1" y="2485"/>
                  </a:lnTo>
                  <a:lnTo>
                    <a:pt x="2" y="2485"/>
                  </a:lnTo>
                  <a:lnTo>
                    <a:pt x="4" y="2484"/>
                  </a:lnTo>
                  <a:lnTo>
                    <a:pt x="5" y="2485"/>
                  </a:lnTo>
                  <a:lnTo>
                    <a:pt x="6" y="2485"/>
                  </a:lnTo>
                  <a:lnTo>
                    <a:pt x="8" y="2486"/>
                  </a:lnTo>
                  <a:lnTo>
                    <a:pt x="8" y="2488"/>
                  </a:lnTo>
                  <a:lnTo>
                    <a:pt x="8" y="2488"/>
                  </a:lnTo>
                  <a:close/>
                  <a:moveTo>
                    <a:pt x="8" y="2583"/>
                  </a:moveTo>
                  <a:lnTo>
                    <a:pt x="8" y="2640"/>
                  </a:lnTo>
                  <a:lnTo>
                    <a:pt x="8" y="2641"/>
                  </a:lnTo>
                  <a:lnTo>
                    <a:pt x="6" y="2642"/>
                  </a:lnTo>
                  <a:lnTo>
                    <a:pt x="5" y="2643"/>
                  </a:lnTo>
                  <a:lnTo>
                    <a:pt x="4" y="2643"/>
                  </a:lnTo>
                  <a:lnTo>
                    <a:pt x="2" y="2643"/>
                  </a:lnTo>
                  <a:lnTo>
                    <a:pt x="1" y="2642"/>
                  </a:lnTo>
                  <a:lnTo>
                    <a:pt x="0" y="2641"/>
                  </a:lnTo>
                  <a:lnTo>
                    <a:pt x="0" y="2640"/>
                  </a:lnTo>
                  <a:lnTo>
                    <a:pt x="0" y="2583"/>
                  </a:lnTo>
                  <a:lnTo>
                    <a:pt x="0" y="2582"/>
                  </a:lnTo>
                  <a:lnTo>
                    <a:pt x="1" y="2581"/>
                  </a:lnTo>
                  <a:lnTo>
                    <a:pt x="2" y="2580"/>
                  </a:lnTo>
                  <a:lnTo>
                    <a:pt x="4" y="2580"/>
                  </a:lnTo>
                  <a:lnTo>
                    <a:pt x="5" y="2580"/>
                  </a:lnTo>
                  <a:lnTo>
                    <a:pt x="6" y="2581"/>
                  </a:lnTo>
                  <a:lnTo>
                    <a:pt x="8" y="2582"/>
                  </a:lnTo>
                  <a:lnTo>
                    <a:pt x="8" y="2583"/>
                  </a:lnTo>
                  <a:lnTo>
                    <a:pt x="8" y="2583"/>
                  </a:lnTo>
                  <a:close/>
                  <a:moveTo>
                    <a:pt x="8" y="2680"/>
                  </a:moveTo>
                  <a:lnTo>
                    <a:pt x="8" y="2735"/>
                  </a:lnTo>
                  <a:lnTo>
                    <a:pt x="8" y="2736"/>
                  </a:lnTo>
                  <a:lnTo>
                    <a:pt x="6" y="2737"/>
                  </a:lnTo>
                  <a:lnTo>
                    <a:pt x="5" y="2738"/>
                  </a:lnTo>
                  <a:lnTo>
                    <a:pt x="4" y="2739"/>
                  </a:lnTo>
                  <a:lnTo>
                    <a:pt x="2" y="2738"/>
                  </a:lnTo>
                  <a:lnTo>
                    <a:pt x="1" y="2737"/>
                  </a:lnTo>
                  <a:lnTo>
                    <a:pt x="0" y="2736"/>
                  </a:lnTo>
                  <a:lnTo>
                    <a:pt x="0" y="2735"/>
                  </a:lnTo>
                  <a:lnTo>
                    <a:pt x="0" y="2680"/>
                  </a:lnTo>
                  <a:lnTo>
                    <a:pt x="0" y="2677"/>
                  </a:lnTo>
                  <a:lnTo>
                    <a:pt x="1" y="2676"/>
                  </a:lnTo>
                  <a:lnTo>
                    <a:pt x="2" y="2675"/>
                  </a:lnTo>
                  <a:lnTo>
                    <a:pt x="4" y="2675"/>
                  </a:lnTo>
                  <a:lnTo>
                    <a:pt x="5" y="2675"/>
                  </a:lnTo>
                  <a:lnTo>
                    <a:pt x="6" y="2676"/>
                  </a:lnTo>
                  <a:lnTo>
                    <a:pt x="8" y="2677"/>
                  </a:lnTo>
                  <a:lnTo>
                    <a:pt x="8" y="2680"/>
                  </a:lnTo>
                  <a:lnTo>
                    <a:pt x="8" y="2680"/>
                  </a:lnTo>
                  <a:close/>
                  <a:moveTo>
                    <a:pt x="8" y="2775"/>
                  </a:moveTo>
                  <a:lnTo>
                    <a:pt x="8" y="2830"/>
                  </a:lnTo>
                  <a:lnTo>
                    <a:pt x="8" y="2831"/>
                  </a:lnTo>
                  <a:lnTo>
                    <a:pt x="6" y="2833"/>
                  </a:lnTo>
                  <a:lnTo>
                    <a:pt x="5" y="2833"/>
                  </a:lnTo>
                  <a:lnTo>
                    <a:pt x="4" y="2835"/>
                  </a:lnTo>
                  <a:lnTo>
                    <a:pt x="2" y="2833"/>
                  </a:lnTo>
                  <a:lnTo>
                    <a:pt x="1" y="2833"/>
                  </a:lnTo>
                  <a:lnTo>
                    <a:pt x="0" y="2831"/>
                  </a:lnTo>
                  <a:lnTo>
                    <a:pt x="0" y="2830"/>
                  </a:lnTo>
                  <a:lnTo>
                    <a:pt x="0" y="2775"/>
                  </a:lnTo>
                  <a:lnTo>
                    <a:pt x="0" y="2773"/>
                  </a:lnTo>
                  <a:lnTo>
                    <a:pt x="1" y="2771"/>
                  </a:lnTo>
                  <a:lnTo>
                    <a:pt x="2" y="2771"/>
                  </a:lnTo>
                  <a:lnTo>
                    <a:pt x="4" y="2770"/>
                  </a:lnTo>
                  <a:lnTo>
                    <a:pt x="5" y="2771"/>
                  </a:lnTo>
                  <a:lnTo>
                    <a:pt x="6" y="2771"/>
                  </a:lnTo>
                  <a:lnTo>
                    <a:pt x="8" y="2773"/>
                  </a:lnTo>
                  <a:lnTo>
                    <a:pt x="8" y="2775"/>
                  </a:lnTo>
                  <a:lnTo>
                    <a:pt x="8" y="2775"/>
                  </a:lnTo>
                  <a:close/>
                  <a:moveTo>
                    <a:pt x="8" y="2870"/>
                  </a:moveTo>
                  <a:lnTo>
                    <a:pt x="8" y="2926"/>
                  </a:lnTo>
                  <a:lnTo>
                    <a:pt x="8" y="2927"/>
                  </a:lnTo>
                  <a:lnTo>
                    <a:pt x="6" y="2929"/>
                  </a:lnTo>
                  <a:lnTo>
                    <a:pt x="5" y="2930"/>
                  </a:lnTo>
                  <a:lnTo>
                    <a:pt x="4" y="2930"/>
                  </a:lnTo>
                  <a:lnTo>
                    <a:pt x="2" y="2930"/>
                  </a:lnTo>
                  <a:lnTo>
                    <a:pt x="1" y="2929"/>
                  </a:lnTo>
                  <a:lnTo>
                    <a:pt x="0" y="2927"/>
                  </a:lnTo>
                  <a:lnTo>
                    <a:pt x="0" y="2926"/>
                  </a:lnTo>
                  <a:lnTo>
                    <a:pt x="0" y="2870"/>
                  </a:lnTo>
                  <a:lnTo>
                    <a:pt x="0" y="2869"/>
                  </a:lnTo>
                  <a:lnTo>
                    <a:pt x="1" y="2868"/>
                  </a:lnTo>
                  <a:lnTo>
                    <a:pt x="2" y="2867"/>
                  </a:lnTo>
                  <a:lnTo>
                    <a:pt x="4" y="2867"/>
                  </a:lnTo>
                  <a:lnTo>
                    <a:pt x="5" y="2867"/>
                  </a:lnTo>
                  <a:lnTo>
                    <a:pt x="6" y="2868"/>
                  </a:lnTo>
                  <a:lnTo>
                    <a:pt x="8" y="2869"/>
                  </a:lnTo>
                  <a:lnTo>
                    <a:pt x="8" y="2870"/>
                  </a:lnTo>
                  <a:lnTo>
                    <a:pt x="8" y="2870"/>
                  </a:lnTo>
                  <a:close/>
                  <a:moveTo>
                    <a:pt x="8" y="2966"/>
                  </a:moveTo>
                  <a:lnTo>
                    <a:pt x="8" y="3022"/>
                  </a:lnTo>
                  <a:lnTo>
                    <a:pt x="8" y="3023"/>
                  </a:lnTo>
                  <a:lnTo>
                    <a:pt x="6" y="3024"/>
                  </a:lnTo>
                  <a:lnTo>
                    <a:pt x="5" y="3025"/>
                  </a:lnTo>
                  <a:lnTo>
                    <a:pt x="4" y="3025"/>
                  </a:lnTo>
                  <a:lnTo>
                    <a:pt x="2" y="3025"/>
                  </a:lnTo>
                  <a:lnTo>
                    <a:pt x="1" y="3024"/>
                  </a:lnTo>
                  <a:lnTo>
                    <a:pt x="0" y="3023"/>
                  </a:lnTo>
                  <a:lnTo>
                    <a:pt x="0" y="3022"/>
                  </a:lnTo>
                  <a:lnTo>
                    <a:pt x="0" y="2966"/>
                  </a:lnTo>
                  <a:lnTo>
                    <a:pt x="0" y="2964"/>
                  </a:lnTo>
                  <a:lnTo>
                    <a:pt x="1" y="2963"/>
                  </a:lnTo>
                  <a:lnTo>
                    <a:pt x="2" y="2962"/>
                  </a:lnTo>
                  <a:lnTo>
                    <a:pt x="4" y="2962"/>
                  </a:lnTo>
                  <a:lnTo>
                    <a:pt x="5" y="2962"/>
                  </a:lnTo>
                  <a:lnTo>
                    <a:pt x="6" y="2963"/>
                  </a:lnTo>
                  <a:lnTo>
                    <a:pt x="8" y="2964"/>
                  </a:lnTo>
                  <a:lnTo>
                    <a:pt x="8" y="2966"/>
                  </a:lnTo>
                  <a:lnTo>
                    <a:pt x="8" y="2966"/>
                  </a:lnTo>
                  <a:close/>
                  <a:moveTo>
                    <a:pt x="8" y="3061"/>
                  </a:moveTo>
                  <a:lnTo>
                    <a:pt x="8" y="3117"/>
                  </a:lnTo>
                  <a:lnTo>
                    <a:pt x="8" y="3118"/>
                  </a:lnTo>
                  <a:lnTo>
                    <a:pt x="6" y="3120"/>
                  </a:lnTo>
                  <a:lnTo>
                    <a:pt x="5" y="3120"/>
                  </a:lnTo>
                  <a:lnTo>
                    <a:pt x="4" y="3121"/>
                  </a:lnTo>
                  <a:lnTo>
                    <a:pt x="2" y="3120"/>
                  </a:lnTo>
                  <a:lnTo>
                    <a:pt x="1" y="3120"/>
                  </a:lnTo>
                  <a:lnTo>
                    <a:pt x="0" y="3118"/>
                  </a:lnTo>
                  <a:lnTo>
                    <a:pt x="0" y="3117"/>
                  </a:lnTo>
                  <a:lnTo>
                    <a:pt x="0" y="3061"/>
                  </a:lnTo>
                  <a:lnTo>
                    <a:pt x="0" y="3059"/>
                  </a:lnTo>
                  <a:lnTo>
                    <a:pt x="1" y="3058"/>
                  </a:lnTo>
                  <a:lnTo>
                    <a:pt x="2" y="3057"/>
                  </a:lnTo>
                  <a:lnTo>
                    <a:pt x="4" y="3057"/>
                  </a:lnTo>
                  <a:lnTo>
                    <a:pt x="5" y="3057"/>
                  </a:lnTo>
                  <a:lnTo>
                    <a:pt x="6" y="3058"/>
                  </a:lnTo>
                  <a:lnTo>
                    <a:pt x="8" y="3059"/>
                  </a:lnTo>
                  <a:lnTo>
                    <a:pt x="8" y="3061"/>
                  </a:lnTo>
                  <a:lnTo>
                    <a:pt x="8" y="3061"/>
                  </a:lnTo>
                  <a:close/>
                  <a:moveTo>
                    <a:pt x="8" y="3157"/>
                  </a:moveTo>
                  <a:lnTo>
                    <a:pt x="8" y="3212"/>
                  </a:lnTo>
                  <a:lnTo>
                    <a:pt x="8" y="3214"/>
                  </a:lnTo>
                  <a:lnTo>
                    <a:pt x="6" y="3215"/>
                  </a:lnTo>
                  <a:lnTo>
                    <a:pt x="5" y="3216"/>
                  </a:lnTo>
                  <a:lnTo>
                    <a:pt x="4" y="3216"/>
                  </a:lnTo>
                  <a:lnTo>
                    <a:pt x="2" y="3216"/>
                  </a:lnTo>
                  <a:lnTo>
                    <a:pt x="1" y="3215"/>
                  </a:lnTo>
                  <a:lnTo>
                    <a:pt x="0" y="3214"/>
                  </a:lnTo>
                  <a:lnTo>
                    <a:pt x="0" y="3212"/>
                  </a:lnTo>
                  <a:lnTo>
                    <a:pt x="0" y="3157"/>
                  </a:lnTo>
                  <a:lnTo>
                    <a:pt x="0" y="3155"/>
                  </a:lnTo>
                  <a:lnTo>
                    <a:pt x="1" y="3154"/>
                  </a:lnTo>
                  <a:lnTo>
                    <a:pt x="2" y="3153"/>
                  </a:lnTo>
                  <a:lnTo>
                    <a:pt x="4" y="3153"/>
                  </a:lnTo>
                  <a:lnTo>
                    <a:pt x="5" y="3153"/>
                  </a:lnTo>
                  <a:lnTo>
                    <a:pt x="6" y="3154"/>
                  </a:lnTo>
                  <a:lnTo>
                    <a:pt x="8" y="3155"/>
                  </a:lnTo>
                  <a:lnTo>
                    <a:pt x="8" y="3157"/>
                  </a:lnTo>
                  <a:lnTo>
                    <a:pt x="8" y="3157"/>
                  </a:lnTo>
                  <a:close/>
                  <a:moveTo>
                    <a:pt x="8" y="3252"/>
                  </a:moveTo>
                  <a:lnTo>
                    <a:pt x="8" y="3308"/>
                  </a:lnTo>
                  <a:lnTo>
                    <a:pt x="8" y="3309"/>
                  </a:lnTo>
                  <a:lnTo>
                    <a:pt x="6" y="3310"/>
                  </a:lnTo>
                  <a:lnTo>
                    <a:pt x="5" y="3312"/>
                  </a:lnTo>
                  <a:lnTo>
                    <a:pt x="4" y="3312"/>
                  </a:lnTo>
                  <a:lnTo>
                    <a:pt x="2" y="3312"/>
                  </a:lnTo>
                  <a:lnTo>
                    <a:pt x="1" y="3310"/>
                  </a:lnTo>
                  <a:lnTo>
                    <a:pt x="0" y="3309"/>
                  </a:lnTo>
                  <a:lnTo>
                    <a:pt x="0" y="3308"/>
                  </a:lnTo>
                  <a:lnTo>
                    <a:pt x="0" y="3252"/>
                  </a:lnTo>
                  <a:lnTo>
                    <a:pt x="0" y="3251"/>
                  </a:lnTo>
                  <a:lnTo>
                    <a:pt x="1" y="3250"/>
                  </a:lnTo>
                  <a:lnTo>
                    <a:pt x="2" y="3248"/>
                  </a:lnTo>
                  <a:lnTo>
                    <a:pt x="4" y="3248"/>
                  </a:lnTo>
                  <a:lnTo>
                    <a:pt x="5" y="3248"/>
                  </a:lnTo>
                  <a:lnTo>
                    <a:pt x="6" y="3250"/>
                  </a:lnTo>
                  <a:lnTo>
                    <a:pt x="8" y="3251"/>
                  </a:lnTo>
                  <a:lnTo>
                    <a:pt x="8" y="3252"/>
                  </a:lnTo>
                  <a:lnTo>
                    <a:pt x="8" y="3252"/>
                  </a:lnTo>
                  <a:close/>
                  <a:moveTo>
                    <a:pt x="8" y="3348"/>
                  </a:moveTo>
                  <a:lnTo>
                    <a:pt x="8" y="3403"/>
                  </a:lnTo>
                  <a:lnTo>
                    <a:pt x="8" y="3404"/>
                  </a:lnTo>
                  <a:lnTo>
                    <a:pt x="6" y="3407"/>
                  </a:lnTo>
                  <a:lnTo>
                    <a:pt x="5" y="3407"/>
                  </a:lnTo>
                  <a:lnTo>
                    <a:pt x="4" y="3408"/>
                  </a:lnTo>
                  <a:lnTo>
                    <a:pt x="2" y="3407"/>
                  </a:lnTo>
                  <a:lnTo>
                    <a:pt x="1" y="3407"/>
                  </a:lnTo>
                  <a:lnTo>
                    <a:pt x="0" y="3404"/>
                  </a:lnTo>
                  <a:lnTo>
                    <a:pt x="0" y="3403"/>
                  </a:lnTo>
                  <a:lnTo>
                    <a:pt x="0" y="3348"/>
                  </a:lnTo>
                  <a:lnTo>
                    <a:pt x="0" y="3346"/>
                  </a:lnTo>
                  <a:lnTo>
                    <a:pt x="1" y="3345"/>
                  </a:lnTo>
                  <a:lnTo>
                    <a:pt x="2" y="3344"/>
                  </a:lnTo>
                  <a:lnTo>
                    <a:pt x="4" y="3344"/>
                  </a:lnTo>
                  <a:lnTo>
                    <a:pt x="5" y="3344"/>
                  </a:lnTo>
                  <a:lnTo>
                    <a:pt x="6" y="3345"/>
                  </a:lnTo>
                  <a:lnTo>
                    <a:pt x="8" y="3346"/>
                  </a:lnTo>
                  <a:lnTo>
                    <a:pt x="8" y="3348"/>
                  </a:lnTo>
                  <a:lnTo>
                    <a:pt x="8" y="3348"/>
                  </a:lnTo>
                  <a:close/>
                  <a:moveTo>
                    <a:pt x="8" y="3443"/>
                  </a:moveTo>
                  <a:lnTo>
                    <a:pt x="8" y="3499"/>
                  </a:lnTo>
                  <a:lnTo>
                    <a:pt x="8" y="3501"/>
                  </a:lnTo>
                  <a:lnTo>
                    <a:pt x="6" y="3502"/>
                  </a:lnTo>
                  <a:lnTo>
                    <a:pt x="5" y="3503"/>
                  </a:lnTo>
                  <a:lnTo>
                    <a:pt x="4" y="3503"/>
                  </a:lnTo>
                  <a:lnTo>
                    <a:pt x="2" y="3503"/>
                  </a:lnTo>
                  <a:lnTo>
                    <a:pt x="1" y="3502"/>
                  </a:lnTo>
                  <a:lnTo>
                    <a:pt x="0" y="3501"/>
                  </a:lnTo>
                  <a:lnTo>
                    <a:pt x="0" y="3499"/>
                  </a:lnTo>
                  <a:lnTo>
                    <a:pt x="0" y="3443"/>
                  </a:lnTo>
                  <a:lnTo>
                    <a:pt x="0" y="3442"/>
                  </a:lnTo>
                  <a:lnTo>
                    <a:pt x="1" y="3440"/>
                  </a:lnTo>
                  <a:lnTo>
                    <a:pt x="2" y="3440"/>
                  </a:lnTo>
                  <a:lnTo>
                    <a:pt x="4" y="3439"/>
                  </a:lnTo>
                  <a:lnTo>
                    <a:pt x="5" y="3440"/>
                  </a:lnTo>
                  <a:lnTo>
                    <a:pt x="6" y="3440"/>
                  </a:lnTo>
                  <a:lnTo>
                    <a:pt x="8" y="3442"/>
                  </a:lnTo>
                  <a:lnTo>
                    <a:pt x="8" y="3443"/>
                  </a:lnTo>
                  <a:lnTo>
                    <a:pt x="8" y="3443"/>
                  </a:lnTo>
                  <a:close/>
                  <a:moveTo>
                    <a:pt x="8" y="3538"/>
                  </a:moveTo>
                  <a:lnTo>
                    <a:pt x="8" y="3595"/>
                  </a:lnTo>
                  <a:lnTo>
                    <a:pt x="8" y="3596"/>
                  </a:lnTo>
                  <a:lnTo>
                    <a:pt x="6" y="3597"/>
                  </a:lnTo>
                  <a:lnTo>
                    <a:pt x="5" y="3598"/>
                  </a:lnTo>
                  <a:lnTo>
                    <a:pt x="4" y="3598"/>
                  </a:lnTo>
                  <a:lnTo>
                    <a:pt x="2" y="3598"/>
                  </a:lnTo>
                  <a:lnTo>
                    <a:pt x="1" y="3597"/>
                  </a:lnTo>
                  <a:lnTo>
                    <a:pt x="0" y="3596"/>
                  </a:lnTo>
                  <a:lnTo>
                    <a:pt x="0" y="3595"/>
                  </a:lnTo>
                  <a:lnTo>
                    <a:pt x="0" y="3538"/>
                  </a:lnTo>
                  <a:lnTo>
                    <a:pt x="0" y="3537"/>
                  </a:lnTo>
                  <a:lnTo>
                    <a:pt x="1" y="3536"/>
                  </a:lnTo>
                  <a:lnTo>
                    <a:pt x="2" y="3535"/>
                  </a:lnTo>
                  <a:lnTo>
                    <a:pt x="4" y="3535"/>
                  </a:lnTo>
                  <a:lnTo>
                    <a:pt x="5" y="3535"/>
                  </a:lnTo>
                  <a:lnTo>
                    <a:pt x="6" y="3536"/>
                  </a:lnTo>
                  <a:lnTo>
                    <a:pt x="8" y="3537"/>
                  </a:lnTo>
                  <a:lnTo>
                    <a:pt x="8" y="3538"/>
                  </a:lnTo>
                  <a:lnTo>
                    <a:pt x="8" y="3538"/>
                  </a:lnTo>
                  <a:close/>
                  <a:moveTo>
                    <a:pt x="8" y="3635"/>
                  </a:moveTo>
                  <a:lnTo>
                    <a:pt x="8" y="3690"/>
                  </a:lnTo>
                  <a:lnTo>
                    <a:pt x="8" y="3691"/>
                  </a:lnTo>
                  <a:lnTo>
                    <a:pt x="6" y="3693"/>
                  </a:lnTo>
                  <a:lnTo>
                    <a:pt x="5" y="3693"/>
                  </a:lnTo>
                  <a:lnTo>
                    <a:pt x="4" y="3694"/>
                  </a:lnTo>
                  <a:lnTo>
                    <a:pt x="2" y="3693"/>
                  </a:lnTo>
                  <a:lnTo>
                    <a:pt x="1" y="3693"/>
                  </a:lnTo>
                  <a:lnTo>
                    <a:pt x="0" y="3691"/>
                  </a:lnTo>
                  <a:lnTo>
                    <a:pt x="0" y="3690"/>
                  </a:lnTo>
                  <a:lnTo>
                    <a:pt x="0" y="3635"/>
                  </a:lnTo>
                  <a:lnTo>
                    <a:pt x="0" y="3632"/>
                  </a:lnTo>
                  <a:lnTo>
                    <a:pt x="1" y="3631"/>
                  </a:lnTo>
                  <a:lnTo>
                    <a:pt x="2" y="3630"/>
                  </a:lnTo>
                  <a:lnTo>
                    <a:pt x="4" y="3630"/>
                  </a:lnTo>
                  <a:lnTo>
                    <a:pt x="5" y="3630"/>
                  </a:lnTo>
                  <a:lnTo>
                    <a:pt x="6" y="3631"/>
                  </a:lnTo>
                  <a:lnTo>
                    <a:pt x="8" y="3632"/>
                  </a:lnTo>
                  <a:lnTo>
                    <a:pt x="8" y="3635"/>
                  </a:lnTo>
                  <a:lnTo>
                    <a:pt x="8" y="3635"/>
                  </a:lnTo>
                  <a:close/>
                  <a:moveTo>
                    <a:pt x="8" y="3730"/>
                  </a:moveTo>
                  <a:lnTo>
                    <a:pt x="8" y="3785"/>
                  </a:lnTo>
                  <a:lnTo>
                    <a:pt x="8" y="3787"/>
                  </a:lnTo>
                  <a:lnTo>
                    <a:pt x="6" y="3789"/>
                  </a:lnTo>
                  <a:lnTo>
                    <a:pt x="5" y="3790"/>
                  </a:lnTo>
                  <a:lnTo>
                    <a:pt x="4" y="3790"/>
                  </a:lnTo>
                  <a:lnTo>
                    <a:pt x="2" y="3790"/>
                  </a:lnTo>
                  <a:lnTo>
                    <a:pt x="1" y="3789"/>
                  </a:lnTo>
                  <a:lnTo>
                    <a:pt x="0" y="3787"/>
                  </a:lnTo>
                  <a:lnTo>
                    <a:pt x="0" y="3785"/>
                  </a:lnTo>
                  <a:lnTo>
                    <a:pt x="0" y="3730"/>
                  </a:lnTo>
                  <a:lnTo>
                    <a:pt x="0" y="3729"/>
                  </a:lnTo>
                  <a:lnTo>
                    <a:pt x="1" y="3727"/>
                  </a:lnTo>
                  <a:lnTo>
                    <a:pt x="2" y="3727"/>
                  </a:lnTo>
                  <a:lnTo>
                    <a:pt x="4" y="3725"/>
                  </a:lnTo>
                  <a:lnTo>
                    <a:pt x="5" y="3727"/>
                  </a:lnTo>
                  <a:lnTo>
                    <a:pt x="6" y="3727"/>
                  </a:lnTo>
                  <a:lnTo>
                    <a:pt x="8" y="3729"/>
                  </a:lnTo>
                  <a:lnTo>
                    <a:pt x="8" y="3730"/>
                  </a:lnTo>
                  <a:lnTo>
                    <a:pt x="8" y="3730"/>
                  </a:lnTo>
                  <a:close/>
                  <a:moveTo>
                    <a:pt x="8" y="3825"/>
                  </a:moveTo>
                  <a:lnTo>
                    <a:pt x="8" y="3881"/>
                  </a:lnTo>
                  <a:lnTo>
                    <a:pt x="8" y="3883"/>
                  </a:lnTo>
                  <a:lnTo>
                    <a:pt x="6" y="3884"/>
                  </a:lnTo>
                  <a:lnTo>
                    <a:pt x="5" y="3885"/>
                  </a:lnTo>
                  <a:lnTo>
                    <a:pt x="4" y="3885"/>
                  </a:lnTo>
                  <a:lnTo>
                    <a:pt x="2" y="3885"/>
                  </a:lnTo>
                  <a:lnTo>
                    <a:pt x="1" y="3884"/>
                  </a:lnTo>
                  <a:lnTo>
                    <a:pt x="0" y="3883"/>
                  </a:lnTo>
                  <a:lnTo>
                    <a:pt x="0" y="3881"/>
                  </a:lnTo>
                  <a:lnTo>
                    <a:pt x="0" y="3825"/>
                  </a:lnTo>
                  <a:lnTo>
                    <a:pt x="0" y="3824"/>
                  </a:lnTo>
                  <a:lnTo>
                    <a:pt x="1" y="3823"/>
                  </a:lnTo>
                  <a:lnTo>
                    <a:pt x="2" y="3822"/>
                  </a:lnTo>
                  <a:lnTo>
                    <a:pt x="4" y="3822"/>
                  </a:lnTo>
                  <a:lnTo>
                    <a:pt x="5" y="3822"/>
                  </a:lnTo>
                  <a:lnTo>
                    <a:pt x="6" y="3823"/>
                  </a:lnTo>
                  <a:lnTo>
                    <a:pt x="8" y="3824"/>
                  </a:lnTo>
                  <a:lnTo>
                    <a:pt x="8" y="3825"/>
                  </a:lnTo>
                  <a:lnTo>
                    <a:pt x="8" y="3825"/>
                  </a:lnTo>
                  <a:close/>
                  <a:moveTo>
                    <a:pt x="8" y="3921"/>
                  </a:moveTo>
                  <a:lnTo>
                    <a:pt x="8" y="3977"/>
                  </a:lnTo>
                  <a:lnTo>
                    <a:pt x="8" y="3978"/>
                  </a:lnTo>
                  <a:lnTo>
                    <a:pt x="6" y="3979"/>
                  </a:lnTo>
                  <a:lnTo>
                    <a:pt x="5" y="3980"/>
                  </a:lnTo>
                  <a:lnTo>
                    <a:pt x="4" y="3981"/>
                  </a:lnTo>
                  <a:lnTo>
                    <a:pt x="2" y="3980"/>
                  </a:lnTo>
                  <a:lnTo>
                    <a:pt x="1" y="3979"/>
                  </a:lnTo>
                  <a:lnTo>
                    <a:pt x="0" y="3978"/>
                  </a:lnTo>
                  <a:lnTo>
                    <a:pt x="0" y="3977"/>
                  </a:lnTo>
                  <a:lnTo>
                    <a:pt x="0" y="3921"/>
                  </a:lnTo>
                  <a:lnTo>
                    <a:pt x="0" y="3919"/>
                  </a:lnTo>
                  <a:lnTo>
                    <a:pt x="1" y="3918"/>
                  </a:lnTo>
                  <a:lnTo>
                    <a:pt x="2" y="3917"/>
                  </a:lnTo>
                  <a:lnTo>
                    <a:pt x="4" y="3917"/>
                  </a:lnTo>
                  <a:lnTo>
                    <a:pt x="5" y="3917"/>
                  </a:lnTo>
                  <a:lnTo>
                    <a:pt x="6" y="3918"/>
                  </a:lnTo>
                  <a:lnTo>
                    <a:pt x="8" y="3919"/>
                  </a:lnTo>
                  <a:lnTo>
                    <a:pt x="8" y="3921"/>
                  </a:lnTo>
                  <a:lnTo>
                    <a:pt x="8" y="3921"/>
                  </a:lnTo>
                  <a:close/>
                  <a:moveTo>
                    <a:pt x="8" y="4016"/>
                  </a:moveTo>
                  <a:lnTo>
                    <a:pt x="8" y="4072"/>
                  </a:lnTo>
                  <a:lnTo>
                    <a:pt x="8" y="4074"/>
                  </a:lnTo>
                  <a:lnTo>
                    <a:pt x="6" y="4075"/>
                  </a:lnTo>
                  <a:lnTo>
                    <a:pt x="5" y="4076"/>
                  </a:lnTo>
                  <a:lnTo>
                    <a:pt x="4" y="4076"/>
                  </a:lnTo>
                  <a:lnTo>
                    <a:pt x="2" y="4076"/>
                  </a:lnTo>
                  <a:lnTo>
                    <a:pt x="1" y="4075"/>
                  </a:lnTo>
                  <a:lnTo>
                    <a:pt x="0" y="4074"/>
                  </a:lnTo>
                  <a:lnTo>
                    <a:pt x="0" y="4072"/>
                  </a:lnTo>
                  <a:lnTo>
                    <a:pt x="0" y="4016"/>
                  </a:lnTo>
                  <a:lnTo>
                    <a:pt x="0" y="4014"/>
                  </a:lnTo>
                  <a:lnTo>
                    <a:pt x="1" y="4013"/>
                  </a:lnTo>
                  <a:lnTo>
                    <a:pt x="2" y="4013"/>
                  </a:lnTo>
                  <a:lnTo>
                    <a:pt x="4" y="4012"/>
                  </a:lnTo>
                  <a:lnTo>
                    <a:pt x="5" y="4013"/>
                  </a:lnTo>
                  <a:lnTo>
                    <a:pt x="6" y="4013"/>
                  </a:lnTo>
                  <a:lnTo>
                    <a:pt x="8" y="4014"/>
                  </a:lnTo>
                  <a:lnTo>
                    <a:pt x="8" y="4016"/>
                  </a:lnTo>
                  <a:lnTo>
                    <a:pt x="8" y="4016"/>
                  </a:lnTo>
                  <a:close/>
                  <a:moveTo>
                    <a:pt x="8" y="4112"/>
                  </a:moveTo>
                  <a:lnTo>
                    <a:pt x="8" y="4168"/>
                  </a:lnTo>
                  <a:lnTo>
                    <a:pt x="8" y="4169"/>
                  </a:lnTo>
                  <a:lnTo>
                    <a:pt x="6" y="4170"/>
                  </a:lnTo>
                  <a:lnTo>
                    <a:pt x="5" y="4171"/>
                  </a:lnTo>
                  <a:lnTo>
                    <a:pt x="4" y="4171"/>
                  </a:lnTo>
                  <a:lnTo>
                    <a:pt x="2" y="4171"/>
                  </a:lnTo>
                  <a:lnTo>
                    <a:pt x="1" y="4170"/>
                  </a:lnTo>
                  <a:lnTo>
                    <a:pt x="0" y="4169"/>
                  </a:lnTo>
                  <a:lnTo>
                    <a:pt x="0" y="4168"/>
                  </a:lnTo>
                  <a:lnTo>
                    <a:pt x="0" y="4112"/>
                  </a:lnTo>
                  <a:lnTo>
                    <a:pt x="0" y="4111"/>
                  </a:lnTo>
                  <a:lnTo>
                    <a:pt x="1" y="4109"/>
                  </a:lnTo>
                  <a:lnTo>
                    <a:pt x="2" y="4108"/>
                  </a:lnTo>
                  <a:lnTo>
                    <a:pt x="4" y="4108"/>
                  </a:lnTo>
                  <a:lnTo>
                    <a:pt x="5" y="4108"/>
                  </a:lnTo>
                  <a:lnTo>
                    <a:pt x="6" y="4109"/>
                  </a:lnTo>
                  <a:lnTo>
                    <a:pt x="8" y="4111"/>
                  </a:lnTo>
                  <a:lnTo>
                    <a:pt x="8" y="4112"/>
                  </a:lnTo>
                  <a:lnTo>
                    <a:pt x="8" y="4112"/>
                  </a:lnTo>
                  <a:close/>
                  <a:moveTo>
                    <a:pt x="8" y="4208"/>
                  </a:moveTo>
                  <a:lnTo>
                    <a:pt x="8" y="4261"/>
                  </a:lnTo>
                  <a:lnTo>
                    <a:pt x="8" y="4262"/>
                  </a:lnTo>
                  <a:lnTo>
                    <a:pt x="6" y="4264"/>
                  </a:lnTo>
                  <a:lnTo>
                    <a:pt x="5" y="4264"/>
                  </a:lnTo>
                  <a:lnTo>
                    <a:pt x="4" y="4265"/>
                  </a:lnTo>
                  <a:lnTo>
                    <a:pt x="2" y="4264"/>
                  </a:lnTo>
                  <a:lnTo>
                    <a:pt x="1" y="4264"/>
                  </a:lnTo>
                  <a:lnTo>
                    <a:pt x="0" y="4262"/>
                  </a:lnTo>
                  <a:lnTo>
                    <a:pt x="0" y="4261"/>
                  </a:lnTo>
                  <a:lnTo>
                    <a:pt x="0" y="4208"/>
                  </a:lnTo>
                  <a:lnTo>
                    <a:pt x="0" y="4206"/>
                  </a:lnTo>
                  <a:lnTo>
                    <a:pt x="1" y="4205"/>
                  </a:lnTo>
                  <a:lnTo>
                    <a:pt x="2" y="4204"/>
                  </a:lnTo>
                  <a:lnTo>
                    <a:pt x="4" y="4204"/>
                  </a:lnTo>
                  <a:lnTo>
                    <a:pt x="5" y="4204"/>
                  </a:lnTo>
                  <a:lnTo>
                    <a:pt x="6" y="4205"/>
                  </a:lnTo>
                  <a:lnTo>
                    <a:pt x="8" y="4206"/>
                  </a:lnTo>
                  <a:lnTo>
                    <a:pt x="8" y="4208"/>
                  </a:lnTo>
                  <a:lnTo>
                    <a:pt x="8" y="420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4"/>
            <p:cNvSpPr>
              <a:spLocks noEditPoints="1"/>
            </p:cNvSpPr>
            <p:nvPr/>
          </p:nvSpPr>
          <p:spPr bwMode="auto">
            <a:xfrm>
              <a:off x="3951" y="1218"/>
              <a:ext cx="5" cy="2132"/>
            </a:xfrm>
            <a:custGeom>
              <a:avLst/>
              <a:gdLst>
                <a:gd name="T0" fmla="*/ 4 w 9"/>
                <a:gd name="T1" fmla="*/ 0 h 4265"/>
                <a:gd name="T2" fmla="*/ 0 w 9"/>
                <a:gd name="T3" fmla="*/ 155 h 4265"/>
                <a:gd name="T4" fmla="*/ 5 w 9"/>
                <a:gd name="T5" fmla="*/ 255 h 4265"/>
                <a:gd name="T6" fmla="*/ 9 w 9"/>
                <a:gd name="T7" fmla="*/ 195 h 4265"/>
                <a:gd name="T8" fmla="*/ 4 w 9"/>
                <a:gd name="T9" fmla="*/ 287 h 4265"/>
                <a:gd name="T10" fmla="*/ 0 w 9"/>
                <a:gd name="T11" fmla="*/ 442 h 4265"/>
                <a:gd name="T12" fmla="*/ 5 w 9"/>
                <a:gd name="T13" fmla="*/ 541 h 4265"/>
                <a:gd name="T14" fmla="*/ 9 w 9"/>
                <a:gd name="T15" fmla="*/ 482 h 4265"/>
                <a:gd name="T16" fmla="*/ 4 w 9"/>
                <a:gd name="T17" fmla="*/ 574 h 4265"/>
                <a:gd name="T18" fmla="*/ 0 w 9"/>
                <a:gd name="T19" fmla="*/ 728 h 4265"/>
                <a:gd name="T20" fmla="*/ 5 w 9"/>
                <a:gd name="T21" fmla="*/ 828 h 4265"/>
                <a:gd name="T22" fmla="*/ 9 w 9"/>
                <a:gd name="T23" fmla="*/ 768 h 4265"/>
                <a:gd name="T24" fmla="*/ 4 w 9"/>
                <a:gd name="T25" fmla="*/ 860 h 4265"/>
                <a:gd name="T26" fmla="*/ 0 w 9"/>
                <a:gd name="T27" fmla="*/ 1015 h 4265"/>
                <a:gd name="T28" fmla="*/ 5 w 9"/>
                <a:gd name="T29" fmla="*/ 1115 h 4265"/>
                <a:gd name="T30" fmla="*/ 9 w 9"/>
                <a:gd name="T31" fmla="*/ 1055 h 4265"/>
                <a:gd name="T32" fmla="*/ 4 w 9"/>
                <a:gd name="T33" fmla="*/ 1147 h 4265"/>
                <a:gd name="T34" fmla="*/ 0 w 9"/>
                <a:gd name="T35" fmla="*/ 1302 h 4265"/>
                <a:gd name="T36" fmla="*/ 5 w 9"/>
                <a:gd name="T37" fmla="*/ 1401 h 4265"/>
                <a:gd name="T38" fmla="*/ 9 w 9"/>
                <a:gd name="T39" fmla="*/ 1342 h 4265"/>
                <a:gd name="T40" fmla="*/ 4 w 9"/>
                <a:gd name="T41" fmla="*/ 1433 h 4265"/>
                <a:gd name="T42" fmla="*/ 0 w 9"/>
                <a:gd name="T43" fmla="*/ 1588 h 4265"/>
                <a:gd name="T44" fmla="*/ 5 w 9"/>
                <a:gd name="T45" fmla="*/ 1688 h 4265"/>
                <a:gd name="T46" fmla="*/ 9 w 9"/>
                <a:gd name="T47" fmla="*/ 1628 h 4265"/>
                <a:gd name="T48" fmla="*/ 4 w 9"/>
                <a:gd name="T49" fmla="*/ 1720 h 4265"/>
                <a:gd name="T50" fmla="*/ 0 w 9"/>
                <a:gd name="T51" fmla="*/ 1875 h 4265"/>
                <a:gd name="T52" fmla="*/ 5 w 9"/>
                <a:gd name="T53" fmla="*/ 1975 h 4265"/>
                <a:gd name="T54" fmla="*/ 9 w 9"/>
                <a:gd name="T55" fmla="*/ 1915 h 4265"/>
                <a:gd name="T56" fmla="*/ 4 w 9"/>
                <a:gd name="T57" fmla="*/ 2007 h 4265"/>
                <a:gd name="T58" fmla="*/ 0 w 9"/>
                <a:gd name="T59" fmla="*/ 2162 h 4265"/>
                <a:gd name="T60" fmla="*/ 5 w 9"/>
                <a:gd name="T61" fmla="*/ 2261 h 4265"/>
                <a:gd name="T62" fmla="*/ 9 w 9"/>
                <a:gd name="T63" fmla="*/ 2201 h 4265"/>
                <a:gd name="T64" fmla="*/ 4 w 9"/>
                <a:gd name="T65" fmla="*/ 2293 h 4265"/>
                <a:gd name="T66" fmla="*/ 0 w 9"/>
                <a:gd name="T67" fmla="*/ 2448 h 4265"/>
                <a:gd name="T68" fmla="*/ 5 w 9"/>
                <a:gd name="T69" fmla="*/ 2548 h 4265"/>
                <a:gd name="T70" fmla="*/ 9 w 9"/>
                <a:gd name="T71" fmla="*/ 2488 h 4265"/>
                <a:gd name="T72" fmla="*/ 4 w 9"/>
                <a:gd name="T73" fmla="*/ 2580 h 4265"/>
                <a:gd name="T74" fmla="*/ 0 w 9"/>
                <a:gd name="T75" fmla="*/ 2735 h 4265"/>
                <a:gd name="T76" fmla="*/ 5 w 9"/>
                <a:gd name="T77" fmla="*/ 2833 h 4265"/>
                <a:gd name="T78" fmla="*/ 9 w 9"/>
                <a:gd name="T79" fmla="*/ 2775 h 4265"/>
                <a:gd name="T80" fmla="*/ 4 w 9"/>
                <a:gd name="T81" fmla="*/ 2867 h 4265"/>
                <a:gd name="T82" fmla="*/ 0 w 9"/>
                <a:gd name="T83" fmla="*/ 3022 h 4265"/>
                <a:gd name="T84" fmla="*/ 5 w 9"/>
                <a:gd name="T85" fmla="*/ 3120 h 4265"/>
                <a:gd name="T86" fmla="*/ 9 w 9"/>
                <a:gd name="T87" fmla="*/ 3061 h 4265"/>
                <a:gd name="T88" fmla="*/ 4 w 9"/>
                <a:gd name="T89" fmla="*/ 3153 h 4265"/>
                <a:gd name="T90" fmla="*/ 0 w 9"/>
                <a:gd name="T91" fmla="*/ 3308 h 4265"/>
                <a:gd name="T92" fmla="*/ 5 w 9"/>
                <a:gd name="T93" fmla="*/ 3407 h 4265"/>
                <a:gd name="T94" fmla="*/ 9 w 9"/>
                <a:gd name="T95" fmla="*/ 3348 h 4265"/>
                <a:gd name="T96" fmla="*/ 4 w 9"/>
                <a:gd name="T97" fmla="*/ 3439 h 4265"/>
                <a:gd name="T98" fmla="*/ 0 w 9"/>
                <a:gd name="T99" fmla="*/ 3595 h 4265"/>
                <a:gd name="T100" fmla="*/ 5 w 9"/>
                <a:gd name="T101" fmla="*/ 3693 h 4265"/>
                <a:gd name="T102" fmla="*/ 9 w 9"/>
                <a:gd name="T103" fmla="*/ 3635 h 4265"/>
                <a:gd name="T104" fmla="*/ 4 w 9"/>
                <a:gd name="T105" fmla="*/ 3725 h 4265"/>
                <a:gd name="T106" fmla="*/ 0 w 9"/>
                <a:gd name="T107" fmla="*/ 3881 h 4265"/>
                <a:gd name="T108" fmla="*/ 5 w 9"/>
                <a:gd name="T109" fmla="*/ 3980 h 4265"/>
                <a:gd name="T110" fmla="*/ 9 w 9"/>
                <a:gd name="T111" fmla="*/ 3921 h 4265"/>
                <a:gd name="T112" fmla="*/ 4 w 9"/>
                <a:gd name="T113" fmla="*/ 4012 h 4265"/>
                <a:gd name="T114" fmla="*/ 0 w 9"/>
                <a:gd name="T115" fmla="*/ 4168 h 4265"/>
                <a:gd name="T116" fmla="*/ 5 w 9"/>
                <a:gd name="T117" fmla="*/ 4264 h 4265"/>
                <a:gd name="T118" fmla="*/ 9 w 9"/>
                <a:gd name="T119" fmla="*/ 4208 h 4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" h="4265">
                  <a:moveTo>
                    <a:pt x="9" y="5"/>
                  </a:moveTo>
                  <a:lnTo>
                    <a:pt x="9" y="60"/>
                  </a:lnTo>
                  <a:lnTo>
                    <a:pt x="7" y="61"/>
                  </a:lnTo>
                  <a:lnTo>
                    <a:pt x="6" y="63"/>
                  </a:lnTo>
                  <a:lnTo>
                    <a:pt x="5" y="63"/>
                  </a:lnTo>
                  <a:lnTo>
                    <a:pt x="4" y="64"/>
                  </a:lnTo>
                  <a:lnTo>
                    <a:pt x="2" y="63"/>
                  </a:lnTo>
                  <a:lnTo>
                    <a:pt x="1" y="63"/>
                  </a:lnTo>
                  <a:lnTo>
                    <a:pt x="1" y="61"/>
                  </a:lnTo>
                  <a:lnTo>
                    <a:pt x="0" y="60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5" y="0"/>
                  </a:lnTo>
                  <a:lnTo>
                    <a:pt x="6" y="1"/>
                  </a:lnTo>
                  <a:lnTo>
                    <a:pt x="7" y="2"/>
                  </a:lnTo>
                  <a:lnTo>
                    <a:pt x="9" y="5"/>
                  </a:lnTo>
                  <a:lnTo>
                    <a:pt x="9" y="5"/>
                  </a:lnTo>
                  <a:close/>
                  <a:moveTo>
                    <a:pt x="9" y="100"/>
                  </a:moveTo>
                  <a:lnTo>
                    <a:pt x="9" y="155"/>
                  </a:lnTo>
                  <a:lnTo>
                    <a:pt x="7" y="157"/>
                  </a:lnTo>
                  <a:lnTo>
                    <a:pt x="6" y="159"/>
                  </a:lnTo>
                  <a:lnTo>
                    <a:pt x="5" y="160"/>
                  </a:lnTo>
                  <a:lnTo>
                    <a:pt x="4" y="160"/>
                  </a:lnTo>
                  <a:lnTo>
                    <a:pt x="2" y="160"/>
                  </a:lnTo>
                  <a:lnTo>
                    <a:pt x="1" y="159"/>
                  </a:lnTo>
                  <a:lnTo>
                    <a:pt x="1" y="157"/>
                  </a:lnTo>
                  <a:lnTo>
                    <a:pt x="0" y="155"/>
                  </a:lnTo>
                  <a:lnTo>
                    <a:pt x="0" y="100"/>
                  </a:lnTo>
                  <a:lnTo>
                    <a:pt x="1" y="99"/>
                  </a:lnTo>
                  <a:lnTo>
                    <a:pt x="1" y="97"/>
                  </a:lnTo>
                  <a:lnTo>
                    <a:pt x="2" y="97"/>
                  </a:lnTo>
                  <a:lnTo>
                    <a:pt x="4" y="95"/>
                  </a:lnTo>
                  <a:lnTo>
                    <a:pt x="5" y="97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0"/>
                  </a:lnTo>
                  <a:lnTo>
                    <a:pt x="9" y="100"/>
                  </a:lnTo>
                  <a:close/>
                  <a:moveTo>
                    <a:pt x="9" y="195"/>
                  </a:moveTo>
                  <a:lnTo>
                    <a:pt x="9" y="251"/>
                  </a:lnTo>
                  <a:lnTo>
                    <a:pt x="7" y="253"/>
                  </a:lnTo>
                  <a:lnTo>
                    <a:pt x="6" y="254"/>
                  </a:lnTo>
                  <a:lnTo>
                    <a:pt x="5" y="255"/>
                  </a:lnTo>
                  <a:lnTo>
                    <a:pt x="4" y="255"/>
                  </a:lnTo>
                  <a:lnTo>
                    <a:pt x="2" y="255"/>
                  </a:lnTo>
                  <a:lnTo>
                    <a:pt x="1" y="254"/>
                  </a:lnTo>
                  <a:lnTo>
                    <a:pt x="1" y="253"/>
                  </a:lnTo>
                  <a:lnTo>
                    <a:pt x="0" y="251"/>
                  </a:lnTo>
                  <a:lnTo>
                    <a:pt x="0" y="195"/>
                  </a:lnTo>
                  <a:lnTo>
                    <a:pt x="1" y="194"/>
                  </a:lnTo>
                  <a:lnTo>
                    <a:pt x="1" y="193"/>
                  </a:lnTo>
                  <a:lnTo>
                    <a:pt x="2" y="192"/>
                  </a:lnTo>
                  <a:lnTo>
                    <a:pt x="4" y="192"/>
                  </a:lnTo>
                  <a:lnTo>
                    <a:pt x="5" y="192"/>
                  </a:lnTo>
                  <a:lnTo>
                    <a:pt x="6" y="193"/>
                  </a:lnTo>
                  <a:lnTo>
                    <a:pt x="7" y="194"/>
                  </a:lnTo>
                  <a:lnTo>
                    <a:pt x="9" y="195"/>
                  </a:lnTo>
                  <a:lnTo>
                    <a:pt x="9" y="195"/>
                  </a:lnTo>
                  <a:close/>
                  <a:moveTo>
                    <a:pt x="9" y="291"/>
                  </a:moveTo>
                  <a:lnTo>
                    <a:pt x="9" y="347"/>
                  </a:lnTo>
                  <a:lnTo>
                    <a:pt x="7" y="348"/>
                  </a:lnTo>
                  <a:lnTo>
                    <a:pt x="6" y="350"/>
                  </a:lnTo>
                  <a:lnTo>
                    <a:pt x="5" y="350"/>
                  </a:lnTo>
                  <a:lnTo>
                    <a:pt x="4" y="351"/>
                  </a:lnTo>
                  <a:lnTo>
                    <a:pt x="2" y="350"/>
                  </a:lnTo>
                  <a:lnTo>
                    <a:pt x="1" y="350"/>
                  </a:lnTo>
                  <a:lnTo>
                    <a:pt x="1" y="348"/>
                  </a:lnTo>
                  <a:lnTo>
                    <a:pt x="0" y="347"/>
                  </a:lnTo>
                  <a:lnTo>
                    <a:pt x="0" y="291"/>
                  </a:lnTo>
                  <a:lnTo>
                    <a:pt x="1" y="289"/>
                  </a:lnTo>
                  <a:lnTo>
                    <a:pt x="1" y="288"/>
                  </a:lnTo>
                  <a:lnTo>
                    <a:pt x="2" y="287"/>
                  </a:lnTo>
                  <a:lnTo>
                    <a:pt x="4" y="287"/>
                  </a:lnTo>
                  <a:lnTo>
                    <a:pt x="5" y="287"/>
                  </a:lnTo>
                  <a:lnTo>
                    <a:pt x="6" y="288"/>
                  </a:lnTo>
                  <a:lnTo>
                    <a:pt x="7" y="289"/>
                  </a:lnTo>
                  <a:lnTo>
                    <a:pt x="9" y="291"/>
                  </a:lnTo>
                  <a:lnTo>
                    <a:pt x="9" y="291"/>
                  </a:lnTo>
                  <a:close/>
                  <a:moveTo>
                    <a:pt x="9" y="387"/>
                  </a:moveTo>
                  <a:lnTo>
                    <a:pt x="9" y="442"/>
                  </a:lnTo>
                  <a:lnTo>
                    <a:pt x="7" y="444"/>
                  </a:lnTo>
                  <a:lnTo>
                    <a:pt x="6" y="445"/>
                  </a:lnTo>
                  <a:lnTo>
                    <a:pt x="5" y="446"/>
                  </a:lnTo>
                  <a:lnTo>
                    <a:pt x="4" y="446"/>
                  </a:lnTo>
                  <a:lnTo>
                    <a:pt x="2" y="446"/>
                  </a:lnTo>
                  <a:lnTo>
                    <a:pt x="1" y="445"/>
                  </a:lnTo>
                  <a:lnTo>
                    <a:pt x="1" y="444"/>
                  </a:lnTo>
                  <a:lnTo>
                    <a:pt x="0" y="442"/>
                  </a:lnTo>
                  <a:lnTo>
                    <a:pt x="0" y="387"/>
                  </a:lnTo>
                  <a:lnTo>
                    <a:pt x="1" y="385"/>
                  </a:lnTo>
                  <a:lnTo>
                    <a:pt x="1" y="383"/>
                  </a:lnTo>
                  <a:lnTo>
                    <a:pt x="2" y="383"/>
                  </a:lnTo>
                  <a:lnTo>
                    <a:pt x="4" y="382"/>
                  </a:lnTo>
                  <a:lnTo>
                    <a:pt x="5" y="383"/>
                  </a:lnTo>
                  <a:lnTo>
                    <a:pt x="6" y="383"/>
                  </a:lnTo>
                  <a:lnTo>
                    <a:pt x="7" y="385"/>
                  </a:lnTo>
                  <a:lnTo>
                    <a:pt x="9" y="387"/>
                  </a:lnTo>
                  <a:lnTo>
                    <a:pt x="9" y="387"/>
                  </a:lnTo>
                  <a:close/>
                  <a:moveTo>
                    <a:pt x="9" y="482"/>
                  </a:moveTo>
                  <a:lnTo>
                    <a:pt x="9" y="538"/>
                  </a:lnTo>
                  <a:lnTo>
                    <a:pt x="7" y="539"/>
                  </a:lnTo>
                  <a:lnTo>
                    <a:pt x="6" y="540"/>
                  </a:lnTo>
                  <a:lnTo>
                    <a:pt x="5" y="541"/>
                  </a:lnTo>
                  <a:lnTo>
                    <a:pt x="4" y="541"/>
                  </a:lnTo>
                  <a:lnTo>
                    <a:pt x="2" y="541"/>
                  </a:lnTo>
                  <a:lnTo>
                    <a:pt x="1" y="540"/>
                  </a:lnTo>
                  <a:lnTo>
                    <a:pt x="1" y="539"/>
                  </a:lnTo>
                  <a:lnTo>
                    <a:pt x="0" y="538"/>
                  </a:lnTo>
                  <a:lnTo>
                    <a:pt x="0" y="482"/>
                  </a:lnTo>
                  <a:lnTo>
                    <a:pt x="1" y="481"/>
                  </a:lnTo>
                  <a:lnTo>
                    <a:pt x="1" y="479"/>
                  </a:lnTo>
                  <a:lnTo>
                    <a:pt x="2" y="478"/>
                  </a:lnTo>
                  <a:lnTo>
                    <a:pt x="4" y="478"/>
                  </a:lnTo>
                  <a:lnTo>
                    <a:pt x="5" y="478"/>
                  </a:lnTo>
                  <a:lnTo>
                    <a:pt x="6" y="479"/>
                  </a:lnTo>
                  <a:lnTo>
                    <a:pt x="7" y="481"/>
                  </a:lnTo>
                  <a:lnTo>
                    <a:pt x="9" y="482"/>
                  </a:lnTo>
                  <a:lnTo>
                    <a:pt x="9" y="482"/>
                  </a:lnTo>
                  <a:close/>
                  <a:moveTo>
                    <a:pt x="9" y="578"/>
                  </a:moveTo>
                  <a:lnTo>
                    <a:pt x="9" y="633"/>
                  </a:lnTo>
                  <a:lnTo>
                    <a:pt x="7" y="634"/>
                  </a:lnTo>
                  <a:lnTo>
                    <a:pt x="6" y="636"/>
                  </a:lnTo>
                  <a:lnTo>
                    <a:pt x="5" y="637"/>
                  </a:lnTo>
                  <a:lnTo>
                    <a:pt x="4" y="638"/>
                  </a:lnTo>
                  <a:lnTo>
                    <a:pt x="2" y="637"/>
                  </a:lnTo>
                  <a:lnTo>
                    <a:pt x="1" y="636"/>
                  </a:lnTo>
                  <a:lnTo>
                    <a:pt x="1" y="634"/>
                  </a:lnTo>
                  <a:lnTo>
                    <a:pt x="0" y="633"/>
                  </a:lnTo>
                  <a:lnTo>
                    <a:pt x="0" y="578"/>
                  </a:lnTo>
                  <a:lnTo>
                    <a:pt x="1" y="576"/>
                  </a:lnTo>
                  <a:lnTo>
                    <a:pt x="1" y="575"/>
                  </a:lnTo>
                  <a:lnTo>
                    <a:pt x="2" y="574"/>
                  </a:lnTo>
                  <a:lnTo>
                    <a:pt x="4" y="574"/>
                  </a:lnTo>
                  <a:lnTo>
                    <a:pt x="5" y="574"/>
                  </a:lnTo>
                  <a:lnTo>
                    <a:pt x="6" y="575"/>
                  </a:lnTo>
                  <a:lnTo>
                    <a:pt x="7" y="576"/>
                  </a:lnTo>
                  <a:lnTo>
                    <a:pt x="9" y="578"/>
                  </a:lnTo>
                  <a:lnTo>
                    <a:pt x="9" y="578"/>
                  </a:lnTo>
                  <a:close/>
                  <a:moveTo>
                    <a:pt x="9" y="673"/>
                  </a:moveTo>
                  <a:lnTo>
                    <a:pt x="9" y="728"/>
                  </a:lnTo>
                  <a:lnTo>
                    <a:pt x="7" y="731"/>
                  </a:lnTo>
                  <a:lnTo>
                    <a:pt x="6" y="732"/>
                  </a:lnTo>
                  <a:lnTo>
                    <a:pt x="5" y="733"/>
                  </a:lnTo>
                  <a:lnTo>
                    <a:pt x="4" y="733"/>
                  </a:lnTo>
                  <a:lnTo>
                    <a:pt x="2" y="733"/>
                  </a:lnTo>
                  <a:lnTo>
                    <a:pt x="1" y="732"/>
                  </a:lnTo>
                  <a:lnTo>
                    <a:pt x="1" y="731"/>
                  </a:lnTo>
                  <a:lnTo>
                    <a:pt x="0" y="728"/>
                  </a:lnTo>
                  <a:lnTo>
                    <a:pt x="0" y="673"/>
                  </a:lnTo>
                  <a:lnTo>
                    <a:pt x="1" y="671"/>
                  </a:lnTo>
                  <a:lnTo>
                    <a:pt x="1" y="670"/>
                  </a:lnTo>
                  <a:lnTo>
                    <a:pt x="2" y="670"/>
                  </a:lnTo>
                  <a:lnTo>
                    <a:pt x="4" y="669"/>
                  </a:lnTo>
                  <a:lnTo>
                    <a:pt x="5" y="670"/>
                  </a:lnTo>
                  <a:lnTo>
                    <a:pt x="6" y="670"/>
                  </a:lnTo>
                  <a:lnTo>
                    <a:pt x="7" y="671"/>
                  </a:lnTo>
                  <a:lnTo>
                    <a:pt x="9" y="673"/>
                  </a:lnTo>
                  <a:lnTo>
                    <a:pt x="9" y="673"/>
                  </a:lnTo>
                  <a:close/>
                  <a:moveTo>
                    <a:pt x="9" y="768"/>
                  </a:moveTo>
                  <a:lnTo>
                    <a:pt x="9" y="825"/>
                  </a:lnTo>
                  <a:lnTo>
                    <a:pt x="7" y="826"/>
                  </a:lnTo>
                  <a:lnTo>
                    <a:pt x="6" y="827"/>
                  </a:lnTo>
                  <a:lnTo>
                    <a:pt x="5" y="828"/>
                  </a:lnTo>
                  <a:lnTo>
                    <a:pt x="4" y="828"/>
                  </a:lnTo>
                  <a:lnTo>
                    <a:pt x="2" y="828"/>
                  </a:lnTo>
                  <a:lnTo>
                    <a:pt x="1" y="827"/>
                  </a:lnTo>
                  <a:lnTo>
                    <a:pt x="1" y="826"/>
                  </a:lnTo>
                  <a:lnTo>
                    <a:pt x="0" y="825"/>
                  </a:lnTo>
                  <a:lnTo>
                    <a:pt x="0" y="768"/>
                  </a:lnTo>
                  <a:lnTo>
                    <a:pt x="1" y="767"/>
                  </a:lnTo>
                  <a:lnTo>
                    <a:pt x="1" y="766"/>
                  </a:lnTo>
                  <a:lnTo>
                    <a:pt x="2" y="765"/>
                  </a:lnTo>
                  <a:lnTo>
                    <a:pt x="4" y="765"/>
                  </a:lnTo>
                  <a:lnTo>
                    <a:pt x="5" y="765"/>
                  </a:lnTo>
                  <a:lnTo>
                    <a:pt x="6" y="766"/>
                  </a:lnTo>
                  <a:lnTo>
                    <a:pt x="7" y="767"/>
                  </a:lnTo>
                  <a:lnTo>
                    <a:pt x="9" y="768"/>
                  </a:lnTo>
                  <a:lnTo>
                    <a:pt x="9" y="768"/>
                  </a:lnTo>
                  <a:close/>
                  <a:moveTo>
                    <a:pt x="9" y="865"/>
                  </a:moveTo>
                  <a:lnTo>
                    <a:pt x="9" y="920"/>
                  </a:lnTo>
                  <a:lnTo>
                    <a:pt x="7" y="921"/>
                  </a:lnTo>
                  <a:lnTo>
                    <a:pt x="6" y="922"/>
                  </a:lnTo>
                  <a:lnTo>
                    <a:pt x="5" y="923"/>
                  </a:lnTo>
                  <a:lnTo>
                    <a:pt x="4" y="924"/>
                  </a:lnTo>
                  <a:lnTo>
                    <a:pt x="2" y="923"/>
                  </a:lnTo>
                  <a:lnTo>
                    <a:pt x="1" y="922"/>
                  </a:lnTo>
                  <a:lnTo>
                    <a:pt x="1" y="921"/>
                  </a:lnTo>
                  <a:lnTo>
                    <a:pt x="0" y="920"/>
                  </a:lnTo>
                  <a:lnTo>
                    <a:pt x="0" y="865"/>
                  </a:lnTo>
                  <a:lnTo>
                    <a:pt x="1" y="862"/>
                  </a:lnTo>
                  <a:lnTo>
                    <a:pt x="1" y="861"/>
                  </a:lnTo>
                  <a:lnTo>
                    <a:pt x="2" y="860"/>
                  </a:lnTo>
                  <a:lnTo>
                    <a:pt x="4" y="860"/>
                  </a:lnTo>
                  <a:lnTo>
                    <a:pt x="5" y="860"/>
                  </a:lnTo>
                  <a:lnTo>
                    <a:pt x="6" y="861"/>
                  </a:lnTo>
                  <a:lnTo>
                    <a:pt x="7" y="862"/>
                  </a:lnTo>
                  <a:lnTo>
                    <a:pt x="9" y="865"/>
                  </a:lnTo>
                  <a:lnTo>
                    <a:pt x="9" y="865"/>
                  </a:lnTo>
                  <a:close/>
                  <a:moveTo>
                    <a:pt x="9" y="960"/>
                  </a:moveTo>
                  <a:lnTo>
                    <a:pt x="9" y="1015"/>
                  </a:lnTo>
                  <a:lnTo>
                    <a:pt x="7" y="1016"/>
                  </a:lnTo>
                  <a:lnTo>
                    <a:pt x="6" y="1018"/>
                  </a:lnTo>
                  <a:lnTo>
                    <a:pt x="5" y="1018"/>
                  </a:lnTo>
                  <a:lnTo>
                    <a:pt x="4" y="1020"/>
                  </a:lnTo>
                  <a:lnTo>
                    <a:pt x="2" y="1018"/>
                  </a:lnTo>
                  <a:lnTo>
                    <a:pt x="1" y="1018"/>
                  </a:lnTo>
                  <a:lnTo>
                    <a:pt x="1" y="1016"/>
                  </a:lnTo>
                  <a:lnTo>
                    <a:pt x="0" y="1015"/>
                  </a:lnTo>
                  <a:lnTo>
                    <a:pt x="0" y="960"/>
                  </a:lnTo>
                  <a:lnTo>
                    <a:pt x="1" y="958"/>
                  </a:lnTo>
                  <a:lnTo>
                    <a:pt x="1" y="956"/>
                  </a:lnTo>
                  <a:lnTo>
                    <a:pt x="2" y="956"/>
                  </a:lnTo>
                  <a:lnTo>
                    <a:pt x="4" y="955"/>
                  </a:lnTo>
                  <a:lnTo>
                    <a:pt x="5" y="956"/>
                  </a:lnTo>
                  <a:lnTo>
                    <a:pt x="6" y="956"/>
                  </a:lnTo>
                  <a:lnTo>
                    <a:pt x="7" y="958"/>
                  </a:lnTo>
                  <a:lnTo>
                    <a:pt x="9" y="960"/>
                  </a:lnTo>
                  <a:lnTo>
                    <a:pt x="9" y="960"/>
                  </a:lnTo>
                  <a:close/>
                  <a:moveTo>
                    <a:pt x="9" y="1055"/>
                  </a:moveTo>
                  <a:lnTo>
                    <a:pt x="9" y="1111"/>
                  </a:lnTo>
                  <a:lnTo>
                    <a:pt x="7" y="1113"/>
                  </a:lnTo>
                  <a:lnTo>
                    <a:pt x="6" y="1114"/>
                  </a:lnTo>
                  <a:lnTo>
                    <a:pt x="5" y="1115"/>
                  </a:lnTo>
                  <a:lnTo>
                    <a:pt x="4" y="1115"/>
                  </a:lnTo>
                  <a:lnTo>
                    <a:pt x="2" y="1115"/>
                  </a:lnTo>
                  <a:lnTo>
                    <a:pt x="1" y="1114"/>
                  </a:lnTo>
                  <a:lnTo>
                    <a:pt x="1" y="1113"/>
                  </a:lnTo>
                  <a:lnTo>
                    <a:pt x="0" y="1111"/>
                  </a:lnTo>
                  <a:lnTo>
                    <a:pt x="0" y="1055"/>
                  </a:lnTo>
                  <a:lnTo>
                    <a:pt x="1" y="1054"/>
                  </a:lnTo>
                  <a:lnTo>
                    <a:pt x="1" y="1053"/>
                  </a:lnTo>
                  <a:lnTo>
                    <a:pt x="2" y="1052"/>
                  </a:lnTo>
                  <a:lnTo>
                    <a:pt x="4" y="1052"/>
                  </a:lnTo>
                  <a:lnTo>
                    <a:pt x="5" y="1052"/>
                  </a:lnTo>
                  <a:lnTo>
                    <a:pt x="6" y="1053"/>
                  </a:lnTo>
                  <a:lnTo>
                    <a:pt x="7" y="1054"/>
                  </a:lnTo>
                  <a:lnTo>
                    <a:pt x="9" y="1055"/>
                  </a:lnTo>
                  <a:lnTo>
                    <a:pt x="9" y="1055"/>
                  </a:lnTo>
                  <a:close/>
                  <a:moveTo>
                    <a:pt x="9" y="1151"/>
                  </a:moveTo>
                  <a:lnTo>
                    <a:pt x="9" y="1207"/>
                  </a:lnTo>
                  <a:lnTo>
                    <a:pt x="7" y="1208"/>
                  </a:lnTo>
                  <a:lnTo>
                    <a:pt x="6" y="1209"/>
                  </a:lnTo>
                  <a:lnTo>
                    <a:pt x="5" y="1210"/>
                  </a:lnTo>
                  <a:lnTo>
                    <a:pt x="4" y="1210"/>
                  </a:lnTo>
                  <a:lnTo>
                    <a:pt x="2" y="1210"/>
                  </a:lnTo>
                  <a:lnTo>
                    <a:pt x="1" y="1209"/>
                  </a:lnTo>
                  <a:lnTo>
                    <a:pt x="1" y="1208"/>
                  </a:lnTo>
                  <a:lnTo>
                    <a:pt x="0" y="1207"/>
                  </a:lnTo>
                  <a:lnTo>
                    <a:pt x="0" y="1151"/>
                  </a:lnTo>
                  <a:lnTo>
                    <a:pt x="1" y="1149"/>
                  </a:lnTo>
                  <a:lnTo>
                    <a:pt x="1" y="1148"/>
                  </a:lnTo>
                  <a:lnTo>
                    <a:pt x="2" y="1147"/>
                  </a:lnTo>
                  <a:lnTo>
                    <a:pt x="4" y="1147"/>
                  </a:lnTo>
                  <a:lnTo>
                    <a:pt x="5" y="1147"/>
                  </a:lnTo>
                  <a:lnTo>
                    <a:pt x="6" y="1148"/>
                  </a:lnTo>
                  <a:lnTo>
                    <a:pt x="7" y="1149"/>
                  </a:lnTo>
                  <a:lnTo>
                    <a:pt x="9" y="1151"/>
                  </a:lnTo>
                  <a:lnTo>
                    <a:pt x="9" y="1151"/>
                  </a:lnTo>
                  <a:close/>
                  <a:moveTo>
                    <a:pt x="9" y="1246"/>
                  </a:moveTo>
                  <a:lnTo>
                    <a:pt x="9" y="1302"/>
                  </a:lnTo>
                  <a:lnTo>
                    <a:pt x="7" y="1303"/>
                  </a:lnTo>
                  <a:lnTo>
                    <a:pt x="6" y="1305"/>
                  </a:lnTo>
                  <a:lnTo>
                    <a:pt x="5" y="1305"/>
                  </a:lnTo>
                  <a:lnTo>
                    <a:pt x="4" y="1306"/>
                  </a:lnTo>
                  <a:lnTo>
                    <a:pt x="2" y="1305"/>
                  </a:lnTo>
                  <a:lnTo>
                    <a:pt x="1" y="1305"/>
                  </a:lnTo>
                  <a:lnTo>
                    <a:pt x="1" y="1303"/>
                  </a:lnTo>
                  <a:lnTo>
                    <a:pt x="0" y="1302"/>
                  </a:lnTo>
                  <a:lnTo>
                    <a:pt x="0" y="1246"/>
                  </a:lnTo>
                  <a:lnTo>
                    <a:pt x="1" y="1244"/>
                  </a:lnTo>
                  <a:lnTo>
                    <a:pt x="1" y="1243"/>
                  </a:lnTo>
                  <a:lnTo>
                    <a:pt x="2" y="1242"/>
                  </a:lnTo>
                  <a:lnTo>
                    <a:pt x="4" y="1242"/>
                  </a:lnTo>
                  <a:lnTo>
                    <a:pt x="5" y="1242"/>
                  </a:lnTo>
                  <a:lnTo>
                    <a:pt x="6" y="1243"/>
                  </a:lnTo>
                  <a:lnTo>
                    <a:pt x="7" y="1244"/>
                  </a:lnTo>
                  <a:lnTo>
                    <a:pt x="9" y="1246"/>
                  </a:lnTo>
                  <a:lnTo>
                    <a:pt x="9" y="1246"/>
                  </a:lnTo>
                  <a:close/>
                  <a:moveTo>
                    <a:pt x="9" y="1342"/>
                  </a:moveTo>
                  <a:lnTo>
                    <a:pt x="9" y="1398"/>
                  </a:lnTo>
                  <a:lnTo>
                    <a:pt x="7" y="1399"/>
                  </a:lnTo>
                  <a:lnTo>
                    <a:pt x="6" y="1400"/>
                  </a:lnTo>
                  <a:lnTo>
                    <a:pt x="5" y="1401"/>
                  </a:lnTo>
                  <a:lnTo>
                    <a:pt x="4" y="1401"/>
                  </a:lnTo>
                  <a:lnTo>
                    <a:pt x="2" y="1401"/>
                  </a:lnTo>
                  <a:lnTo>
                    <a:pt x="1" y="1400"/>
                  </a:lnTo>
                  <a:lnTo>
                    <a:pt x="1" y="1399"/>
                  </a:lnTo>
                  <a:lnTo>
                    <a:pt x="0" y="1398"/>
                  </a:lnTo>
                  <a:lnTo>
                    <a:pt x="0" y="1342"/>
                  </a:lnTo>
                  <a:lnTo>
                    <a:pt x="1" y="1340"/>
                  </a:lnTo>
                  <a:lnTo>
                    <a:pt x="1" y="1339"/>
                  </a:lnTo>
                  <a:lnTo>
                    <a:pt x="2" y="1338"/>
                  </a:lnTo>
                  <a:lnTo>
                    <a:pt x="4" y="1338"/>
                  </a:lnTo>
                  <a:lnTo>
                    <a:pt x="5" y="1338"/>
                  </a:lnTo>
                  <a:lnTo>
                    <a:pt x="6" y="1339"/>
                  </a:lnTo>
                  <a:lnTo>
                    <a:pt x="7" y="1340"/>
                  </a:lnTo>
                  <a:lnTo>
                    <a:pt x="9" y="1342"/>
                  </a:lnTo>
                  <a:lnTo>
                    <a:pt x="9" y="1342"/>
                  </a:lnTo>
                  <a:close/>
                  <a:moveTo>
                    <a:pt x="9" y="1437"/>
                  </a:moveTo>
                  <a:lnTo>
                    <a:pt x="9" y="1493"/>
                  </a:lnTo>
                  <a:lnTo>
                    <a:pt x="7" y="1494"/>
                  </a:lnTo>
                  <a:lnTo>
                    <a:pt x="6" y="1495"/>
                  </a:lnTo>
                  <a:lnTo>
                    <a:pt x="5" y="1497"/>
                  </a:lnTo>
                  <a:lnTo>
                    <a:pt x="4" y="1497"/>
                  </a:lnTo>
                  <a:lnTo>
                    <a:pt x="2" y="1497"/>
                  </a:lnTo>
                  <a:lnTo>
                    <a:pt x="1" y="1495"/>
                  </a:lnTo>
                  <a:lnTo>
                    <a:pt x="1" y="1494"/>
                  </a:lnTo>
                  <a:lnTo>
                    <a:pt x="0" y="1493"/>
                  </a:lnTo>
                  <a:lnTo>
                    <a:pt x="0" y="1437"/>
                  </a:lnTo>
                  <a:lnTo>
                    <a:pt x="1" y="1436"/>
                  </a:lnTo>
                  <a:lnTo>
                    <a:pt x="1" y="1435"/>
                  </a:lnTo>
                  <a:lnTo>
                    <a:pt x="2" y="1433"/>
                  </a:lnTo>
                  <a:lnTo>
                    <a:pt x="4" y="1433"/>
                  </a:lnTo>
                  <a:lnTo>
                    <a:pt x="5" y="1433"/>
                  </a:lnTo>
                  <a:lnTo>
                    <a:pt x="6" y="1435"/>
                  </a:lnTo>
                  <a:lnTo>
                    <a:pt x="7" y="1436"/>
                  </a:lnTo>
                  <a:lnTo>
                    <a:pt x="9" y="1437"/>
                  </a:lnTo>
                  <a:lnTo>
                    <a:pt x="9" y="1437"/>
                  </a:lnTo>
                  <a:close/>
                  <a:moveTo>
                    <a:pt x="9" y="1533"/>
                  </a:moveTo>
                  <a:lnTo>
                    <a:pt x="9" y="1588"/>
                  </a:lnTo>
                  <a:lnTo>
                    <a:pt x="7" y="1589"/>
                  </a:lnTo>
                  <a:lnTo>
                    <a:pt x="6" y="1592"/>
                  </a:lnTo>
                  <a:lnTo>
                    <a:pt x="5" y="1592"/>
                  </a:lnTo>
                  <a:lnTo>
                    <a:pt x="4" y="1593"/>
                  </a:lnTo>
                  <a:lnTo>
                    <a:pt x="2" y="1592"/>
                  </a:lnTo>
                  <a:lnTo>
                    <a:pt x="1" y="1592"/>
                  </a:lnTo>
                  <a:lnTo>
                    <a:pt x="1" y="1589"/>
                  </a:lnTo>
                  <a:lnTo>
                    <a:pt x="0" y="1588"/>
                  </a:lnTo>
                  <a:lnTo>
                    <a:pt x="0" y="1533"/>
                  </a:lnTo>
                  <a:lnTo>
                    <a:pt x="1" y="1531"/>
                  </a:lnTo>
                  <a:lnTo>
                    <a:pt x="1" y="1530"/>
                  </a:lnTo>
                  <a:lnTo>
                    <a:pt x="2" y="1529"/>
                  </a:lnTo>
                  <a:lnTo>
                    <a:pt x="4" y="1529"/>
                  </a:lnTo>
                  <a:lnTo>
                    <a:pt x="5" y="1529"/>
                  </a:lnTo>
                  <a:lnTo>
                    <a:pt x="6" y="1530"/>
                  </a:lnTo>
                  <a:lnTo>
                    <a:pt x="7" y="1531"/>
                  </a:lnTo>
                  <a:lnTo>
                    <a:pt x="9" y="1533"/>
                  </a:lnTo>
                  <a:lnTo>
                    <a:pt x="9" y="1533"/>
                  </a:lnTo>
                  <a:close/>
                  <a:moveTo>
                    <a:pt x="9" y="1628"/>
                  </a:moveTo>
                  <a:lnTo>
                    <a:pt x="9" y="1684"/>
                  </a:lnTo>
                  <a:lnTo>
                    <a:pt x="7" y="1686"/>
                  </a:lnTo>
                  <a:lnTo>
                    <a:pt x="6" y="1687"/>
                  </a:lnTo>
                  <a:lnTo>
                    <a:pt x="5" y="1688"/>
                  </a:lnTo>
                  <a:lnTo>
                    <a:pt x="4" y="1688"/>
                  </a:lnTo>
                  <a:lnTo>
                    <a:pt x="2" y="1688"/>
                  </a:lnTo>
                  <a:lnTo>
                    <a:pt x="1" y="1687"/>
                  </a:lnTo>
                  <a:lnTo>
                    <a:pt x="1" y="1686"/>
                  </a:lnTo>
                  <a:lnTo>
                    <a:pt x="0" y="1684"/>
                  </a:lnTo>
                  <a:lnTo>
                    <a:pt x="0" y="1628"/>
                  </a:lnTo>
                  <a:lnTo>
                    <a:pt x="1" y="1627"/>
                  </a:lnTo>
                  <a:lnTo>
                    <a:pt x="1" y="1626"/>
                  </a:lnTo>
                  <a:lnTo>
                    <a:pt x="2" y="1625"/>
                  </a:lnTo>
                  <a:lnTo>
                    <a:pt x="4" y="1625"/>
                  </a:lnTo>
                  <a:lnTo>
                    <a:pt x="5" y="1625"/>
                  </a:lnTo>
                  <a:lnTo>
                    <a:pt x="6" y="1626"/>
                  </a:lnTo>
                  <a:lnTo>
                    <a:pt x="7" y="1627"/>
                  </a:lnTo>
                  <a:lnTo>
                    <a:pt x="9" y="1628"/>
                  </a:lnTo>
                  <a:lnTo>
                    <a:pt x="9" y="1628"/>
                  </a:lnTo>
                  <a:close/>
                  <a:moveTo>
                    <a:pt x="9" y="1723"/>
                  </a:moveTo>
                  <a:lnTo>
                    <a:pt x="9" y="1780"/>
                  </a:lnTo>
                  <a:lnTo>
                    <a:pt x="7" y="1781"/>
                  </a:lnTo>
                  <a:lnTo>
                    <a:pt x="6" y="1782"/>
                  </a:lnTo>
                  <a:lnTo>
                    <a:pt x="5" y="1783"/>
                  </a:lnTo>
                  <a:lnTo>
                    <a:pt x="4" y="1783"/>
                  </a:lnTo>
                  <a:lnTo>
                    <a:pt x="2" y="1783"/>
                  </a:lnTo>
                  <a:lnTo>
                    <a:pt x="1" y="1782"/>
                  </a:lnTo>
                  <a:lnTo>
                    <a:pt x="1" y="1781"/>
                  </a:lnTo>
                  <a:lnTo>
                    <a:pt x="0" y="1780"/>
                  </a:lnTo>
                  <a:lnTo>
                    <a:pt x="0" y="1723"/>
                  </a:lnTo>
                  <a:lnTo>
                    <a:pt x="1" y="1722"/>
                  </a:lnTo>
                  <a:lnTo>
                    <a:pt x="1" y="1721"/>
                  </a:lnTo>
                  <a:lnTo>
                    <a:pt x="2" y="1720"/>
                  </a:lnTo>
                  <a:lnTo>
                    <a:pt x="4" y="1720"/>
                  </a:lnTo>
                  <a:lnTo>
                    <a:pt x="5" y="1720"/>
                  </a:lnTo>
                  <a:lnTo>
                    <a:pt x="6" y="1721"/>
                  </a:lnTo>
                  <a:lnTo>
                    <a:pt x="7" y="1722"/>
                  </a:lnTo>
                  <a:lnTo>
                    <a:pt x="9" y="1723"/>
                  </a:lnTo>
                  <a:lnTo>
                    <a:pt x="9" y="1723"/>
                  </a:lnTo>
                  <a:close/>
                  <a:moveTo>
                    <a:pt x="9" y="1820"/>
                  </a:moveTo>
                  <a:lnTo>
                    <a:pt x="9" y="1875"/>
                  </a:lnTo>
                  <a:lnTo>
                    <a:pt x="7" y="1876"/>
                  </a:lnTo>
                  <a:lnTo>
                    <a:pt x="6" y="1878"/>
                  </a:lnTo>
                  <a:lnTo>
                    <a:pt x="5" y="1878"/>
                  </a:lnTo>
                  <a:lnTo>
                    <a:pt x="4" y="1879"/>
                  </a:lnTo>
                  <a:lnTo>
                    <a:pt x="2" y="1878"/>
                  </a:lnTo>
                  <a:lnTo>
                    <a:pt x="1" y="1878"/>
                  </a:lnTo>
                  <a:lnTo>
                    <a:pt x="1" y="1876"/>
                  </a:lnTo>
                  <a:lnTo>
                    <a:pt x="0" y="1875"/>
                  </a:lnTo>
                  <a:lnTo>
                    <a:pt x="0" y="1820"/>
                  </a:lnTo>
                  <a:lnTo>
                    <a:pt x="1" y="1817"/>
                  </a:lnTo>
                  <a:lnTo>
                    <a:pt x="1" y="1816"/>
                  </a:lnTo>
                  <a:lnTo>
                    <a:pt x="2" y="1815"/>
                  </a:lnTo>
                  <a:lnTo>
                    <a:pt x="4" y="1815"/>
                  </a:lnTo>
                  <a:lnTo>
                    <a:pt x="5" y="1815"/>
                  </a:lnTo>
                  <a:lnTo>
                    <a:pt x="6" y="1816"/>
                  </a:lnTo>
                  <a:lnTo>
                    <a:pt x="7" y="1817"/>
                  </a:lnTo>
                  <a:lnTo>
                    <a:pt x="9" y="1820"/>
                  </a:lnTo>
                  <a:lnTo>
                    <a:pt x="9" y="1820"/>
                  </a:lnTo>
                  <a:close/>
                  <a:moveTo>
                    <a:pt x="9" y="1915"/>
                  </a:moveTo>
                  <a:lnTo>
                    <a:pt x="9" y="1970"/>
                  </a:lnTo>
                  <a:lnTo>
                    <a:pt x="7" y="1972"/>
                  </a:lnTo>
                  <a:lnTo>
                    <a:pt x="6" y="1974"/>
                  </a:lnTo>
                  <a:lnTo>
                    <a:pt x="5" y="1975"/>
                  </a:lnTo>
                  <a:lnTo>
                    <a:pt x="4" y="1975"/>
                  </a:lnTo>
                  <a:lnTo>
                    <a:pt x="2" y="1975"/>
                  </a:lnTo>
                  <a:lnTo>
                    <a:pt x="1" y="1974"/>
                  </a:lnTo>
                  <a:lnTo>
                    <a:pt x="1" y="1972"/>
                  </a:lnTo>
                  <a:lnTo>
                    <a:pt x="0" y="1970"/>
                  </a:lnTo>
                  <a:lnTo>
                    <a:pt x="0" y="1915"/>
                  </a:lnTo>
                  <a:lnTo>
                    <a:pt x="1" y="1914"/>
                  </a:lnTo>
                  <a:lnTo>
                    <a:pt x="1" y="1912"/>
                  </a:lnTo>
                  <a:lnTo>
                    <a:pt x="2" y="1912"/>
                  </a:lnTo>
                  <a:lnTo>
                    <a:pt x="4" y="1910"/>
                  </a:lnTo>
                  <a:lnTo>
                    <a:pt x="5" y="1912"/>
                  </a:lnTo>
                  <a:lnTo>
                    <a:pt x="6" y="1912"/>
                  </a:lnTo>
                  <a:lnTo>
                    <a:pt x="7" y="1914"/>
                  </a:lnTo>
                  <a:lnTo>
                    <a:pt x="9" y="1915"/>
                  </a:lnTo>
                  <a:lnTo>
                    <a:pt x="9" y="1915"/>
                  </a:lnTo>
                  <a:close/>
                  <a:moveTo>
                    <a:pt x="9" y="2010"/>
                  </a:moveTo>
                  <a:lnTo>
                    <a:pt x="9" y="2066"/>
                  </a:lnTo>
                  <a:lnTo>
                    <a:pt x="7" y="2068"/>
                  </a:lnTo>
                  <a:lnTo>
                    <a:pt x="6" y="2069"/>
                  </a:lnTo>
                  <a:lnTo>
                    <a:pt x="5" y="2070"/>
                  </a:lnTo>
                  <a:lnTo>
                    <a:pt x="4" y="2070"/>
                  </a:lnTo>
                  <a:lnTo>
                    <a:pt x="2" y="2070"/>
                  </a:lnTo>
                  <a:lnTo>
                    <a:pt x="1" y="2069"/>
                  </a:lnTo>
                  <a:lnTo>
                    <a:pt x="1" y="2068"/>
                  </a:lnTo>
                  <a:lnTo>
                    <a:pt x="0" y="2066"/>
                  </a:lnTo>
                  <a:lnTo>
                    <a:pt x="0" y="2010"/>
                  </a:lnTo>
                  <a:lnTo>
                    <a:pt x="1" y="2009"/>
                  </a:lnTo>
                  <a:lnTo>
                    <a:pt x="1" y="2008"/>
                  </a:lnTo>
                  <a:lnTo>
                    <a:pt x="2" y="2007"/>
                  </a:lnTo>
                  <a:lnTo>
                    <a:pt x="4" y="2007"/>
                  </a:lnTo>
                  <a:lnTo>
                    <a:pt x="5" y="2007"/>
                  </a:lnTo>
                  <a:lnTo>
                    <a:pt x="6" y="2008"/>
                  </a:lnTo>
                  <a:lnTo>
                    <a:pt x="7" y="2009"/>
                  </a:lnTo>
                  <a:lnTo>
                    <a:pt x="9" y="2010"/>
                  </a:lnTo>
                  <a:lnTo>
                    <a:pt x="9" y="2010"/>
                  </a:lnTo>
                  <a:close/>
                  <a:moveTo>
                    <a:pt x="9" y="2106"/>
                  </a:moveTo>
                  <a:lnTo>
                    <a:pt x="9" y="2162"/>
                  </a:lnTo>
                  <a:lnTo>
                    <a:pt x="7" y="2163"/>
                  </a:lnTo>
                  <a:lnTo>
                    <a:pt x="6" y="2165"/>
                  </a:lnTo>
                  <a:lnTo>
                    <a:pt x="5" y="2165"/>
                  </a:lnTo>
                  <a:lnTo>
                    <a:pt x="4" y="2166"/>
                  </a:lnTo>
                  <a:lnTo>
                    <a:pt x="2" y="2165"/>
                  </a:lnTo>
                  <a:lnTo>
                    <a:pt x="1" y="2165"/>
                  </a:lnTo>
                  <a:lnTo>
                    <a:pt x="1" y="2163"/>
                  </a:lnTo>
                  <a:lnTo>
                    <a:pt x="0" y="2162"/>
                  </a:lnTo>
                  <a:lnTo>
                    <a:pt x="0" y="2106"/>
                  </a:lnTo>
                  <a:lnTo>
                    <a:pt x="1" y="2104"/>
                  </a:lnTo>
                  <a:lnTo>
                    <a:pt x="1" y="2103"/>
                  </a:lnTo>
                  <a:lnTo>
                    <a:pt x="2" y="2102"/>
                  </a:lnTo>
                  <a:lnTo>
                    <a:pt x="4" y="2102"/>
                  </a:lnTo>
                  <a:lnTo>
                    <a:pt x="5" y="2102"/>
                  </a:lnTo>
                  <a:lnTo>
                    <a:pt x="6" y="2103"/>
                  </a:lnTo>
                  <a:lnTo>
                    <a:pt x="7" y="2104"/>
                  </a:lnTo>
                  <a:lnTo>
                    <a:pt x="9" y="2106"/>
                  </a:lnTo>
                  <a:lnTo>
                    <a:pt x="9" y="2106"/>
                  </a:lnTo>
                  <a:close/>
                  <a:moveTo>
                    <a:pt x="9" y="2201"/>
                  </a:moveTo>
                  <a:lnTo>
                    <a:pt x="9" y="2257"/>
                  </a:lnTo>
                  <a:lnTo>
                    <a:pt x="7" y="2259"/>
                  </a:lnTo>
                  <a:lnTo>
                    <a:pt x="6" y="2260"/>
                  </a:lnTo>
                  <a:lnTo>
                    <a:pt x="5" y="2261"/>
                  </a:lnTo>
                  <a:lnTo>
                    <a:pt x="4" y="2261"/>
                  </a:lnTo>
                  <a:lnTo>
                    <a:pt x="2" y="2261"/>
                  </a:lnTo>
                  <a:lnTo>
                    <a:pt x="1" y="2260"/>
                  </a:lnTo>
                  <a:lnTo>
                    <a:pt x="1" y="2259"/>
                  </a:lnTo>
                  <a:lnTo>
                    <a:pt x="0" y="2257"/>
                  </a:lnTo>
                  <a:lnTo>
                    <a:pt x="0" y="2201"/>
                  </a:lnTo>
                  <a:lnTo>
                    <a:pt x="1" y="2199"/>
                  </a:lnTo>
                  <a:lnTo>
                    <a:pt x="1" y="2198"/>
                  </a:lnTo>
                  <a:lnTo>
                    <a:pt x="2" y="2198"/>
                  </a:lnTo>
                  <a:lnTo>
                    <a:pt x="4" y="2197"/>
                  </a:lnTo>
                  <a:lnTo>
                    <a:pt x="5" y="2198"/>
                  </a:lnTo>
                  <a:lnTo>
                    <a:pt x="6" y="2198"/>
                  </a:lnTo>
                  <a:lnTo>
                    <a:pt x="7" y="2199"/>
                  </a:lnTo>
                  <a:lnTo>
                    <a:pt x="9" y="2201"/>
                  </a:lnTo>
                  <a:lnTo>
                    <a:pt x="9" y="2201"/>
                  </a:lnTo>
                  <a:close/>
                  <a:moveTo>
                    <a:pt x="9" y="2297"/>
                  </a:moveTo>
                  <a:lnTo>
                    <a:pt x="9" y="2353"/>
                  </a:lnTo>
                  <a:lnTo>
                    <a:pt x="7" y="2354"/>
                  </a:lnTo>
                  <a:lnTo>
                    <a:pt x="6" y="2355"/>
                  </a:lnTo>
                  <a:lnTo>
                    <a:pt x="5" y="2356"/>
                  </a:lnTo>
                  <a:lnTo>
                    <a:pt x="4" y="2356"/>
                  </a:lnTo>
                  <a:lnTo>
                    <a:pt x="2" y="2356"/>
                  </a:lnTo>
                  <a:lnTo>
                    <a:pt x="1" y="2355"/>
                  </a:lnTo>
                  <a:lnTo>
                    <a:pt x="1" y="2354"/>
                  </a:lnTo>
                  <a:lnTo>
                    <a:pt x="0" y="2353"/>
                  </a:lnTo>
                  <a:lnTo>
                    <a:pt x="0" y="2297"/>
                  </a:lnTo>
                  <a:lnTo>
                    <a:pt x="1" y="2296"/>
                  </a:lnTo>
                  <a:lnTo>
                    <a:pt x="1" y="2294"/>
                  </a:lnTo>
                  <a:lnTo>
                    <a:pt x="2" y="2293"/>
                  </a:lnTo>
                  <a:lnTo>
                    <a:pt x="4" y="2293"/>
                  </a:lnTo>
                  <a:lnTo>
                    <a:pt x="5" y="2293"/>
                  </a:lnTo>
                  <a:lnTo>
                    <a:pt x="6" y="2294"/>
                  </a:lnTo>
                  <a:lnTo>
                    <a:pt x="7" y="2296"/>
                  </a:lnTo>
                  <a:lnTo>
                    <a:pt x="9" y="2297"/>
                  </a:lnTo>
                  <a:lnTo>
                    <a:pt x="9" y="2297"/>
                  </a:lnTo>
                  <a:close/>
                  <a:moveTo>
                    <a:pt x="9" y="2393"/>
                  </a:moveTo>
                  <a:lnTo>
                    <a:pt x="9" y="2448"/>
                  </a:lnTo>
                  <a:lnTo>
                    <a:pt x="7" y="2449"/>
                  </a:lnTo>
                  <a:lnTo>
                    <a:pt x="6" y="2451"/>
                  </a:lnTo>
                  <a:lnTo>
                    <a:pt x="5" y="2452"/>
                  </a:lnTo>
                  <a:lnTo>
                    <a:pt x="4" y="2453"/>
                  </a:lnTo>
                  <a:lnTo>
                    <a:pt x="2" y="2452"/>
                  </a:lnTo>
                  <a:lnTo>
                    <a:pt x="1" y="2451"/>
                  </a:lnTo>
                  <a:lnTo>
                    <a:pt x="1" y="2449"/>
                  </a:lnTo>
                  <a:lnTo>
                    <a:pt x="0" y="2448"/>
                  </a:lnTo>
                  <a:lnTo>
                    <a:pt x="0" y="2393"/>
                  </a:lnTo>
                  <a:lnTo>
                    <a:pt x="1" y="2391"/>
                  </a:lnTo>
                  <a:lnTo>
                    <a:pt x="1" y="2390"/>
                  </a:lnTo>
                  <a:lnTo>
                    <a:pt x="2" y="2389"/>
                  </a:lnTo>
                  <a:lnTo>
                    <a:pt x="4" y="2389"/>
                  </a:lnTo>
                  <a:lnTo>
                    <a:pt x="5" y="2389"/>
                  </a:lnTo>
                  <a:lnTo>
                    <a:pt x="6" y="2390"/>
                  </a:lnTo>
                  <a:lnTo>
                    <a:pt x="7" y="2391"/>
                  </a:lnTo>
                  <a:lnTo>
                    <a:pt x="9" y="2393"/>
                  </a:lnTo>
                  <a:lnTo>
                    <a:pt x="9" y="2393"/>
                  </a:lnTo>
                  <a:close/>
                  <a:moveTo>
                    <a:pt x="9" y="2488"/>
                  </a:moveTo>
                  <a:lnTo>
                    <a:pt x="9" y="2543"/>
                  </a:lnTo>
                  <a:lnTo>
                    <a:pt x="7" y="2546"/>
                  </a:lnTo>
                  <a:lnTo>
                    <a:pt x="6" y="2547"/>
                  </a:lnTo>
                  <a:lnTo>
                    <a:pt x="5" y="2548"/>
                  </a:lnTo>
                  <a:lnTo>
                    <a:pt x="4" y="2548"/>
                  </a:lnTo>
                  <a:lnTo>
                    <a:pt x="2" y="2548"/>
                  </a:lnTo>
                  <a:lnTo>
                    <a:pt x="1" y="2547"/>
                  </a:lnTo>
                  <a:lnTo>
                    <a:pt x="1" y="2546"/>
                  </a:lnTo>
                  <a:lnTo>
                    <a:pt x="0" y="2543"/>
                  </a:lnTo>
                  <a:lnTo>
                    <a:pt x="0" y="2488"/>
                  </a:lnTo>
                  <a:lnTo>
                    <a:pt x="1" y="2486"/>
                  </a:lnTo>
                  <a:lnTo>
                    <a:pt x="1" y="2485"/>
                  </a:lnTo>
                  <a:lnTo>
                    <a:pt x="2" y="2485"/>
                  </a:lnTo>
                  <a:lnTo>
                    <a:pt x="4" y="2484"/>
                  </a:lnTo>
                  <a:lnTo>
                    <a:pt x="5" y="2485"/>
                  </a:lnTo>
                  <a:lnTo>
                    <a:pt x="6" y="2485"/>
                  </a:lnTo>
                  <a:lnTo>
                    <a:pt x="7" y="2486"/>
                  </a:lnTo>
                  <a:lnTo>
                    <a:pt x="9" y="2488"/>
                  </a:lnTo>
                  <a:lnTo>
                    <a:pt x="9" y="2488"/>
                  </a:lnTo>
                  <a:close/>
                  <a:moveTo>
                    <a:pt x="9" y="2583"/>
                  </a:moveTo>
                  <a:lnTo>
                    <a:pt x="9" y="2640"/>
                  </a:lnTo>
                  <a:lnTo>
                    <a:pt x="7" y="2641"/>
                  </a:lnTo>
                  <a:lnTo>
                    <a:pt x="6" y="2642"/>
                  </a:lnTo>
                  <a:lnTo>
                    <a:pt x="5" y="2643"/>
                  </a:lnTo>
                  <a:lnTo>
                    <a:pt x="4" y="2643"/>
                  </a:lnTo>
                  <a:lnTo>
                    <a:pt x="2" y="2643"/>
                  </a:lnTo>
                  <a:lnTo>
                    <a:pt x="1" y="2642"/>
                  </a:lnTo>
                  <a:lnTo>
                    <a:pt x="1" y="2641"/>
                  </a:lnTo>
                  <a:lnTo>
                    <a:pt x="0" y="2640"/>
                  </a:lnTo>
                  <a:lnTo>
                    <a:pt x="0" y="2583"/>
                  </a:lnTo>
                  <a:lnTo>
                    <a:pt x="1" y="2582"/>
                  </a:lnTo>
                  <a:lnTo>
                    <a:pt x="1" y="2581"/>
                  </a:lnTo>
                  <a:lnTo>
                    <a:pt x="2" y="2580"/>
                  </a:lnTo>
                  <a:lnTo>
                    <a:pt x="4" y="2580"/>
                  </a:lnTo>
                  <a:lnTo>
                    <a:pt x="5" y="2580"/>
                  </a:lnTo>
                  <a:lnTo>
                    <a:pt x="6" y="2581"/>
                  </a:lnTo>
                  <a:lnTo>
                    <a:pt x="7" y="2582"/>
                  </a:lnTo>
                  <a:lnTo>
                    <a:pt x="9" y="2583"/>
                  </a:lnTo>
                  <a:lnTo>
                    <a:pt x="9" y="2583"/>
                  </a:lnTo>
                  <a:close/>
                  <a:moveTo>
                    <a:pt x="9" y="2680"/>
                  </a:moveTo>
                  <a:lnTo>
                    <a:pt x="9" y="2735"/>
                  </a:lnTo>
                  <a:lnTo>
                    <a:pt x="7" y="2736"/>
                  </a:lnTo>
                  <a:lnTo>
                    <a:pt x="6" y="2737"/>
                  </a:lnTo>
                  <a:lnTo>
                    <a:pt x="5" y="2738"/>
                  </a:lnTo>
                  <a:lnTo>
                    <a:pt x="4" y="2739"/>
                  </a:lnTo>
                  <a:lnTo>
                    <a:pt x="2" y="2738"/>
                  </a:lnTo>
                  <a:lnTo>
                    <a:pt x="1" y="2737"/>
                  </a:lnTo>
                  <a:lnTo>
                    <a:pt x="1" y="2736"/>
                  </a:lnTo>
                  <a:lnTo>
                    <a:pt x="0" y="2735"/>
                  </a:lnTo>
                  <a:lnTo>
                    <a:pt x="0" y="2680"/>
                  </a:lnTo>
                  <a:lnTo>
                    <a:pt x="1" y="2677"/>
                  </a:lnTo>
                  <a:lnTo>
                    <a:pt x="1" y="2676"/>
                  </a:lnTo>
                  <a:lnTo>
                    <a:pt x="2" y="2675"/>
                  </a:lnTo>
                  <a:lnTo>
                    <a:pt x="4" y="2675"/>
                  </a:lnTo>
                  <a:lnTo>
                    <a:pt x="5" y="2675"/>
                  </a:lnTo>
                  <a:lnTo>
                    <a:pt x="6" y="2676"/>
                  </a:lnTo>
                  <a:lnTo>
                    <a:pt x="7" y="2677"/>
                  </a:lnTo>
                  <a:lnTo>
                    <a:pt x="9" y="2680"/>
                  </a:lnTo>
                  <a:lnTo>
                    <a:pt x="9" y="2680"/>
                  </a:lnTo>
                  <a:close/>
                  <a:moveTo>
                    <a:pt x="9" y="2775"/>
                  </a:moveTo>
                  <a:lnTo>
                    <a:pt x="9" y="2830"/>
                  </a:lnTo>
                  <a:lnTo>
                    <a:pt x="7" y="2831"/>
                  </a:lnTo>
                  <a:lnTo>
                    <a:pt x="6" y="2833"/>
                  </a:lnTo>
                  <a:lnTo>
                    <a:pt x="5" y="2833"/>
                  </a:lnTo>
                  <a:lnTo>
                    <a:pt x="4" y="2835"/>
                  </a:lnTo>
                  <a:lnTo>
                    <a:pt x="2" y="2833"/>
                  </a:lnTo>
                  <a:lnTo>
                    <a:pt x="1" y="2833"/>
                  </a:lnTo>
                  <a:lnTo>
                    <a:pt x="1" y="2831"/>
                  </a:lnTo>
                  <a:lnTo>
                    <a:pt x="0" y="2830"/>
                  </a:lnTo>
                  <a:lnTo>
                    <a:pt x="0" y="2775"/>
                  </a:lnTo>
                  <a:lnTo>
                    <a:pt x="1" y="2773"/>
                  </a:lnTo>
                  <a:lnTo>
                    <a:pt x="1" y="2771"/>
                  </a:lnTo>
                  <a:lnTo>
                    <a:pt x="2" y="2771"/>
                  </a:lnTo>
                  <a:lnTo>
                    <a:pt x="4" y="2770"/>
                  </a:lnTo>
                  <a:lnTo>
                    <a:pt x="5" y="2771"/>
                  </a:lnTo>
                  <a:lnTo>
                    <a:pt x="6" y="2771"/>
                  </a:lnTo>
                  <a:lnTo>
                    <a:pt x="7" y="2773"/>
                  </a:lnTo>
                  <a:lnTo>
                    <a:pt x="9" y="2775"/>
                  </a:lnTo>
                  <a:lnTo>
                    <a:pt x="9" y="2775"/>
                  </a:lnTo>
                  <a:close/>
                  <a:moveTo>
                    <a:pt x="9" y="2870"/>
                  </a:moveTo>
                  <a:lnTo>
                    <a:pt x="9" y="2926"/>
                  </a:lnTo>
                  <a:lnTo>
                    <a:pt x="7" y="2927"/>
                  </a:lnTo>
                  <a:lnTo>
                    <a:pt x="6" y="2929"/>
                  </a:lnTo>
                  <a:lnTo>
                    <a:pt x="5" y="2930"/>
                  </a:lnTo>
                  <a:lnTo>
                    <a:pt x="4" y="2930"/>
                  </a:lnTo>
                  <a:lnTo>
                    <a:pt x="2" y="2930"/>
                  </a:lnTo>
                  <a:lnTo>
                    <a:pt x="1" y="2929"/>
                  </a:lnTo>
                  <a:lnTo>
                    <a:pt x="1" y="2927"/>
                  </a:lnTo>
                  <a:lnTo>
                    <a:pt x="0" y="2926"/>
                  </a:lnTo>
                  <a:lnTo>
                    <a:pt x="0" y="2870"/>
                  </a:lnTo>
                  <a:lnTo>
                    <a:pt x="1" y="2869"/>
                  </a:lnTo>
                  <a:lnTo>
                    <a:pt x="1" y="2868"/>
                  </a:lnTo>
                  <a:lnTo>
                    <a:pt x="2" y="2867"/>
                  </a:lnTo>
                  <a:lnTo>
                    <a:pt x="4" y="2867"/>
                  </a:lnTo>
                  <a:lnTo>
                    <a:pt x="5" y="2867"/>
                  </a:lnTo>
                  <a:lnTo>
                    <a:pt x="6" y="2868"/>
                  </a:lnTo>
                  <a:lnTo>
                    <a:pt x="7" y="2869"/>
                  </a:lnTo>
                  <a:lnTo>
                    <a:pt x="9" y="2870"/>
                  </a:lnTo>
                  <a:lnTo>
                    <a:pt x="9" y="2870"/>
                  </a:lnTo>
                  <a:close/>
                  <a:moveTo>
                    <a:pt x="9" y="2966"/>
                  </a:moveTo>
                  <a:lnTo>
                    <a:pt x="9" y="3022"/>
                  </a:lnTo>
                  <a:lnTo>
                    <a:pt x="7" y="3023"/>
                  </a:lnTo>
                  <a:lnTo>
                    <a:pt x="6" y="3024"/>
                  </a:lnTo>
                  <a:lnTo>
                    <a:pt x="5" y="3025"/>
                  </a:lnTo>
                  <a:lnTo>
                    <a:pt x="4" y="3025"/>
                  </a:lnTo>
                  <a:lnTo>
                    <a:pt x="2" y="3025"/>
                  </a:lnTo>
                  <a:lnTo>
                    <a:pt x="1" y="3024"/>
                  </a:lnTo>
                  <a:lnTo>
                    <a:pt x="1" y="3023"/>
                  </a:lnTo>
                  <a:lnTo>
                    <a:pt x="0" y="3022"/>
                  </a:lnTo>
                  <a:lnTo>
                    <a:pt x="0" y="2966"/>
                  </a:lnTo>
                  <a:lnTo>
                    <a:pt x="1" y="2964"/>
                  </a:lnTo>
                  <a:lnTo>
                    <a:pt x="1" y="2963"/>
                  </a:lnTo>
                  <a:lnTo>
                    <a:pt x="2" y="2962"/>
                  </a:lnTo>
                  <a:lnTo>
                    <a:pt x="4" y="2962"/>
                  </a:lnTo>
                  <a:lnTo>
                    <a:pt x="5" y="2962"/>
                  </a:lnTo>
                  <a:lnTo>
                    <a:pt x="6" y="2963"/>
                  </a:lnTo>
                  <a:lnTo>
                    <a:pt x="7" y="2964"/>
                  </a:lnTo>
                  <a:lnTo>
                    <a:pt x="9" y="2966"/>
                  </a:lnTo>
                  <a:lnTo>
                    <a:pt x="9" y="2966"/>
                  </a:lnTo>
                  <a:close/>
                  <a:moveTo>
                    <a:pt x="9" y="3061"/>
                  </a:moveTo>
                  <a:lnTo>
                    <a:pt x="9" y="3117"/>
                  </a:lnTo>
                  <a:lnTo>
                    <a:pt x="7" y="3118"/>
                  </a:lnTo>
                  <a:lnTo>
                    <a:pt x="6" y="3120"/>
                  </a:lnTo>
                  <a:lnTo>
                    <a:pt x="5" y="3120"/>
                  </a:lnTo>
                  <a:lnTo>
                    <a:pt x="4" y="3121"/>
                  </a:lnTo>
                  <a:lnTo>
                    <a:pt x="2" y="3120"/>
                  </a:lnTo>
                  <a:lnTo>
                    <a:pt x="1" y="3120"/>
                  </a:lnTo>
                  <a:lnTo>
                    <a:pt x="1" y="3118"/>
                  </a:lnTo>
                  <a:lnTo>
                    <a:pt x="0" y="3117"/>
                  </a:lnTo>
                  <a:lnTo>
                    <a:pt x="0" y="3061"/>
                  </a:lnTo>
                  <a:lnTo>
                    <a:pt x="1" y="3059"/>
                  </a:lnTo>
                  <a:lnTo>
                    <a:pt x="1" y="3058"/>
                  </a:lnTo>
                  <a:lnTo>
                    <a:pt x="2" y="3057"/>
                  </a:lnTo>
                  <a:lnTo>
                    <a:pt x="4" y="3057"/>
                  </a:lnTo>
                  <a:lnTo>
                    <a:pt x="5" y="3057"/>
                  </a:lnTo>
                  <a:lnTo>
                    <a:pt x="6" y="3058"/>
                  </a:lnTo>
                  <a:lnTo>
                    <a:pt x="7" y="3059"/>
                  </a:lnTo>
                  <a:lnTo>
                    <a:pt x="9" y="3061"/>
                  </a:lnTo>
                  <a:lnTo>
                    <a:pt x="9" y="3061"/>
                  </a:lnTo>
                  <a:close/>
                  <a:moveTo>
                    <a:pt x="9" y="3157"/>
                  </a:moveTo>
                  <a:lnTo>
                    <a:pt x="9" y="3212"/>
                  </a:lnTo>
                  <a:lnTo>
                    <a:pt x="7" y="3214"/>
                  </a:lnTo>
                  <a:lnTo>
                    <a:pt x="6" y="3215"/>
                  </a:lnTo>
                  <a:lnTo>
                    <a:pt x="5" y="3216"/>
                  </a:lnTo>
                  <a:lnTo>
                    <a:pt x="4" y="3216"/>
                  </a:lnTo>
                  <a:lnTo>
                    <a:pt x="2" y="3216"/>
                  </a:lnTo>
                  <a:lnTo>
                    <a:pt x="1" y="3215"/>
                  </a:lnTo>
                  <a:lnTo>
                    <a:pt x="1" y="3214"/>
                  </a:lnTo>
                  <a:lnTo>
                    <a:pt x="0" y="3212"/>
                  </a:lnTo>
                  <a:lnTo>
                    <a:pt x="0" y="3157"/>
                  </a:lnTo>
                  <a:lnTo>
                    <a:pt x="1" y="3155"/>
                  </a:lnTo>
                  <a:lnTo>
                    <a:pt x="1" y="3154"/>
                  </a:lnTo>
                  <a:lnTo>
                    <a:pt x="2" y="3153"/>
                  </a:lnTo>
                  <a:lnTo>
                    <a:pt x="4" y="3153"/>
                  </a:lnTo>
                  <a:lnTo>
                    <a:pt x="5" y="3153"/>
                  </a:lnTo>
                  <a:lnTo>
                    <a:pt x="6" y="3154"/>
                  </a:lnTo>
                  <a:lnTo>
                    <a:pt x="7" y="3155"/>
                  </a:lnTo>
                  <a:lnTo>
                    <a:pt x="9" y="3157"/>
                  </a:lnTo>
                  <a:lnTo>
                    <a:pt x="9" y="3157"/>
                  </a:lnTo>
                  <a:close/>
                  <a:moveTo>
                    <a:pt x="9" y="3252"/>
                  </a:moveTo>
                  <a:lnTo>
                    <a:pt x="9" y="3308"/>
                  </a:lnTo>
                  <a:lnTo>
                    <a:pt x="7" y="3309"/>
                  </a:lnTo>
                  <a:lnTo>
                    <a:pt x="6" y="3310"/>
                  </a:lnTo>
                  <a:lnTo>
                    <a:pt x="5" y="3312"/>
                  </a:lnTo>
                  <a:lnTo>
                    <a:pt x="4" y="3312"/>
                  </a:lnTo>
                  <a:lnTo>
                    <a:pt x="2" y="3312"/>
                  </a:lnTo>
                  <a:lnTo>
                    <a:pt x="1" y="3310"/>
                  </a:lnTo>
                  <a:lnTo>
                    <a:pt x="1" y="3309"/>
                  </a:lnTo>
                  <a:lnTo>
                    <a:pt x="0" y="3308"/>
                  </a:lnTo>
                  <a:lnTo>
                    <a:pt x="0" y="3252"/>
                  </a:lnTo>
                  <a:lnTo>
                    <a:pt x="1" y="3251"/>
                  </a:lnTo>
                  <a:lnTo>
                    <a:pt x="1" y="3250"/>
                  </a:lnTo>
                  <a:lnTo>
                    <a:pt x="2" y="3248"/>
                  </a:lnTo>
                  <a:lnTo>
                    <a:pt x="4" y="3248"/>
                  </a:lnTo>
                  <a:lnTo>
                    <a:pt x="5" y="3248"/>
                  </a:lnTo>
                  <a:lnTo>
                    <a:pt x="6" y="3250"/>
                  </a:lnTo>
                  <a:lnTo>
                    <a:pt x="7" y="3251"/>
                  </a:lnTo>
                  <a:lnTo>
                    <a:pt x="9" y="3252"/>
                  </a:lnTo>
                  <a:lnTo>
                    <a:pt x="9" y="3252"/>
                  </a:lnTo>
                  <a:close/>
                  <a:moveTo>
                    <a:pt x="9" y="3348"/>
                  </a:moveTo>
                  <a:lnTo>
                    <a:pt x="9" y="3403"/>
                  </a:lnTo>
                  <a:lnTo>
                    <a:pt x="7" y="3404"/>
                  </a:lnTo>
                  <a:lnTo>
                    <a:pt x="6" y="3407"/>
                  </a:lnTo>
                  <a:lnTo>
                    <a:pt x="5" y="3407"/>
                  </a:lnTo>
                  <a:lnTo>
                    <a:pt x="4" y="3408"/>
                  </a:lnTo>
                  <a:lnTo>
                    <a:pt x="2" y="3407"/>
                  </a:lnTo>
                  <a:lnTo>
                    <a:pt x="1" y="3407"/>
                  </a:lnTo>
                  <a:lnTo>
                    <a:pt x="1" y="3404"/>
                  </a:lnTo>
                  <a:lnTo>
                    <a:pt x="0" y="3403"/>
                  </a:lnTo>
                  <a:lnTo>
                    <a:pt x="0" y="3348"/>
                  </a:lnTo>
                  <a:lnTo>
                    <a:pt x="1" y="3346"/>
                  </a:lnTo>
                  <a:lnTo>
                    <a:pt x="1" y="3345"/>
                  </a:lnTo>
                  <a:lnTo>
                    <a:pt x="2" y="3344"/>
                  </a:lnTo>
                  <a:lnTo>
                    <a:pt x="4" y="3344"/>
                  </a:lnTo>
                  <a:lnTo>
                    <a:pt x="5" y="3344"/>
                  </a:lnTo>
                  <a:lnTo>
                    <a:pt x="6" y="3345"/>
                  </a:lnTo>
                  <a:lnTo>
                    <a:pt x="7" y="3346"/>
                  </a:lnTo>
                  <a:lnTo>
                    <a:pt x="9" y="3348"/>
                  </a:lnTo>
                  <a:lnTo>
                    <a:pt x="9" y="3348"/>
                  </a:lnTo>
                  <a:close/>
                  <a:moveTo>
                    <a:pt x="9" y="3443"/>
                  </a:moveTo>
                  <a:lnTo>
                    <a:pt x="9" y="3499"/>
                  </a:lnTo>
                  <a:lnTo>
                    <a:pt x="7" y="3501"/>
                  </a:lnTo>
                  <a:lnTo>
                    <a:pt x="6" y="3502"/>
                  </a:lnTo>
                  <a:lnTo>
                    <a:pt x="5" y="3503"/>
                  </a:lnTo>
                  <a:lnTo>
                    <a:pt x="4" y="3503"/>
                  </a:lnTo>
                  <a:lnTo>
                    <a:pt x="2" y="3503"/>
                  </a:lnTo>
                  <a:lnTo>
                    <a:pt x="1" y="3502"/>
                  </a:lnTo>
                  <a:lnTo>
                    <a:pt x="1" y="3501"/>
                  </a:lnTo>
                  <a:lnTo>
                    <a:pt x="0" y="3499"/>
                  </a:lnTo>
                  <a:lnTo>
                    <a:pt x="0" y="3443"/>
                  </a:lnTo>
                  <a:lnTo>
                    <a:pt x="1" y="3442"/>
                  </a:lnTo>
                  <a:lnTo>
                    <a:pt x="1" y="3440"/>
                  </a:lnTo>
                  <a:lnTo>
                    <a:pt x="2" y="3440"/>
                  </a:lnTo>
                  <a:lnTo>
                    <a:pt x="4" y="3439"/>
                  </a:lnTo>
                  <a:lnTo>
                    <a:pt x="5" y="3440"/>
                  </a:lnTo>
                  <a:lnTo>
                    <a:pt x="6" y="3440"/>
                  </a:lnTo>
                  <a:lnTo>
                    <a:pt x="7" y="3442"/>
                  </a:lnTo>
                  <a:lnTo>
                    <a:pt x="9" y="3443"/>
                  </a:lnTo>
                  <a:lnTo>
                    <a:pt x="9" y="3443"/>
                  </a:lnTo>
                  <a:close/>
                  <a:moveTo>
                    <a:pt x="9" y="3538"/>
                  </a:moveTo>
                  <a:lnTo>
                    <a:pt x="9" y="3595"/>
                  </a:lnTo>
                  <a:lnTo>
                    <a:pt x="7" y="3596"/>
                  </a:lnTo>
                  <a:lnTo>
                    <a:pt x="6" y="3597"/>
                  </a:lnTo>
                  <a:lnTo>
                    <a:pt x="5" y="3598"/>
                  </a:lnTo>
                  <a:lnTo>
                    <a:pt x="4" y="3598"/>
                  </a:lnTo>
                  <a:lnTo>
                    <a:pt x="2" y="3598"/>
                  </a:lnTo>
                  <a:lnTo>
                    <a:pt x="1" y="3597"/>
                  </a:lnTo>
                  <a:lnTo>
                    <a:pt x="1" y="3596"/>
                  </a:lnTo>
                  <a:lnTo>
                    <a:pt x="0" y="3595"/>
                  </a:lnTo>
                  <a:lnTo>
                    <a:pt x="0" y="3538"/>
                  </a:lnTo>
                  <a:lnTo>
                    <a:pt x="1" y="3537"/>
                  </a:lnTo>
                  <a:lnTo>
                    <a:pt x="1" y="3536"/>
                  </a:lnTo>
                  <a:lnTo>
                    <a:pt x="2" y="3535"/>
                  </a:lnTo>
                  <a:lnTo>
                    <a:pt x="4" y="3535"/>
                  </a:lnTo>
                  <a:lnTo>
                    <a:pt x="5" y="3535"/>
                  </a:lnTo>
                  <a:lnTo>
                    <a:pt x="6" y="3536"/>
                  </a:lnTo>
                  <a:lnTo>
                    <a:pt x="7" y="3537"/>
                  </a:lnTo>
                  <a:lnTo>
                    <a:pt x="9" y="3538"/>
                  </a:lnTo>
                  <a:lnTo>
                    <a:pt x="9" y="3538"/>
                  </a:lnTo>
                  <a:close/>
                  <a:moveTo>
                    <a:pt x="9" y="3635"/>
                  </a:moveTo>
                  <a:lnTo>
                    <a:pt x="9" y="3690"/>
                  </a:lnTo>
                  <a:lnTo>
                    <a:pt x="7" y="3691"/>
                  </a:lnTo>
                  <a:lnTo>
                    <a:pt x="6" y="3693"/>
                  </a:lnTo>
                  <a:lnTo>
                    <a:pt x="5" y="3693"/>
                  </a:lnTo>
                  <a:lnTo>
                    <a:pt x="4" y="3694"/>
                  </a:lnTo>
                  <a:lnTo>
                    <a:pt x="2" y="3693"/>
                  </a:lnTo>
                  <a:lnTo>
                    <a:pt x="1" y="3693"/>
                  </a:lnTo>
                  <a:lnTo>
                    <a:pt x="1" y="3691"/>
                  </a:lnTo>
                  <a:lnTo>
                    <a:pt x="0" y="3690"/>
                  </a:lnTo>
                  <a:lnTo>
                    <a:pt x="0" y="3635"/>
                  </a:lnTo>
                  <a:lnTo>
                    <a:pt x="1" y="3632"/>
                  </a:lnTo>
                  <a:lnTo>
                    <a:pt x="1" y="3631"/>
                  </a:lnTo>
                  <a:lnTo>
                    <a:pt x="2" y="3630"/>
                  </a:lnTo>
                  <a:lnTo>
                    <a:pt x="4" y="3630"/>
                  </a:lnTo>
                  <a:lnTo>
                    <a:pt x="5" y="3630"/>
                  </a:lnTo>
                  <a:lnTo>
                    <a:pt x="6" y="3631"/>
                  </a:lnTo>
                  <a:lnTo>
                    <a:pt x="7" y="3632"/>
                  </a:lnTo>
                  <a:lnTo>
                    <a:pt x="9" y="3635"/>
                  </a:lnTo>
                  <a:lnTo>
                    <a:pt x="9" y="3635"/>
                  </a:lnTo>
                  <a:close/>
                  <a:moveTo>
                    <a:pt x="9" y="3730"/>
                  </a:moveTo>
                  <a:lnTo>
                    <a:pt x="9" y="3785"/>
                  </a:lnTo>
                  <a:lnTo>
                    <a:pt x="7" y="3787"/>
                  </a:lnTo>
                  <a:lnTo>
                    <a:pt x="6" y="3789"/>
                  </a:lnTo>
                  <a:lnTo>
                    <a:pt x="5" y="3790"/>
                  </a:lnTo>
                  <a:lnTo>
                    <a:pt x="4" y="3790"/>
                  </a:lnTo>
                  <a:lnTo>
                    <a:pt x="2" y="3790"/>
                  </a:lnTo>
                  <a:lnTo>
                    <a:pt x="1" y="3789"/>
                  </a:lnTo>
                  <a:lnTo>
                    <a:pt x="1" y="3787"/>
                  </a:lnTo>
                  <a:lnTo>
                    <a:pt x="0" y="3785"/>
                  </a:lnTo>
                  <a:lnTo>
                    <a:pt x="0" y="3730"/>
                  </a:lnTo>
                  <a:lnTo>
                    <a:pt x="1" y="3729"/>
                  </a:lnTo>
                  <a:lnTo>
                    <a:pt x="1" y="3727"/>
                  </a:lnTo>
                  <a:lnTo>
                    <a:pt x="2" y="3727"/>
                  </a:lnTo>
                  <a:lnTo>
                    <a:pt x="4" y="3725"/>
                  </a:lnTo>
                  <a:lnTo>
                    <a:pt x="5" y="3727"/>
                  </a:lnTo>
                  <a:lnTo>
                    <a:pt x="6" y="3727"/>
                  </a:lnTo>
                  <a:lnTo>
                    <a:pt x="7" y="3729"/>
                  </a:lnTo>
                  <a:lnTo>
                    <a:pt x="9" y="3730"/>
                  </a:lnTo>
                  <a:lnTo>
                    <a:pt x="9" y="3730"/>
                  </a:lnTo>
                  <a:close/>
                  <a:moveTo>
                    <a:pt x="9" y="3825"/>
                  </a:moveTo>
                  <a:lnTo>
                    <a:pt x="9" y="3881"/>
                  </a:lnTo>
                  <a:lnTo>
                    <a:pt x="7" y="3883"/>
                  </a:lnTo>
                  <a:lnTo>
                    <a:pt x="6" y="3884"/>
                  </a:lnTo>
                  <a:lnTo>
                    <a:pt x="5" y="3885"/>
                  </a:lnTo>
                  <a:lnTo>
                    <a:pt x="4" y="3885"/>
                  </a:lnTo>
                  <a:lnTo>
                    <a:pt x="2" y="3885"/>
                  </a:lnTo>
                  <a:lnTo>
                    <a:pt x="1" y="3884"/>
                  </a:lnTo>
                  <a:lnTo>
                    <a:pt x="1" y="3883"/>
                  </a:lnTo>
                  <a:lnTo>
                    <a:pt x="0" y="3881"/>
                  </a:lnTo>
                  <a:lnTo>
                    <a:pt x="0" y="3825"/>
                  </a:lnTo>
                  <a:lnTo>
                    <a:pt x="1" y="3824"/>
                  </a:lnTo>
                  <a:lnTo>
                    <a:pt x="1" y="3823"/>
                  </a:lnTo>
                  <a:lnTo>
                    <a:pt x="2" y="3822"/>
                  </a:lnTo>
                  <a:lnTo>
                    <a:pt x="4" y="3822"/>
                  </a:lnTo>
                  <a:lnTo>
                    <a:pt x="5" y="3822"/>
                  </a:lnTo>
                  <a:lnTo>
                    <a:pt x="6" y="3823"/>
                  </a:lnTo>
                  <a:lnTo>
                    <a:pt x="7" y="3824"/>
                  </a:lnTo>
                  <a:lnTo>
                    <a:pt x="9" y="3825"/>
                  </a:lnTo>
                  <a:lnTo>
                    <a:pt x="9" y="3825"/>
                  </a:lnTo>
                  <a:close/>
                  <a:moveTo>
                    <a:pt x="9" y="3921"/>
                  </a:moveTo>
                  <a:lnTo>
                    <a:pt x="9" y="3977"/>
                  </a:lnTo>
                  <a:lnTo>
                    <a:pt x="7" y="3978"/>
                  </a:lnTo>
                  <a:lnTo>
                    <a:pt x="6" y="3979"/>
                  </a:lnTo>
                  <a:lnTo>
                    <a:pt x="5" y="3980"/>
                  </a:lnTo>
                  <a:lnTo>
                    <a:pt x="4" y="3981"/>
                  </a:lnTo>
                  <a:lnTo>
                    <a:pt x="2" y="3980"/>
                  </a:lnTo>
                  <a:lnTo>
                    <a:pt x="1" y="3979"/>
                  </a:lnTo>
                  <a:lnTo>
                    <a:pt x="1" y="3978"/>
                  </a:lnTo>
                  <a:lnTo>
                    <a:pt x="0" y="3977"/>
                  </a:lnTo>
                  <a:lnTo>
                    <a:pt x="0" y="3921"/>
                  </a:lnTo>
                  <a:lnTo>
                    <a:pt x="1" y="3919"/>
                  </a:lnTo>
                  <a:lnTo>
                    <a:pt x="1" y="3918"/>
                  </a:lnTo>
                  <a:lnTo>
                    <a:pt x="2" y="3917"/>
                  </a:lnTo>
                  <a:lnTo>
                    <a:pt x="4" y="3917"/>
                  </a:lnTo>
                  <a:lnTo>
                    <a:pt x="5" y="3917"/>
                  </a:lnTo>
                  <a:lnTo>
                    <a:pt x="6" y="3918"/>
                  </a:lnTo>
                  <a:lnTo>
                    <a:pt x="7" y="3919"/>
                  </a:lnTo>
                  <a:lnTo>
                    <a:pt x="9" y="3921"/>
                  </a:lnTo>
                  <a:lnTo>
                    <a:pt x="9" y="3921"/>
                  </a:lnTo>
                  <a:close/>
                  <a:moveTo>
                    <a:pt x="9" y="4016"/>
                  </a:moveTo>
                  <a:lnTo>
                    <a:pt x="9" y="4072"/>
                  </a:lnTo>
                  <a:lnTo>
                    <a:pt x="7" y="4074"/>
                  </a:lnTo>
                  <a:lnTo>
                    <a:pt x="6" y="4075"/>
                  </a:lnTo>
                  <a:lnTo>
                    <a:pt x="5" y="4076"/>
                  </a:lnTo>
                  <a:lnTo>
                    <a:pt x="4" y="4076"/>
                  </a:lnTo>
                  <a:lnTo>
                    <a:pt x="2" y="4076"/>
                  </a:lnTo>
                  <a:lnTo>
                    <a:pt x="1" y="4075"/>
                  </a:lnTo>
                  <a:lnTo>
                    <a:pt x="1" y="4074"/>
                  </a:lnTo>
                  <a:lnTo>
                    <a:pt x="0" y="4072"/>
                  </a:lnTo>
                  <a:lnTo>
                    <a:pt x="0" y="4016"/>
                  </a:lnTo>
                  <a:lnTo>
                    <a:pt x="1" y="4014"/>
                  </a:lnTo>
                  <a:lnTo>
                    <a:pt x="1" y="4013"/>
                  </a:lnTo>
                  <a:lnTo>
                    <a:pt x="2" y="4013"/>
                  </a:lnTo>
                  <a:lnTo>
                    <a:pt x="4" y="4012"/>
                  </a:lnTo>
                  <a:lnTo>
                    <a:pt x="5" y="4013"/>
                  </a:lnTo>
                  <a:lnTo>
                    <a:pt x="6" y="4013"/>
                  </a:lnTo>
                  <a:lnTo>
                    <a:pt x="7" y="4014"/>
                  </a:lnTo>
                  <a:lnTo>
                    <a:pt x="9" y="4016"/>
                  </a:lnTo>
                  <a:lnTo>
                    <a:pt x="9" y="4016"/>
                  </a:lnTo>
                  <a:close/>
                  <a:moveTo>
                    <a:pt x="9" y="4112"/>
                  </a:moveTo>
                  <a:lnTo>
                    <a:pt x="9" y="4168"/>
                  </a:lnTo>
                  <a:lnTo>
                    <a:pt x="7" y="4169"/>
                  </a:lnTo>
                  <a:lnTo>
                    <a:pt x="6" y="4170"/>
                  </a:lnTo>
                  <a:lnTo>
                    <a:pt x="5" y="4171"/>
                  </a:lnTo>
                  <a:lnTo>
                    <a:pt x="4" y="4171"/>
                  </a:lnTo>
                  <a:lnTo>
                    <a:pt x="2" y="4171"/>
                  </a:lnTo>
                  <a:lnTo>
                    <a:pt x="1" y="4170"/>
                  </a:lnTo>
                  <a:lnTo>
                    <a:pt x="1" y="4169"/>
                  </a:lnTo>
                  <a:lnTo>
                    <a:pt x="0" y="4168"/>
                  </a:lnTo>
                  <a:lnTo>
                    <a:pt x="0" y="4112"/>
                  </a:lnTo>
                  <a:lnTo>
                    <a:pt x="1" y="4111"/>
                  </a:lnTo>
                  <a:lnTo>
                    <a:pt x="1" y="4109"/>
                  </a:lnTo>
                  <a:lnTo>
                    <a:pt x="2" y="4108"/>
                  </a:lnTo>
                  <a:lnTo>
                    <a:pt x="4" y="4108"/>
                  </a:lnTo>
                  <a:lnTo>
                    <a:pt x="5" y="4108"/>
                  </a:lnTo>
                  <a:lnTo>
                    <a:pt x="6" y="4109"/>
                  </a:lnTo>
                  <a:lnTo>
                    <a:pt x="7" y="4111"/>
                  </a:lnTo>
                  <a:lnTo>
                    <a:pt x="9" y="4112"/>
                  </a:lnTo>
                  <a:lnTo>
                    <a:pt x="9" y="4112"/>
                  </a:lnTo>
                  <a:close/>
                  <a:moveTo>
                    <a:pt x="9" y="4208"/>
                  </a:moveTo>
                  <a:lnTo>
                    <a:pt x="9" y="4261"/>
                  </a:lnTo>
                  <a:lnTo>
                    <a:pt x="7" y="4262"/>
                  </a:lnTo>
                  <a:lnTo>
                    <a:pt x="6" y="4264"/>
                  </a:lnTo>
                  <a:lnTo>
                    <a:pt x="5" y="4264"/>
                  </a:lnTo>
                  <a:lnTo>
                    <a:pt x="4" y="4265"/>
                  </a:lnTo>
                  <a:lnTo>
                    <a:pt x="2" y="4264"/>
                  </a:lnTo>
                  <a:lnTo>
                    <a:pt x="1" y="4264"/>
                  </a:lnTo>
                  <a:lnTo>
                    <a:pt x="1" y="4262"/>
                  </a:lnTo>
                  <a:lnTo>
                    <a:pt x="0" y="4261"/>
                  </a:lnTo>
                  <a:lnTo>
                    <a:pt x="0" y="4208"/>
                  </a:lnTo>
                  <a:lnTo>
                    <a:pt x="1" y="4206"/>
                  </a:lnTo>
                  <a:lnTo>
                    <a:pt x="1" y="4205"/>
                  </a:lnTo>
                  <a:lnTo>
                    <a:pt x="2" y="4204"/>
                  </a:lnTo>
                  <a:lnTo>
                    <a:pt x="4" y="4204"/>
                  </a:lnTo>
                  <a:lnTo>
                    <a:pt x="5" y="4204"/>
                  </a:lnTo>
                  <a:lnTo>
                    <a:pt x="6" y="4205"/>
                  </a:lnTo>
                  <a:lnTo>
                    <a:pt x="7" y="4206"/>
                  </a:lnTo>
                  <a:lnTo>
                    <a:pt x="9" y="4208"/>
                  </a:lnTo>
                  <a:lnTo>
                    <a:pt x="9" y="4208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3180" y="3358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3677" y="3358"/>
              <a:ext cx="123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0" i="1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H="1">
              <a:off x="3813" y="1813"/>
              <a:ext cx="431" cy="27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0" name="Rectangle 2"/>
          <p:cNvSpPr txBox="1">
            <a:spLocks noChangeArrowheads="1"/>
          </p:cNvSpPr>
          <p:nvPr/>
        </p:nvSpPr>
        <p:spPr>
          <a:xfrm>
            <a:off x="85724" y="1233487"/>
            <a:ext cx="753427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rgbClr val="00823B"/>
                </a:solidFill>
              </a:rPr>
              <a:t>Closest-Pair Problem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579" y="1176843"/>
            <a:ext cx="18288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8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AA21-AE9A-40DF-A922-D01930014425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52" name="Rectangle 2"/>
          <p:cNvSpPr txBox="1">
            <a:spLocks noChangeArrowheads="1"/>
          </p:cNvSpPr>
          <p:nvPr/>
        </p:nvSpPr>
        <p:spPr>
          <a:xfrm>
            <a:off x="85724" y="1233487"/>
            <a:ext cx="753427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rgbClr val="00823B"/>
                </a:solidFill>
              </a:rPr>
              <a:t>Closest-Pair Problem 		</a:t>
            </a:r>
            <a:r>
              <a:rPr lang="en-US" altLang="en-US" sz="2000" b="1" dirty="0" smtClean="0">
                <a:solidFill>
                  <a:srgbClr val="00823B"/>
                </a:solidFill>
              </a:rPr>
              <a:t>(Algorithm)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228600" y="1912360"/>
            <a:ext cx="5912427" cy="4783715"/>
            <a:chOff x="228600" y="1912360"/>
            <a:chExt cx="5912427" cy="4783715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1912360"/>
              <a:ext cx="3409950" cy="257175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600" y="2209800"/>
              <a:ext cx="5353050" cy="2362200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527" y="4572000"/>
              <a:ext cx="5905500" cy="2124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353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B45A8-D336-4F72-B6EE-B430630811B2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19287"/>
            <a:ext cx="6858000" cy="4252913"/>
          </a:xfrm>
        </p:spPr>
        <p:txBody>
          <a:bodyPr>
            <a:norm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en-US" dirty="0" smtClean="0"/>
              <a:t>T(</a:t>
            </a:r>
            <a:r>
              <a:rPr lang="en-US" altLang="en-US" i="1" dirty="0" smtClean="0"/>
              <a:t>n</a:t>
            </a:r>
            <a:r>
              <a:rPr lang="en-US" altLang="en-US" dirty="0"/>
              <a:t>) = 2T(</a:t>
            </a:r>
            <a:r>
              <a:rPr lang="en-US" altLang="en-US" i="1" dirty="0"/>
              <a:t>n</a:t>
            </a:r>
            <a:r>
              <a:rPr lang="en-US" altLang="en-US" dirty="0"/>
              <a:t>/2) </a:t>
            </a:r>
            <a:r>
              <a:rPr lang="en-US" altLang="en-US" dirty="0" smtClean="0"/>
              <a:t>+ O(</a:t>
            </a:r>
            <a:r>
              <a:rPr lang="en-US" altLang="en-US" i="1" dirty="0" smtClean="0"/>
              <a:t>n</a:t>
            </a:r>
            <a:r>
              <a:rPr lang="en-US" altLang="en-US" dirty="0"/>
              <a:t>) 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dirty="0"/>
              <a:t>By the Master </a:t>
            </a:r>
            <a:r>
              <a:rPr lang="en-US" altLang="en-US" dirty="0" smtClean="0"/>
              <a:t>Theorem</a:t>
            </a:r>
            <a:endParaRPr lang="en-US" altLang="en-US" dirty="0"/>
          </a:p>
          <a:p>
            <a:pPr marL="0" indent="0">
              <a:buFont typeface="Monotype Sorts" pitchFamily="2" charset="2"/>
              <a:buNone/>
            </a:pPr>
            <a:r>
              <a:rPr lang="en-US" altLang="en-US" dirty="0" smtClean="0"/>
              <a:t>T(</a:t>
            </a:r>
            <a:r>
              <a:rPr lang="en-US" altLang="en-US" i="1" dirty="0" smtClean="0"/>
              <a:t>n</a:t>
            </a:r>
            <a:r>
              <a:rPr lang="en-US" altLang="en-US" dirty="0"/>
              <a:t>) </a:t>
            </a:r>
            <a:r>
              <a:rPr kumimoji="0"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dirty="0"/>
              <a:t>O(</a:t>
            </a:r>
            <a:r>
              <a:rPr lang="en-US" altLang="en-US" i="1" dirty="0"/>
              <a:t>n</a:t>
            </a:r>
            <a:r>
              <a:rPr lang="en-US" altLang="en-US" dirty="0"/>
              <a:t> log </a:t>
            </a:r>
            <a:r>
              <a:rPr lang="en-US" altLang="en-US" i="1" dirty="0"/>
              <a:t>n</a:t>
            </a:r>
            <a:r>
              <a:rPr lang="en-US" altLang="en-US" dirty="0"/>
              <a:t>)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5724" y="1233487"/>
            <a:ext cx="7534276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 smtClean="0">
                <a:solidFill>
                  <a:srgbClr val="00823B"/>
                </a:solidFill>
              </a:rPr>
              <a:t>Closest-Pair Problem 		</a:t>
            </a:r>
            <a:r>
              <a:rPr lang="en-US" altLang="en-US" sz="2000" b="1" dirty="0" smtClean="0">
                <a:solidFill>
                  <a:srgbClr val="00823B"/>
                </a:solidFill>
              </a:rPr>
              <a:t>(Analysis)</a:t>
            </a:r>
            <a:endParaRPr lang="en-US" altLang="en-US" sz="3200" b="1" dirty="0">
              <a:solidFill>
                <a:srgbClr val="0082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6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133600"/>
            <a:ext cx="6248400" cy="1470025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solidFill>
                  <a:srgbClr val="00823B"/>
                </a:solidFill>
              </a:rPr>
              <a:t>Quickhull</a:t>
            </a:r>
            <a:r>
              <a:rPr lang="en-US" b="1" dirty="0" smtClean="0">
                <a:solidFill>
                  <a:srgbClr val="00823B"/>
                </a:solidFill>
              </a:rPr>
              <a:t> Problem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Divide and Conquer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36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Convex-Hull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38100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Brute Force Solution</a:t>
            </a:r>
          </a:p>
          <a:p>
            <a:r>
              <a:rPr lang="en-US" dirty="0" smtClean="0"/>
              <a:t>Draw </a:t>
            </a:r>
            <a:r>
              <a:rPr lang="en-US" dirty="0" smtClean="0">
                <a:solidFill>
                  <a:srgbClr val="0000FF"/>
                </a:solidFill>
              </a:rPr>
              <a:t>line </a:t>
            </a:r>
            <a:r>
              <a:rPr lang="en-US" dirty="0">
                <a:solidFill>
                  <a:srgbClr val="0000FF"/>
                </a:solidFill>
              </a:rPr>
              <a:t>segments </a:t>
            </a:r>
            <a:r>
              <a:rPr lang="en-US" dirty="0"/>
              <a:t>making up the </a:t>
            </a:r>
            <a:r>
              <a:rPr lang="en-US" dirty="0">
                <a:solidFill>
                  <a:srgbClr val="0000FF"/>
                </a:solidFill>
              </a:rPr>
              <a:t>boundary</a:t>
            </a:r>
            <a:r>
              <a:rPr lang="en-US" dirty="0"/>
              <a:t> of a convex </a:t>
            </a:r>
            <a:r>
              <a:rPr lang="en-US" dirty="0" smtClean="0"/>
              <a:t>hull</a:t>
            </a:r>
          </a:p>
          <a:p>
            <a:pPr lvl="1" algn="just"/>
            <a:r>
              <a:rPr lang="en-US" dirty="0"/>
              <a:t>a line segment </a:t>
            </a:r>
            <a:r>
              <a:rPr lang="en-US" dirty="0" smtClean="0"/>
              <a:t>connecting two </a:t>
            </a:r>
            <a:r>
              <a:rPr lang="en-US" dirty="0"/>
              <a:t>points 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baseline="-25000" dirty="0">
                <a:solidFill>
                  <a:srgbClr val="0000FF"/>
                </a:solidFill>
              </a:rPr>
              <a:t>i</a:t>
            </a:r>
            <a:r>
              <a:rPr lang="en-US" dirty="0"/>
              <a:t> and </a:t>
            </a:r>
            <a:r>
              <a:rPr lang="en-US" b="1" dirty="0">
                <a:solidFill>
                  <a:srgbClr val="0000FF"/>
                </a:solidFill>
              </a:rPr>
              <a:t>p</a:t>
            </a:r>
            <a:r>
              <a:rPr lang="en-US" b="1" baseline="-25000" dirty="0">
                <a:solidFill>
                  <a:srgbClr val="0000FF"/>
                </a:solidFill>
              </a:rPr>
              <a:t>j</a:t>
            </a:r>
            <a:r>
              <a:rPr lang="en-US" dirty="0"/>
              <a:t> of a set of n points is a part of the convex hull’s boundary </a:t>
            </a:r>
            <a:r>
              <a:rPr lang="en-US" b="1" dirty="0">
                <a:solidFill>
                  <a:srgbClr val="0000FF"/>
                </a:solidFill>
              </a:rPr>
              <a:t>if and only if </a:t>
            </a:r>
            <a:r>
              <a:rPr lang="en-US" dirty="0"/>
              <a:t>all the other points of the set lie on the </a:t>
            </a:r>
            <a:r>
              <a:rPr lang="en-US" b="1" dirty="0">
                <a:solidFill>
                  <a:srgbClr val="0000FF"/>
                </a:solidFill>
              </a:rPr>
              <a:t>same side of the straight line </a:t>
            </a:r>
            <a:r>
              <a:rPr lang="en-US" dirty="0" smtClean="0"/>
              <a:t>through these </a:t>
            </a:r>
            <a:r>
              <a:rPr lang="en-US" dirty="0"/>
              <a:t>two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Convex-Hull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057400"/>
            <a:ext cx="6248400" cy="3810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823B"/>
                </a:solidFill>
              </a:rPr>
              <a:t>Analysis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# of distinct pairs of points</a:t>
            </a:r>
          </a:p>
          <a:p>
            <a:pPr lvl="2"/>
            <a:r>
              <a:rPr lang="en-US" b="1" dirty="0" smtClean="0"/>
              <a:t>n(n-1) / 2</a:t>
            </a:r>
            <a:endParaRPr lang="en-US" b="1" dirty="0"/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# of points to process</a:t>
            </a:r>
          </a:p>
          <a:p>
            <a:pPr lvl="2"/>
            <a:r>
              <a:rPr lang="en-US" b="1" dirty="0"/>
              <a:t>n</a:t>
            </a:r>
            <a:r>
              <a:rPr lang="en-US" b="1" dirty="0" smtClean="0"/>
              <a:t> - 2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O(n</a:t>
            </a:r>
            <a:r>
              <a:rPr lang="en-US" b="1" baseline="30000" dirty="0" smtClean="0">
                <a:solidFill>
                  <a:srgbClr val="00823B"/>
                </a:solidFill>
              </a:rPr>
              <a:t>3</a:t>
            </a:r>
            <a:r>
              <a:rPr lang="en-US" b="1" dirty="0" smtClean="0">
                <a:solidFill>
                  <a:srgbClr val="00823B"/>
                </a:solidFill>
              </a:rPr>
              <a:t>)</a:t>
            </a:r>
          </a:p>
          <a:p>
            <a:pPr marL="457200" lvl="1" indent="0">
              <a:buNone/>
            </a:pPr>
            <a:endParaRPr lang="en-US" sz="24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3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Quickhull</a:t>
            </a:r>
            <a:r>
              <a:rPr lang="en-US" b="1" dirty="0">
                <a:solidFill>
                  <a:srgbClr val="00823B"/>
                </a:solidFill>
              </a:rPr>
              <a:t>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6248400" cy="44196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smallest convex set that includes given points</a:t>
            </a:r>
          </a:p>
          <a:p>
            <a:r>
              <a:rPr lang="en-US" altLang="en-US" dirty="0"/>
              <a:t>points are sorted by </a:t>
            </a:r>
            <a:r>
              <a:rPr lang="en-US" altLang="en-US" i="1" dirty="0"/>
              <a:t>x</a:t>
            </a:r>
            <a:r>
              <a:rPr lang="en-US" altLang="en-US" dirty="0"/>
              <a:t>-coordinate </a:t>
            </a:r>
            <a:r>
              <a:rPr lang="en-US" altLang="en-US" dirty="0" smtClean="0"/>
              <a:t>values</a:t>
            </a:r>
          </a:p>
          <a:p>
            <a:r>
              <a:rPr lang="en-US" altLang="en-US" dirty="0"/>
              <a:t>Identify </a:t>
            </a:r>
            <a:r>
              <a:rPr lang="en-US" altLang="en-US" i="1" dirty="0"/>
              <a:t>extreme points</a:t>
            </a:r>
            <a:r>
              <a:rPr lang="en-US" altLang="en-US" dirty="0"/>
              <a:t>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  (leftmost and rightmost</a:t>
            </a:r>
            <a:r>
              <a:rPr lang="en-US" altLang="en-US" dirty="0" smtClean="0"/>
              <a:t>)</a:t>
            </a:r>
          </a:p>
          <a:p>
            <a:r>
              <a:rPr lang="en-US" altLang="en-US" dirty="0"/>
              <a:t>Compute </a:t>
            </a:r>
            <a:r>
              <a:rPr lang="en-US" altLang="en-US" i="1" dirty="0"/>
              <a:t>upper hull</a:t>
            </a:r>
            <a:r>
              <a:rPr lang="en-US" altLang="en-US" dirty="0"/>
              <a:t> recursively:</a:t>
            </a:r>
          </a:p>
          <a:p>
            <a:pPr lvl="1"/>
            <a:r>
              <a:rPr lang="en-US" altLang="en-US" dirty="0"/>
              <a:t>find point </a:t>
            </a:r>
            <a:r>
              <a:rPr lang="en-US" altLang="en-US" i="1" dirty="0" err="1"/>
              <a:t>P</a:t>
            </a:r>
            <a:r>
              <a:rPr lang="en-US" altLang="en-US" baseline="-25000" dirty="0" err="1"/>
              <a:t>max</a:t>
            </a:r>
            <a:r>
              <a:rPr lang="en-US" altLang="en-US" dirty="0"/>
              <a:t> that is farthest away from line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 lvl="1"/>
            <a:r>
              <a:rPr lang="en-US" altLang="en-US" dirty="0"/>
              <a:t>compute the upper hull of the points to the left of line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i="1" dirty="0"/>
              <a:t>P</a:t>
            </a:r>
            <a:r>
              <a:rPr lang="en-US" altLang="en-US" baseline="-25000" dirty="0"/>
              <a:t>max</a:t>
            </a:r>
          </a:p>
          <a:p>
            <a:pPr lvl="1"/>
            <a:r>
              <a:rPr lang="en-US" altLang="en-US" dirty="0"/>
              <a:t>compute the upper hull of the points to the left of line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max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</a:p>
          <a:p>
            <a:r>
              <a:rPr lang="en-US" altLang="en-US" dirty="0"/>
              <a:t>Compute </a:t>
            </a:r>
            <a:r>
              <a:rPr lang="en-US" altLang="en-US" i="1" dirty="0"/>
              <a:t>lower hull</a:t>
            </a:r>
            <a:r>
              <a:rPr lang="en-US" altLang="en-US" dirty="0"/>
              <a:t> in a similar manner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4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Quickhull</a:t>
            </a:r>
            <a:r>
              <a:rPr lang="en-US" b="1" dirty="0">
                <a:solidFill>
                  <a:srgbClr val="00823B"/>
                </a:solidFill>
              </a:rPr>
              <a:t>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2" y="1804589"/>
            <a:ext cx="3789218" cy="18530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124200"/>
            <a:ext cx="5403878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3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5334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err="1">
                <a:solidFill>
                  <a:srgbClr val="00823B"/>
                </a:solidFill>
              </a:rPr>
              <a:t>Quickhull</a:t>
            </a:r>
            <a:r>
              <a:rPr lang="en-US" b="1" dirty="0">
                <a:solidFill>
                  <a:srgbClr val="00823B"/>
                </a:solidFill>
              </a:rPr>
              <a:t> </a:t>
            </a:r>
            <a:r>
              <a:rPr lang="en-US" b="1" dirty="0" smtClean="0">
                <a:solidFill>
                  <a:srgbClr val="00823B"/>
                </a:solidFill>
              </a:rPr>
              <a:t>Problem 	</a:t>
            </a:r>
            <a:r>
              <a:rPr lang="en-US" sz="2200" b="1" dirty="0" smtClean="0">
                <a:solidFill>
                  <a:srgbClr val="00823B"/>
                </a:solidFill>
              </a:rPr>
              <a:t>(Analysis)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14400" y="1981200"/>
            <a:ext cx="6477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en-US" sz="3600" dirty="0" smtClean="0">
                <a:cs typeface="Times New Roman" panose="02020603050405020304" pitchFamily="18" charset="0"/>
              </a:rPr>
              <a:t>Worst case</a:t>
            </a:r>
          </a:p>
          <a:p>
            <a:pPr marL="0" lvl="1"/>
            <a:r>
              <a:rPr lang="en-US" altLang="en-US" sz="3600" dirty="0">
                <a:cs typeface="Times New Roman" panose="02020603050405020304" pitchFamily="18" charset="0"/>
              </a:rPr>
              <a:t>	</a:t>
            </a:r>
            <a:r>
              <a:rPr lang="el-GR" altLang="en-US" sz="3600" dirty="0" smtClean="0">
                <a:cs typeface="Times New Roman" panose="02020603050405020304" pitchFamily="18" charset="0"/>
              </a:rPr>
              <a:t>Θ</a:t>
            </a:r>
            <a:r>
              <a:rPr lang="en-US" altLang="en-US" sz="3600" dirty="0" smtClean="0">
                <a:cs typeface="Times New Roman" panose="02020603050405020304" pitchFamily="18" charset="0"/>
              </a:rPr>
              <a:t>(</a:t>
            </a:r>
            <a:r>
              <a:rPr lang="en-US" altLang="en-US" sz="3600" i="1" dirty="0" smtClean="0">
                <a:cs typeface="Times New Roman" panose="02020603050405020304" pitchFamily="18" charset="0"/>
              </a:rPr>
              <a:t>n</a:t>
            </a:r>
            <a:r>
              <a:rPr lang="en-US" altLang="en-US" sz="3600" i="1" baseline="30000" dirty="0" smtClean="0">
                <a:cs typeface="Times New Roman" panose="02020603050405020304" pitchFamily="18" charset="0"/>
              </a:rPr>
              <a:t>2</a:t>
            </a:r>
            <a:r>
              <a:rPr lang="en-US" altLang="en-US" sz="3600" dirty="0" smtClean="0">
                <a:cs typeface="Times New Roman" panose="02020603050405020304" pitchFamily="18" charset="0"/>
              </a:rPr>
              <a:t>)</a:t>
            </a:r>
            <a:endParaRPr lang="en-US" altLang="en-US" sz="3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3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1210</TotalTime>
  <Words>1664</Words>
  <Application>Microsoft Office PowerPoint</Application>
  <PresentationFormat>On-screen Show (4:3)</PresentationFormat>
  <Paragraphs>405</Paragraphs>
  <Slides>74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Monotype Sorts</vt:lpstr>
      <vt:lpstr>Symbol</vt:lpstr>
      <vt:lpstr>Times New Roman</vt:lpstr>
      <vt:lpstr>Office Theme</vt:lpstr>
      <vt:lpstr>PowerPoint Presentation</vt:lpstr>
      <vt:lpstr>Divide and Conquer</vt:lpstr>
      <vt:lpstr>Divide-and-Conquer</vt:lpstr>
      <vt:lpstr>Divide-and-Conquer Technique</vt:lpstr>
      <vt:lpstr>Divide-and-Conquer (Examples)</vt:lpstr>
      <vt:lpstr>PowerPoint Presentation</vt:lpstr>
      <vt:lpstr>Merge Sort</vt:lpstr>
      <vt:lpstr>Mergesort</vt:lpstr>
      <vt:lpstr>Pseudocode of Mergesort</vt:lpstr>
      <vt:lpstr>Pseudocode of Merge</vt:lpstr>
      <vt:lpstr>MergeSort Example</vt:lpstr>
      <vt:lpstr>Analysis of Mergesort</vt:lpstr>
      <vt:lpstr>Quick Sort</vt:lpstr>
      <vt:lpstr>Quicksort</vt:lpstr>
      <vt:lpstr>Hoare’s Partitioning Algorithm</vt:lpstr>
      <vt:lpstr>Analysis of Quicksort</vt:lpstr>
      <vt:lpstr>Binary Tree</vt:lpstr>
      <vt:lpstr>Introduction</vt:lpstr>
      <vt:lpstr>Binary Tree Height</vt:lpstr>
      <vt:lpstr>Height</vt:lpstr>
      <vt:lpstr>Height Algorithm</vt:lpstr>
      <vt:lpstr>Height Algorithm (Analysis)</vt:lpstr>
      <vt:lpstr>Binary 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Tree Traversal</vt:lpstr>
      <vt:lpstr>Multiplication of Large Integers</vt:lpstr>
      <vt:lpstr>Introduction</vt:lpstr>
      <vt:lpstr>Integer Multiplication (Example)</vt:lpstr>
      <vt:lpstr>Integer Multiplication (Example-2digits)</vt:lpstr>
      <vt:lpstr>Integer Multiplication(Example-n digits)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Integer Multiplication  (Analysis)</vt:lpstr>
      <vt:lpstr>Multiplication of Large Integers</vt:lpstr>
      <vt:lpstr>Multiplication of Large Integers</vt:lpstr>
      <vt:lpstr>Strassen’s Matrix Multiplication</vt:lpstr>
      <vt:lpstr>Strassen’s Matrix Multiplication</vt:lpstr>
      <vt:lpstr>Strassen’s Matrix Multiplication</vt:lpstr>
      <vt:lpstr>Strassen’s Matrix Multiplication</vt:lpstr>
      <vt:lpstr>Strassen’s Matrix Multiplication</vt:lpstr>
      <vt:lpstr>Strassen’s Matrix Multiplication</vt:lpstr>
      <vt:lpstr>Strassen’s Matrix Multiplication</vt:lpstr>
      <vt:lpstr>Closest Pair Problem</vt:lpstr>
      <vt:lpstr>Closest-Pair Problem</vt:lpstr>
      <vt:lpstr>Closest-Pair Algorithm</vt:lpstr>
      <vt:lpstr>Closest-Pair Problem</vt:lpstr>
      <vt:lpstr>Closest-Pair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Quickhull Problem</vt:lpstr>
      <vt:lpstr>Convex-Hull Problem</vt:lpstr>
      <vt:lpstr>Convex-Hull Problem</vt:lpstr>
      <vt:lpstr>Quickhull Problem</vt:lpstr>
      <vt:lpstr>Quickhull Problem</vt:lpstr>
      <vt:lpstr>Quickhull Problem  (Analysis)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289</cp:revision>
  <dcterms:created xsi:type="dcterms:W3CDTF">2018-06-20T09:11:51Z</dcterms:created>
  <dcterms:modified xsi:type="dcterms:W3CDTF">2025-04-07T07:22:06Z</dcterms:modified>
</cp:coreProperties>
</file>